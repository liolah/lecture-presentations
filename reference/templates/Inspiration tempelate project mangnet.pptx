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en Sauce Bold" charset="1" panose="00000800000000000000"/>
      <p:regular r:id="rId17"/>
    </p:embeddedFont>
    <p:embeddedFont>
      <p:font typeface="Open Sauce"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1022857">
            <a:off x="15104714" y="-781722"/>
            <a:ext cx="2937583" cy="2937753"/>
            <a:chOff x="0" y="0"/>
            <a:chExt cx="812800" cy="812800"/>
          </a:xfrm>
        </p:grpSpPr>
        <p:sp>
          <p:nvSpPr>
            <p:cNvPr name="Freeform 3" id="3"/>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4" id="4"/>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1022857">
            <a:off x="5869355" y="-969847"/>
            <a:ext cx="1427911" cy="1427994"/>
            <a:chOff x="0" y="0"/>
            <a:chExt cx="812800" cy="812800"/>
          </a:xfrm>
        </p:grpSpPr>
        <p:sp>
          <p:nvSpPr>
            <p:cNvPr name="Freeform 6" id="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43A574"/>
            </a:solidFill>
            <a:ln cap="rnd">
              <a:noFill/>
              <a:prstDash val="solid"/>
              <a:round/>
            </a:ln>
          </p:spPr>
        </p:sp>
        <p:sp>
          <p:nvSpPr>
            <p:cNvPr name="TextBox 7" id="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1874693">
            <a:off x="2047390" y="9156194"/>
            <a:ext cx="1416078" cy="1416159"/>
            <a:chOff x="0" y="0"/>
            <a:chExt cx="812800" cy="812800"/>
          </a:xfrm>
        </p:grpSpPr>
        <p:sp>
          <p:nvSpPr>
            <p:cNvPr name="Freeform 9" id="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10" id="1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1022857">
            <a:off x="15859092" y="-23321"/>
            <a:ext cx="1428828" cy="1428910"/>
            <a:chOff x="0" y="0"/>
            <a:chExt cx="812800" cy="812800"/>
          </a:xfrm>
        </p:grpSpPr>
        <p:sp>
          <p:nvSpPr>
            <p:cNvPr name="Freeform 12" id="1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3" id="1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0">
            <a:off x="13089641" y="-594651"/>
            <a:ext cx="1285786" cy="128578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851835">
            <a:off x="-899047" y="8953171"/>
            <a:ext cx="2467501" cy="246750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0" id="20"/>
          <p:cNvGrpSpPr/>
          <p:nvPr/>
        </p:nvGrpSpPr>
        <p:grpSpPr>
          <a:xfrm rot="0">
            <a:off x="17792758" y="1845748"/>
            <a:ext cx="1285786" cy="128578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3" id="23"/>
          <p:cNvGrpSpPr/>
          <p:nvPr/>
        </p:nvGrpSpPr>
        <p:grpSpPr>
          <a:xfrm rot="6160057">
            <a:off x="13173364" y="1838147"/>
            <a:ext cx="1765954" cy="1001687"/>
            <a:chOff x="0" y="0"/>
            <a:chExt cx="660400" cy="374593"/>
          </a:xfrm>
        </p:grpSpPr>
        <p:sp>
          <p:nvSpPr>
            <p:cNvPr name="Freeform 24" id="24"/>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43A574"/>
            </a:solidFill>
          </p:spPr>
        </p:sp>
        <p:sp>
          <p:nvSpPr>
            <p:cNvPr name="TextBox 25" id="25"/>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grpSp>
        <p:nvGrpSpPr>
          <p:cNvPr name="Group 26" id="26"/>
          <p:cNvGrpSpPr/>
          <p:nvPr/>
        </p:nvGrpSpPr>
        <p:grpSpPr>
          <a:xfrm rot="3970398">
            <a:off x="15413994" y="2912118"/>
            <a:ext cx="1858519" cy="929260"/>
            <a:chOff x="0" y="0"/>
            <a:chExt cx="812800" cy="406400"/>
          </a:xfrm>
        </p:grpSpPr>
        <p:sp>
          <p:nvSpPr>
            <p:cNvPr name="Freeform 27" id="27"/>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BD05C"/>
            </a:solidFill>
          </p:spPr>
        </p:sp>
        <p:sp>
          <p:nvSpPr>
            <p:cNvPr name="TextBox 28" id="28"/>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29" id="29"/>
          <p:cNvGrpSpPr/>
          <p:nvPr/>
        </p:nvGrpSpPr>
        <p:grpSpPr>
          <a:xfrm rot="998279">
            <a:off x="213231" y="7680158"/>
            <a:ext cx="1343829" cy="671914"/>
            <a:chOff x="0" y="0"/>
            <a:chExt cx="812800" cy="406400"/>
          </a:xfrm>
        </p:grpSpPr>
        <p:sp>
          <p:nvSpPr>
            <p:cNvPr name="Freeform 30" id="30"/>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31" id="31"/>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32" id="32"/>
          <p:cNvGrpSpPr/>
          <p:nvPr/>
        </p:nvGrpSpPr>
        <p:grpSpPr>
          <a:xfrm rot="-1523678">
            <a:off x="17341962" y="4246648"/>
            <a:ext cx="2187379" cy="795043"/>
            <a:chOff x="0" y="0"/>
            <a:chExt cx="1118117" cy="406400"/>
          </a:xfrm>
        </p:grpSpPr>
        <p:sp>
          <p:nvSpPr>
            <p:cNvPr name="Freeform 33" id="33"/>
            <p:cNvSpPr/>
            <p:nvPr/>
          </p:nvSpPr>
          <p:spPr>
            <a:xfrm flipH="false" flipV="false" rot="0">
              <a:off x="0" y="0"/>
              <a:ext cx="1118117" cy="406400"/>
            </a:xfrm>
            <a:custGeom>
              <a:avLst/>
              <a:gdLst/>
              <a:ahLst/>
              <a:cxnLst/>
              <a:rect r="r" b="b" t="t" l="l"/>
              <a:pathLst>
                <a:path h="406400" w="1118117">
                  <a:moveTo>
                    <a:pt x="914917" y="0"/>
                  </a:moveTo>
                  <a:cubicBezTo>
                    <a:pt x="1027141" y="0"/>
                    <a:pt x="1118117" y="90976"/>
                    <a:pt x="1118117" y="203200"/>
                  </a:cubicBezTo>
                  <a:cubicBezTo>
                    <a:pt x="1118117" y="315424"/>
                    <a:pt x="1027141" y="406400"/>
                    <a:pt x="914917"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34" id="34"/>
            <p:cNvSpPr txBox="true"/>
            <p:nvPr/>
          </p:nvSpPr>
          <p:spPr>
            <a:xfrm>
              <a:off x="0" y="-28575"/>
              <a:ext cx="1118117" cy="434975"/>
            </a:xfrm>
            <a:prstGeom prst="rect">
              <a:avLst/>
            </a:prstGeom>
          </p:spPr>
          <p:txBody>
            <a:bodyPr anchor="ctr" rtlCol="false" tIns="50800" lIns="50800" bIns="50800" rIns="50800"/>
            <a:lstStyle/>
            <a:p>
              <a:pPr algn="ctr">
                <a:lnSpc>
                  <a:spcPts val="1960"/>
                </a:lnSpc>
              </a:pPr>
            </a:p>
          </p:txBody>
        </p:sp>
      </p:grpSp>
      <p:grpSp>
        <p:nvGrpSpPr>
          <p:cNvPr name="Group 35" id="35"/>
          <p:cNvGrpSpPr/>
          <p:nvPr/>
        </p:nvGrpSpPr>
        <p:grpSpPr>
          <a:xfrm rot="462639">
            <a:off x="8416735" y="-533169"/>
            <a:ext cx="3362839" cy="1066338"/>
            <a:chOff x="0" y="0"/>
            <a:chExt cx="1281636" cy="406400"/>
          </a:xfrm>
        </p:grpSpPr>
        <p:sp>
          <p:nvSpPr>
            <p:cNvPr name="Freeform 36" id="36"/>
            <p:cNvSpPr/>
            <p:nvPr/>
          </p:nvSpPr>
          <p:spPr>
            <a:xfrm flipH="false" flipV="false" rot="0">
              <a:off x="0" y="0"/>
              <a:ext cx="1281636" cy="406400"/>
            </a:xfrm>
            <a:custGeom>
              <a:avLst/>
              <a:gdLst/>
              <a:ahLst/>
              <a:cxnLst/>
              <a:rect r="r" b="b" t="t" l="l"/>
              <a:pathLst>
                <a:path h="406400" w="1281636">
                  <a:moveTo>
                    <a:pt x="1078436" y="0"/>
                  </a:moveTo>
                  <a:cubicBezTo>
                    <a:pt x="1190660" y="0"/>
                    <a:pt x="1281636" y="90976"/>
                    <a:pt x="1281636" y="203200"/>
                  </a:cubicBezTo>
                  <a:cubicBezTo>
                    <a:pt x="1281636" y="315424"/>
                    <a:pt x="1190660" y="406400"/>
                    <a:pt x="1078436" y="406400"/>
                  </a:cubicBezTo>
                  <a:lnTo>
                    <a:pt x="203200" y="406400"/>
                  </a:lnTo>
                  <a:cubicBezTo>
                    <a:pt x="90976" y="406400"/>
                    <a:pt x="0" y="315424"/>
                    <a:pt x="0" y="203200"/>
                  </a:cubicBezTo>
                  <a:cubicBezTo>
                    <a:pt x="0" y="90976"/>
                    <a:pt x="90976" y="0"/>
                    <a:pt x="203200" y="0"/>
                  </a:cubicBezTo>
                  <a:close/>
                </a:path>
              </a:pathLst>
            </a:custGeom>
            <a:solidFill>
              <a:srgbClr val="FB8342"/>
            </a:solidFill>
          </p:spPr>
        </p:sp>
        <p:sp>
          <p:nvSpPr>
            <p:cNvPr name="TextBox 37" id="37"/>
            <p:cNvSpPr txBox="true"/>
            <p:nvPr/>
          </p:nvSpPr>
          <p:spPr>
            <a:xfrm>
              <a:off x="0" y="-28575"/>
              <a:ext cx="1281636" cy="434975"/>
            </a:xfrm>
            <a:prstGeom prst="rect">
              <a:avLst/>
            </a:prstGeom>
          </p:spPr>
          <p:txBody>
            <a:bodyPr anchor="ctr" rtlCol="false" tIns="50800" lIns="50800" bIns="50800" rIns="50800"/>
            <a:lstStyle/>
            <a:p>
              <a:pPr algn="ctr">
                <a:lnSpc>
                  <a:spcPts val="1960"/>
                </a:lnSpc>
              </a:pPr>
            </a:p>
          </p:txBody>
        </p:sp>
      </p:grpSp>
      <p:sp>
        <p:nvSpPr>
          <p:cNvPr name="Freeform 38" id="38"/>
          <p:cNvSpPr/>
          <p:nvPr/>
        </p:nvSpPr>
        <p:spPr>
          <a:xfrm flipH="false" flipV="false" rot="1288990">
            <a:off x="14308586" y="3764961"/>
            <a:ext cx="848605" cy="848605"/>
          </a:xfrm>
          <a:custGeom>
            <a:avLst/>
            <a:gdLst/>
            <a:ahLst/>
            <a:cxnLst/>
            <a:rect r="r" b="b" t="t" l="l"/>
            <a:pathLst>
              <a:path h="848605" w="848605">
                <a:moveTo>
                  <a:pt x="0" y="0"/>
                </a:moveTo>
                <a:lnTo>
                  <a:pt x="848605" y="0"/>
                </a:lnTo>
                <a:lnTo>
                  <a:pt x="848605" y="848605"/>
                </a:lnTo>
                <a:lnTo>
                  <a:pt x="0" y="8486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9" id="39"/>
          <p:cNvSpPr/>
          <p:nvPr/>
        </p:nvSpPr>
        <p:spPr>
          <a:xfrm flipH="false" flipV="false" rot="-2968204">
            <a:off x="2085137" y="8047315"/>
            <a:ext cx="579448" cy="579448"/>
          </a:xfrm>
          <a:custGeom>
            <a:avLst/>
            <a:gdLst/>
            <a:ahLst/>
            <a:cxnLst/>
            <a:rect r="r" b="b" t="t" l="l"/>
            <a:pathLst>
              <a:path h="579448" w="579448">
                <a:moveTo>
                  <a:pt x="0" y="0"/>
                </a:moveTo>
                <a:lnTo>
                  <a:pt x="579448" y="0"/>
                </a:lnTo>
                <a:lnTo>
                  <a:pt x="579448" y="579447"/>
                </a:lnTo>
                <a:lnTo>
                  <a:pt x="0" y="5794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0" id="40"/>
          <p:cNvGrpSpPr/>
          <p:nvPr/>
        </p:nvGrpSpPr>
        <p:grpSpPr>
          <a:xfrm rot="0">
            <a:off x="654870" y="2831655"/>
            <a:ext cx="11496362" cy="3183988"/>
            <a:chOff x="0" y="0"/>
            <a:chExt cx="1467380" cy="406400"/>
          </a:xfrm>
        </p:grpSpPr>
        <p:sp>
          <p:nvSpPr>
            <p:cNvPr name="Freeform 41" id="41"/>
            <p:cNvSpPr/>
            <p:nvPr/>
          </p:nvSpPr>
          <p:spPr>
            <a:xfrm flipH="false" flipV="false" rot="0">
              <a:off x="0" y="0"/>
              <a:ext cx="1467380" cy="406400"/>
            </a:xfrm>
            <a:custGeom>
              <a:avLst/>
              <a:gdLst/>
              <a:ahLst/>
              <a:cxnLst/>
              <a:rect r="r" b="b" t="t" l="l"/>
              <a:pathLst>
                <a:path h="406400" w="1467380">
                  <a:moveTo>
                    <a:pt x="1264180" y="0"/>
                  </a:moveTo>
                  <a:cubicBezTo>
                    <a:pt x="1376404" y="0"/>
                    <a:pt x="1467380" y="90976"/>
                    <a:pt x="1467380" y="203200"/>
                  </a:cubicBezTo>
                  <a:cubicBezTo>
                    <a:pt x="1467380" y="315424"/>
                    <a:pt x="1376404" y="406400"/>
                    <a:pt x="1264180"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2" id="42"/>
            <p:cNvSpPr txBox="true"/>
            <p:nvPr/>
          </p:nvSpPr>
          <p:spPr>
            <a:xfrm>
              <a:off x="0" y="-28575"/>
              <a:ext cx="1467380" cy="434975"/>
            </a:xfrm>
            <a:prstGeom prst="rect">
              <a:avLst/>
            </a:prstGeom>
          </p:spPr>
          <p:txBody>
            <a:bodyPr anchor="ctr" rtlCol="false" tIns="50800" lIns="50800" bIns="50800" rIns="50800"/>
            <a:lstStyle/>
            <a:p>
              <a:pPr algn="ctr">
                <a:lnSpc>
                  <a:spcPts val="1960"/>
                </a:lnSpc>
              </a:pPr>
            </a:p>
          </p:txBody>
        </p:sp>
      </p:grpSp>
      <p:grpSp>
        <p:nvGrpSpPr>
          <p:cNvPr name="Group 43" id="43"/>
          <p:cNvGrpSpPr/>
          <p:nvPr/>
        </p:nvGrpSpPr>
        <p:grpSpPr>
          <a:xfrm rot="0">
            <a:off x="3828394" y="6278365"/>
            <a:ext cx="9501159" cy="3183988"/>
            <a:chOff x="0" y="0"/>
            <a:chExt cx="1212715" cy="406400"/>
          </a:xfrm>
        </p:grpSpPr>
        <p:sp>
          <p:nvSpPr>
            <p:cNvPr name="Freeform 44" id="44"/>
            <p:cNvSpPr/>
            <p:nvPr/>
          </p:nvSpPr>
          <p:spPr>
            <a:xfrm flipH="false" flipV="false" rot="0">
              <a:off x="0" y="0"/>
              <a:ext cx="1212715" cy="406400"/>
            </a:xfrm>
            <a:custGeom>
              <a:avLst/>
              <a:gdLst/>
              <a:ahLst/>
              <a:cxnLst/>
              <a:rect r="r" b="b" t="t" l="l"/>
              <a:pathLst>
                <a:path h="406400" w="1212715">
                  <a:moveTo>
                    <a:pt x="1009515" y="0"/>
                  </a:moveTo>
                  <a:cubicBezTo>
                    <a:pt x="1121739" y="0"/>
                    <a:pt x="1212715" y="90976"/>
                    <a:pt x="1212715" y="203200"/>
                  </a:cubicBezTo>
                  <a:cubicBezTo>
                    <a:pt x="1212715" y="315424"/>
                    <a:pt x="1121739" y="406400"/>
                    <a:pt x="1009515"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5" id="45"/>
            <p:cNvSpPr txBox="true"/>
            <p:nvPr/>
          </p:nvSpPr>
          <p:spPr>
            <a:xfrm>
              <a:off x="0" y="-28575"/>
              <a:ext cx="1212715" cy="434975"/>
            </a:xfrm>
            <a:prstGeom prst="rect">
              <a:avLst/>
            </a:prstGeom>
          </p:spPr>
          <p:txBody>
            <a:bodyPr anchor="ctr" rtlCol="false" tIns="50800" lIns="50800" bIns="50800" rIns="50800"/>
            <a:lstStyle/>
            <a:p>
              <a:pPr algn="ctr">
                <a:lnSpc>
                  <a:spcPts val="1960"/>
                </a:lnSpc>
              </a:pPr>
            </a:p>
          </p:txBody>
        </p:sp>
      </p:grpSp>
      <p:grpSp>
        <p:nvGrpSpPr>
          <p:cNvPr name="Group 46" id="46"/>
          <p:cNvGrpSpPr/>
          <p:nvPr/>
        </p:nvGrpSpPr>
        <p:grpSpPr>
          <a:xfrm rot="0">
            <a:off x="13870231" y="7899978"/>
            <a:ext cx="3595753" cy="704959"/>
            <a:chOff x="0" y="0"/>
            <a:chExt cx="2072908" cy="406400"/>
          </a:xfrm>
        </p:grpSpPr>
        <p:sp>
          <p:nvSpPr>
            <p:cNvPr name="Freeform 47" id="47"/>
            <p:cNvSpPr/>
            <p:nvPr/>
          </p:nvSpPr>
          <p:spPr>
            <a:xfrm flipH="false" flipV="false" rot="0">
              <a:off x="0" y="0"/>
              <a:ext cx="2072908" cy="406400"/>
            </a:xfrm>
            <a:custGeom>
              <a:avLst/>
              <a:gdLst/>
              <a:ahLst/>
              <a:cxnLst/>
              <a:rect r="r" b="b" t="t" l="l"/>
              <a:pathLst>
                <a:path h="406400" w="2072908">
                  <a:moveTo>
                    <a:pt x="1869708" y="0"/>
                  </a:moveTo>
                  <a:cubicBezTo>
                    <a:pt x="1981932" y="0"/>
                    <a:pt x="2072908" y="90976"/>
                    <a:pt x="2072908" y="203200"/>
                  </a:cubicBezTo>
                  <a:cubicBezTo>
                    <a:pt x="2072908" y="315424"/>
                    <a:pt x="1981932" y="406400"/>
                    <a:pt x="1869708"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8" id="48"/>
            <p:cNvSpPr txBox="true"/>
            <p:nvPr/>
          </p:nvSpPr>
          <p:spPr>
            <a:xfrm>
              <a:off x="0" y="-28575"/>
              <a:ext cx="2072908" cy="434975"/>
            </a:xfrm>
            <a:prstGeom prst="rect">
              <a:avLst/>
            </a:prstGeom>
          </p:spPr>
          <p:txBody>
            <a:bodyPr anchor="ctr" rtlCol="false" tIns="50800" lIns="50800" bIns="50800" rIns="50800"/>
            <a:lstStyle/>
            <a:p>
              <a:pPr algn="ctr">
                <a:lnSpc>
                  <a:spcPts val="1960"/>
                </a:lnSpc>
              </a:pPr>
            </a:p>
          </p:txBody>
        </p:sp>
      </p:grpSp>
      <p:grpSp>
        <p:nvGrpSpPr>
          <p:cNvPr name="Group 49" id="49"/>
          <p:cNvGrpSpPr/>
          <p:nvPr/>
        </p:nvGrpSpPr>
        <p:grpSpPr>
          <a:xfrm rot="0">
            <a:off x="13870231" y="8730417"/>
            <a:ext cx="3595753" cy="704959"/>
            <a:chOff x="0" y="0"/>
            <a:chExt cx="2072908" cy="406400"/>
          </a:xfrm>
        </p:grpSpPr>
        <p:sp>
          <p:nvSpPr>
            <p:cNvPr name="Freeform 50" id="50"/>
            <p:cNvSpPr/>
            <p:nvPr/>
          </p:nvSpPr>
          <p:spPr>
            <a:xfrm flipH="false" flipV="false" rot="0">
              <a:off x="0" y="0"/>
              <a:ext cx="2072908" cy="406400"/>
            </a:xfrm>
            <a:custGeom>
              <a:avLst/>
              <a:gdLst/>
              <a:ahLst/>
              <a:cxnLst/>
              <a:rect r="r" b="b" t="t" l="l"/>
              <a:pathLst>
                <a:path h="406400" w="2072908">
                  <a:moveTo>
                    <a:pt x="1869708" y="0"/>
                  </a:moveTo>
                  <a:cubicBezTo>
                    <a:pt x="1981932" y="0"/>
                    <a:pt x="2072908" y="90976"/>
                    <a:pt x="2072908" y="203200"/>
                  </a:cubicBezTo>
                  <a:cubicBezTo>
                    <a:pt x="2072908" y="315424"/>
                    <a:pt x="1981932" y="406400"/>
                    <a:pt x="1869708" y="406400"/>
                  </a:cubicBezTo>
                  <a:lnTo>
                    <a:pt x="203200" y="406400"/>
                  </a:lnTo>
                  <a:cubicBezTo>
                    <a:pt x="90976" y="406400"/>
                    <a:pt x="0" y="315424"/>
                    <a:pt x="0" y="203200"/>
                  </a:cubicBezTo>
                  <a:cubicBezTo>
                    <a:pt x="0" y="90976"/>
                    <a:pt x="90976" y="0"/>
                    <a:pt x="203200" y="0"/>
                  </a:cubicBezTo>
                  <a:close/>
                </a:path>
              </a:pathLst>
            </a:custGeom>
            <a:solidFill>
              <a:srgbClr val="532822"/>
            </a:solidFill>
            <a:ln w="19050" cap="sq">
              <a:solidFill>
                <a:srgbClr val="532822"/>
              </a:solidFill>
              <a:prstDash val="solid"/>
              <a:miter/>
            </a:ln>
          </p:spPr>
        </p:sp>
        <p:sp>
          <p:nvSpPr>
            <p:cNvPr name="TextBox 51" id="51"/>
            <p:cNvSpPr txBox="true"/>
            <p:nvPr/>
          </p:nvSpPr>
          <p:spPr>
            <a:xfrm>
              <a:off x="0" y="-28575"/>
              <a:ext cx="2072908" cy="434975"/>
            </a:xfrm>
            <a:prstGeom prst="rect">
              <a:avLst/>
            </a:prstGeom>
          </p:spPr>
          <p:txBody>
            <a:bodyPr anchor="ctr" rtlCol="false" tIns="50800" lIns="50800" bIns="50800" rIns="50800"/>
            <a:lstStyle/>
            <a:p>
              <a:pPr algn="ctr">
                <a:lnSpc>
                  <a:spcPts val="1960"/>
                </a:lnSpc>
              </a:pPr>
            </a:p>
          </p:txBody>
        </p:sp>
      </p:grpSp>
      <p:sp>
        <p:nvSpPr>
          <p:cNvPr name="TextBox 52" id="52"/>
          <p:cNvSpPr txBox="true"/>
          <p:nvPr/>
        </p:nvSpPr>
        <p:spPr>
          <a:xfrm rot="0">
            <a:off x="5027892" y="6183876"/>
            <a:ext cx="9220876" cy="2815132"/>
          </a:xfrm>
          <a:prstGeom prst="rect">
            <a:avLst/>
          </a:prstGeom>
        </p:spPr>
        <p:txBody>
          <a:bodyPr anchor="t" rtlCol="false" tIns="0" lIns="0" bIns="0" rIns="0">
            <a:spAutoFit/>
          </a:bodyPr>
          <a:lstStyle/>
          <a:p>
            <a:pPr algn="l">
              <a:lnSpc>
                <a:spcPts val="23000"/>
              </a:lnSpc>
            </a:pPr>
            <a:r>
              <a:rPr lang="en-US" b="true" sz="16428" spc="-1150">
                <a:solidFill>
                  <a:srgbClr val="532822"/>
                </a:solidFill>
                <a:latin typeface="Open Sauce Bold"/>
                <a:ea typeface="Open Sauce Bold"/>
                <a:cs typeface="Open Sauce Bold"/>
                <a:sym typeface="Open Sauce Bold"/>
              </a:rPr>
              <a:t>Project</a:t>
            </a:r>
          </a:p>
        </p:txBody>
      </p:sp>
      <p:grpSp>
        <p:nvGrpSpPr>
          <p:cNvPr name="Group 53" id="53"/>
          <p:cNvGrpSpPr/>
          <p:nvPr/>
        </p:nvGrpSpPr>
        <p:grpSpPr>
          <a:xfrm rot="0">
            <a:off x="11835906" y="8290811"/>
            <a:ext cx="283743" cy="283743"/>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55" id="55"/>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56" id="56"/>
          <p:cNvSpPr txBox="true"/>
          <p:nvPr/>
        </p:nvSpPr>
        <p:spPr>
          <a:xfrm rot="0">
            <a:off x="1771391" y="2737165"/>
            <a:ext cx="9949225" cy="2815132"/>
          </a:xfrm>
          <a:prstGeom prst="rect">
            <a:avLst/>
          </a:prstGeom>
        </p:spPr>
        <p:txBody>
          <a:bodyPr anchor="t" rtlCol="false" tIns="0" lIns="0" bIns="0" rIns="0">
            <a:spAutoFit/>
          </a:bodyPr>
          <a:lstStyle/>
          <a:p>
            <a:pPr algn="l">
              <a:lnSpc>
                <a:spcPts val="23000"/>
              </a:lnSpc>
            </a:pPr>
            <a:r>
              <a:rPr lang="en-US" b="true" sz="16428" spc="-1150">
                <a:solidFill>
                  <a:srgbClr val="532822"/>
                </a:solidFill>
                <a:latin typeface="Open Sauce Bold"/>
                <a:ea typeface="Open Sauce Bold"/>
                <a:cs typeface="Open Sauce Bold"/>
                <a:sym typeface="Open Sauce Bold"/>
              </a:rPr>
              <a:t>Research</a:t>
            </a:r>
          </a:p>
        </p:txBody>
      </p:sp>
      <p:sp>
        <p:nvSpPr>
          <p:cNvPr name="TextBox 57" id="57"/>
          <p:cNvSpPr txBox="true"/>
          <p:nvPr/>
        </p:nvSpPr>
        <p:spPr>
          <a:xfrm rot="0">
            <a:off x="14182673" y="8025763"/>
            <a:ext cx="2961005" cy="405765"/>
          </a:xfrm>
          <a:prstGeom prst="rect">
            <a:avLst/>
          </a:prstGeom>
        </p:spPr>
        <p:txBody>
          <a:bodyPr anchor="t" rtlCol="false" tIns="0" lIns="0" bIns="0" rIns="0">
            <a:spAutoFit/>
          </a:bodyPr>
          <a:lstStyle/>
          <a:p>
            <a:pPr algn="l">
              <a:lnSpc>
                <a:spcPts val="3359"/>
              </a:lnSpc>
            </a:pPr>
            <a:r>
              <a:rPr lang="en-US" sz="2400" spc="-168">
                <a:solidFill>
                  <a:srgbClr val="532822"/>
                </a:solidFill>
                <a:latin typeface="Open Sauce"/>
                <a:ea typeface="Open Sauce"/>
                <a:cs typeface="Open Sauce"/>
                <a:sym typeface="Open Sauce"/>
              </a:rPr>
              <a:t>Presented by :</a:t>
            </a:r>
          </a:p>
        </p:txBody>
      </p:sp>
      <p:sp>
        <p:nvSpPr>
          <p:cNvPr name="TextBox 58" id="58"/>
          <p:cNvSpPr txBox="true"/>
          <p:nvPr/>
        </p:nvSpPr>
        <p:spPr>
          <a:xfrm rot="0">
            <a:off x="14182673" y="8844012"/>
            <a:ext cx="2961005" cy="405765"/>
          </a:xfrm>
          <a:prstGeom prst="rect">
            <a:avLst/>
          </a:prstGeom>
        </p:spPr>
        <p:txBody>
          <a:bodyPr anchor="t" rtlCol="false" tIns="0" lIns="0" bIns="0" rIns="0">
            <a:spAutoFit/>
          </a:bodyPr>
          <a:lstStyle/>
          <a:p>
            <a:pPr algn="l">
              <a:lnSpc>
                <a:spcPts val="3359"/>
              </a:lnSpc>
            </a:pPr>
            <a:r>
              <a:rPr lang="en-US" sz="2400" spc="-168" b="true">
                <a:solidFill>
                  <a:srgbClr val="FEF4EA"/>
                </a:solidFill>
                <a:latin typeface="Open Sauce Bold"/>
                <a:ea typeface="Open Sauce Bold"/>
                <a:cs typeface="Open Sauce Bold"/>
                <a:sym typeface="Open Sauce Bold"/>
              </a:rPr>
              <a:t>Samira Hadid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0">
            <a:off x="1028700" y="3556256"/>
            <a:ext cx="7273916" cy="1195952"/>
            <a:chOff x="0" y="0"/>
            <a:chExt cx="2471772" cy="406400"/>
          </a:xfrm>
        </p:grpSpPr>
        <p:sp>
          <p:nvSpPr>
            <p:cNvPr name="Freeform 3" id="3"/>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 id="4"/>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1028700" y="5143500"/>
            <a:ext cx="7273916" cy="1195952"/>
            <a:chOff x="0" y="0"/>
            <a:chExt cx="2471772" cy="406400"/>
          </a:xfrm>
        </p:grpSpPr>
        <p:sp>
          <p:nvSpPr>
            <p:cNvPr name="Freeform 6" id="6"/>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solidFill>
              <a:srgbClr val="532822"/>
            </a:solidFill>
            <a:ln w="19050" cap="sq">
              <a:solidFill>
                <a:srgbClr val="532822"/>
              </a:solidFill>
              <a:prstDash val="solid"/>
              <a:miter/>
            </a:ln>
          </p:spPr>
        </p:sp>
        <p:sp>
          <p:nvSpPr>
            <p:cNvPr name="TextBox 7" id="7"/>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0">
            <a:off x="9144000" y="3556256"/>
            <a:ext cx="7273916" cy="1195952"/>
            <a:chOff x="0" y="0"/>
            <a:chExt cx="2471772" cy="406400"/>
          </a:xfrm>
        </p:grpSpPr>
        <p:sp>
          <p:nvSpPr>
            <p:cNvPr name="Freeform 9" id="9"/>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10" id="10"/>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9144000" y="5143500"/>
            <a:ext cx="7273916" cy="1195952"/>
            <a:chOff x="0" y="0"/>
            <a:chExt cx="2471772" cy="406400"/>
          </a:xfrm>
        </p:grpSpPr>
        <p:sp>
          <p:nvSpPr>
            <p:cNvPr name="Freeform 12" id="12"/>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13" id="13"/>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0">
            <a:off x="1028700" y="6730744"/>
            <a:ext cx="7273916" cy="1195952"/>
            <a:chOff x="0" y="0"/>
            <a:chExt cx="2471772" cy="406400"/>
          </a:xfrm>
        </p:grpSpPr>
        <p:sp>
          <p:nvSpPr>
            <p:cNvPr name="Freeform 15" id="15"/>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16" id="16"/>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0">
            <a:off x="9144000" y="6730744"/>
            <a:ext cx="7273916" cy="1195952"/>
            <a:chOff x="0" y="0"/>
            <a:chExt cx="2471772" cy="406400"/>
          </a:xfrm>
        </p:grpSpPr>
        <p:sp>
          <p:nvSpPr>
            <p:cNvPr name="Freeform 18" id="18"/>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solidFill>
              <a:srgbClr val="532822"/>
            </a:solidFill>
            <a:ln w="19050" cap="sq">
              <a:solidFill>
                <a:srgbClr val="532822"/>
              </a:solidFill>
              <a:prstDash val="solid"/>
              <a:miter/>
            </a:ln>
          </p:spPr>
        </p:sp>
        <p:sp>
          <p:nvSpPr>
            <p:cNvPr name="TextBox 19" id="19"/>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20" id="20"/>
          <p:cNvGrpSpPr/>
          <p:nvPr/>
        </p:nvGrpSpPr>
        <p:grpSpPr>
          <a:xfrm rot="0">
            <a:off x="9144000" y="8317988"/>
            <a:ext cx="7273916" cy="1195952"/>
            <a:chOff x="0" y="0"/>
            <a:chExt cx="2471772" cy="406400"/>
          </a:xfrm>
        </p:grpSpPr>
        <p:sp>
          <p:nvSpPr>
            <p:cNvPr name="Freeform 21" id="21"/>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22" id="22"/>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23" id="23"/>
          <p:cNvGrpSpPr/>
          <p:nvPr/>
        </p:nvGrpSpPr>
        <p:grpSpPr>
          <a:xfrm rot="0">
            <a:off x="1028700" y="8317988"/>
            <a:ext cx="7273916" cy="1195952"/>
            <a:chOff x="0" y="0"/>
            <a:chExt cx="2471772" cy="406400"/>
          </a:xfrm>
        </p:grpSpPr>
        <p:sp>
          <p:nvSpPr>
            <p:cNvPr name="Freeform 24" id="24"/>
            <p:cNvSpPr/>
            <p:nvPr/>
          </p:nvSpPr>
          <p:spPr>
            <a:xfrm flipH="false" flipV="false" rot="0">
              <a:off x="0" y="0"/>
              <a:ext cx="2471772" cy="406400"/>
            </a:xfrm>
            <a:custGeom>
              <a:avLst/>
              <a:gdLst/>
              <a:ahLst/>
              <a:cxnLst/>
              <a:rect r="r" b="b" t="t" l="l"/>
              <a:pathLst>
                <a:path h="406400" w="2471772">
                  <a:moveTo>
                    <a:pt x="2268572" y="0"/>
                  </a:moveTo>
                  <a:cubicBezTo>
                    <a:pt x="2380796" y="0"/>
                    <a:pt x="2471772" y="90976"/>
                    <a:pt x="2471772" y="203200"/>
                  </a:cubicBezTo>
                  <a:cubicBezTo>
                    <a:pt x="2471772" y="315424"/>
                    <a:pt x="2380796" y="406400"/>
                    <a:pt x="226857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25" id="25"/>
            <p:cNvSpPr txBox="true"/>
            <p:nvPr/>
          </p:nvSpPr>
          <p:spPr>
            <a:xfrm>
              <a:off x="0" y="-28575"/>
              <a:ext cx="2471772" cy="434975"/>
            </a:xfrm>
            <a:prstGeom prst="rect">
              <a:avLst/>
            </a:prstGeom>
          </p:spPr>
          <p:txBody>
            <a:bodyPr anchor="ctr" rtlCol="false" tIns="50800" lIns="50800" bIns="50800" rIns="50800"/>
            <a:lstStyle/>
            <a:p>
              <a:pPr algn="ctr">
                <a:lnSpc>
                  <a:spcPts val="1960"/>
                </a:lnSpc>
              </a:pPr>
            </a:p>
          </p:txBody>
        </p:sp>
      </p:grpSp>
      <p:grpSp>
        <p:nvGrpSpPr>
          <p:cNvPr name="Group 26" id="26"/>
          <p:cNvGrpSpPr/>
          <p:nvPr/>
        </p:nvGrpSpPr>
        <p:grpSpPr>
          <a:xfrm rot="-1022857">
            <a:off x="15790508" y="-440176"/>
            <a:ext cx="2937583" cy="2937753"/>
            <a:chOff x="0" y="0"/>
            <a:chExt cx="812800" cy="812800"/>
          </a:xfrm>
        </p:grpSpPr>
        <p:sp>
          <p:nvSpPr>
            <p:cNvPr name="Freeform 27" id="27"/>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28" id="28"/>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29" id="29"/>
          <p:cNvGrpSpPr/>
          <p:nvPr/>
        </p:nvGrpSpPr>
        <p:grpSpPr>
          <a:xfrm rot="-1022857">
            <a:off x="10058576" y="470126"/>
            <a:ext cx="915817" cy="915870"/>
            <a:chOff x="0" y="0"/>
            <a:chExt cx="812800" cy="812800"/>
          </a:xfrm>
        </p:grpSpPr>
        <p:sp>
          <p:nvSpPr>
            <p:cNvPr name="Freeform 30" id="30"/>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532822"/>
            </a:solidFill>
            <a:ln cap="rnd">
              <a:noFill/>
              <a:prstDash val="solid"/>
              <a:round/>
            </a:ln>
          </p:spPr>
        </p:sp>
        <p:sp>
          <p:nvSpPr>
            <p:cNvPr name="TextBox 31" id="31"/>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32" id="32"/>
          <p:cNvGrpSpPr/>
          <p:nvPr/>
        </p:nvGrpSpPr>
        <p:grpSpPr>
          <a:xfrm rot="-1022857">
            <a:off x="16544886" y="318225"/>
            <a:ext cx="1428828" cy="1428910"/>
            <a:chOff x="0" y="0"/>
            <a:chExt cx="812800" cy="812800"/>
          </a:xfrm>
        </p:grpSpPr>
        <p:sp>
          <p:nvSpPr>
            <p:cNvPr name="Freeform 33" id="33"/>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34" id="34"/>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35" id="35"/>
          <p:cNvGrpSpPr/>
          <p:nvPr/>
        </p:nvGrpSpPr>
        <p:grpSpPr>
          <a:xfrm rot="2971816">
            <a:off x="13324160" y="290346"/>
            <a:ext cx="2497745" cy="929260"/>
            <a:chOff x="0" y="0"/>
            <a:chExt cx="1092357" cy="406400"/>
          </a:xfrm>
        </p:grpSpPr>
        <p:sp>
          <p:nvSpPr>
            <p:cNvPr name="Freeform 36" id="36"/>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37" id="37"/>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sp>
        <p:nvSpPr>
          <p:cNvPr name="Freeform 38" id="38"/>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9" id="39"/>
          <p:cNvGrpSpPr/>
          <p:nvPr/>
        </p:nvGrpSpPr>
        <p:grpSpPr>
          <a:xfrm rot="0">
            <a:off x="11797618" y="-106053"/>
            <a:ext cx="1034114" cy="103411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41" id="41"/>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42" id="42"/>
          <p:cNvGrpSpPr/>
          <p:nvPr/>
        </p:nvGrpSpPr>
        <p:grpSpPr>
          <a:xfrm rot="-1671180">
            <a:off x="11175628" y="1624265"/>
            <a:ext cx="1059068" cy="600726"/>
            <a:chOff x="0" y="0"/>
            <a:chExt cx="660400" cy="374593"/>
          </a:xfrm>
        </p:grpSpPr>
        <p:sp>
          <p:nvSpPr>
            <p:cNvPr name="Freeform 43" id="43"/>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D05C"/>
            </a:solidFill>
          </p:spPr>
        </p:sp>
        <p:sp>
          <p:nvSpPr>
            <p:cNvPr name="TextBox 44" id="44"/>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grpSp>
        <p:nvGrpSpPr>
          <p:cNvPr name="Group 45" id="45"/>
          <p:cNvGrpSpPr/>
          <p:nvPr/>
        </p:nvGrpSpPr>
        <p:grpSpPr>
          <a:xfrm rot="0">
            <a:off x="6712430" y="3680852"/>
            <a:ext cx="1459362" cy="959370"/>
            <a:chOff x="0" y="0"/>
            <a:chExt cx="618202" cy="406400"/>
          </a:xfrm>
        </p:grpSpPr>
        <p:sp>
          <p:nvSpPr>
            <p:cNvPr name="Freeform 46" id="46"/>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47" id="47"/>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grpSp>
        <p:nvGrpSpPr>
          <p:cNvPr name="Group 48" id="48"/>
          <p:cNvGrpSpPr/>
          <p:nvPr/>
        </p:nvGrpSpPr>
        <p:grpSpPr>
          <a:xfrm rot="0">
            <a:off x="14848629" y="3680852"/>
            <a:ext cx="1459362" cy="959370"/>
            <a:chOff x="0" y="0"/>
            <a:chExt cx="618202" cy="406400"/>
          </a:xfrm>
        </p:grpSpPr>
        <p:sp>
          <p:nvSpPr>
            <p:cNvPr name="Freeform 49" id="49"/>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50" id="50"/>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grpSp>
        <p:nvGrpSpPr>
          <p:cNvPr name="Group 51" id="51"/>
          <p:cNvGrpSpPr/>
          <p:nvPr/>
        </p:nvGrpSpPr>
        <p:grpSpPr>
          <a:xfrm rot="0">
            <a:off x="6712430" y="5264428"/>
            <a:ext cx="1459362" cy="959370"/>
            <a:chOff x="0" y="0"/>
            <a:chExt cx="618202" cy="406400"/>
          </a:xfrm>
        </p:grpSpPr>
        <p:sp>
          <p:nvSpPr>
            <p:cNvPr name="Freeform 52" id="52"/>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FEF4EA"/>
            </a:solidFill>
            <a:ln w="19050" cap="sq">
              <a:solidFill>
                <a:srgbClr val="FEF4EA"/>
              </a:solidFill>
              <a:prstDash val="solid"/>
              <a:miter/>
            </a:ln>
          </p:spPr>
        </p:sp>
        <p:sp>
          <p:nvSpPr>
            <p:cNvPr name="TextBox 53" id="53"/>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grpSp>
        <p:nvGrpSpPr>
          <p:cNvPr name="Group 54" id="54"/>
          <p:cNvGrpSpPr/>
          <p:nvPr/>
        </p:nvGrpSpPr>
        <p:grpSpPr>
          <a:xfrm rot="0">
            <a:off x="14848629" y="5264428"/>
            <a:ext cx="1459362" cy="959370"/>
            <a:chOff x="0" y="0"/>
            <a:chExt cx="618202" cy="406400"/>
          </a:xfrm>
        </p:grpSpPr>
        <p:sp>
          <p:nvSpPr>
            <p:cNvPr name="Freeform 55" id="55"/>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56" id="56"/>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sp>
        <p:nvSpPr>
          <p:cNvPr name="TextBox 57" id="57"/>
          <p:cNvSpPr txBox="true"/>
          <p:nvPr/>
        </p:nvSpPr>
        <p:spPr>
          <a:xfrm rot="0">
            <a:off x="1576847" y="6949052"/>
            <a:ext cx="959398" cy="679450"/>
          </a:xfrm>
          <a:prstGeom prst="rect">
            <a:avLst/>
          </a:prstGeom>
        </p:spPr>
        <p:txBody>
          <a:bodyPr anchor="t" rtlCol="false" tIns="0" lIns="0" bIns="0" rIns="0">
            <a:spAutoFit/>
          </a:bodyPr>
          <a:lstStyle/>
          <a:p>
            <a:pPr algn="l">
              <a:lnSpc>
                <a:spcPts val="5599"/>
              </a:lnSpc>
            </a:pPr>
            <a:r>
              <a:rPr lang="en-US" sz="3999" spc="-279" b="true">
                <a:solidFill>
                  <a:srgbClr val="532822"/>
                </a:solidFill>
                <a:latin typeface="Open Sauce Bold"/>
                <a:ea typeface="Open Sauce Bold"/>
                <a:cs typeface="Open Sauce Bold"/>
                <a:sym typeface="Open Sauce Bold"/>
              </a:rPr>
              <a:t>03.</a:t>
            </a:r>
          </a:p>
        </p:txBody>
      </p:sp>
      <p:sp>
        <p:nvSpPr>
          <p:cNvPr name="TextBox 58" id="58"/>
          <p:cNvSpPr txBox="true"/>
          <p:nvPr/>
        </p:nvSpPr>
        <p:spPr>
          <a:xfrm rot="0">
            <a:off x="1576847" y="8536296"/>
            <a:ext cx="959398" cy="679450"/>
          </a:xfrm>
          <a:prstGeom prst="rect">
            <a:avLst/>
          </a:prstGeom>
        </p:spPr>
        <p:txBody>
          <a:bodyPr anchor="t" rtlCol="false" tIns="0" lIns="0" bIns="0" rIns="0">
            <a:spAutoFit/>
          </a:bodyPr>
          <a:lstStyle/>
          <a:p>
            <a:pPr algn="l">
              <a:lnSpc>
                <a:spcPts val="5599"/>
              </a:lnSpc>
            </a:pPr>
            <a:r>
              <a:rPr lang="en-US" sz="3999" spc="-279" b="true">
                <a:solidFill>
                  <a:srgbClr val="532822"/>
                </a:solidFill>
                <a:latin typeface="Open Sauce Bold"/>
                <a:ea typeface="Open Sauce Bold"/>
                <a:cs typeface="Open Sauce Bold"/>
                <a:sym typeface="Open Sauce Bold"/>
              </a:rPr>
              <a:t>04.</a:t>
            </a:r>
          </a:p>
        </p:txBody>
      </p:sp>
      <p:sp>
        <p:nvSpPr>
          <p:cNvPr name="TextBox 59" id="59"/>
          <p:cNvSpPr txBox="true"/>
          <p:nvPr/>
        </p:nvSpPr>
        <p:spPr>
          <a:xfrm rot="0">
            <a:off x="2536245" y="6949052"/>
            <a:ext cx="4944873" cy="679450"/>
          </a:xfrm>
          <a:prstGeom prst="rect">
            <a:avLst/>
          </a:prstGeom>
        </p:spPr>
        <p:txBody>
          <a:bodyPr anchor="t" rtlCol="false" tIns="0" lIns="0" bIns="0" rIns="0">
            <a:spAutoFit/>
          </a:bodyPr>
          <a:lstStyle/>
          <a:p>
            <a:pPr algn="l">
              <a:lnSpc>
                <a:spcPts val="5599"/>
              </a:lnSpc>
            </a:pPr>
            <a:r>
              <a:rPr lang="en-US" sz="3999" spc="-279">
                <a:solidFill>
                  <a:srgbClr val="532822"/>
                </a:solidFill>
                <a:latin typeface="Open Sauce"/>
                <a:ea typeface="Open Sauce"/>
                <a:cs typeface="Open Sauce"/>
                <a:sym typeface="Open Sauce"/>
              </a:rPr>
              <a:t>Problem</a:t>
            </a:r>
          </a:p>
        </p:txBody>
      </p:sp>
      <p:sp>
        <p:nvSpPr>
          <p:cNvPr name="TextBox 60" id="60"/>
          <p:cNvSpPr txBox="true"/>
          <p:nvPr/>
        </p:nvSpPr>
        <p:spPr>
          <a:xfrm rot="0">
            <a:off x="10676679" y="6949052"/>
            <a:ext cx="4944873" cy="679450"/>
          </a:xfrm>
          <a:prstGeom prst="rect">
            <a:avLst/>
          </a:prstGeom>
        </p:spPr>
        <p:txBody>
          <a:bodyPr anchor="t" rtlCol="false" tIns="0" lIns="0" bIns="0" rIns="0">
            <a:spAutoFit/>
          </a:bodyPr>
          <a:lstStyle/>
          <a:p>
            <a:pPr algn="l">
              <a:lnSpc>
                <a:spcPts val="5599"/>
              </a:lnSpc>
            </a:pPr>
            <a:r>
              <a:rPr lang="en-US" sz="3999" spc="-279">
                <a:solidFill>
                  <a:srgbClr val="FEF4EA"/>
                </a:solidFill>
                <a:latin typeface="Open Sauce"/>
                <a:ea typeface="Open Sauce"/>
                <a:cs typeface="Open Sauce"/>
                <a:sym typeface="Open Sauce"/>
              </a:rPr>
              <a:t>Conclusion</a:t>
            </a:r>
          </a:p>
        </p:txBody>
      </p:sp>
      <p:sp>
        <p:nvSpPr>
          <p:cNvPr name="TextBox 61" id="61"/>
          <p:cNvSpPr txBox="true"/>
          <p:nvPr/>
        </p:nvSpPr>
        <p:spPr>
          <a:xfrm rot="0">
            <a:off x="2536245" y="8536296"/>
            <a:ext cx="4944873" cy="679450"/>
          </a:xfrm>
          <a:prstGeom prst="rect">
            <a:avLst/>
          </a:prstGeom>
        </p:spPr>
        <p:txBody>
          <a:bodyPr anchor="t" rtlCol="false" tIns="0" lIns="0" bIns="0" rIns="0">
            <a:spAutoFit/>
          </a:bodyPr>
          <a:lstStyle/>
          <a:p>
            <a:pPr algn="l">
              <a:lnSpc>
                <a:spcPts val="5599"/>
              </a:lnSpc>
            </a:pPr>
            <a:r>
              <a:rPr lang="en-US" sz="3999" spc="-279">
                <a:solidFill>
                  <a:srgbClr val="532822"/>
                </a:solidFill>
                <a:latin typeface="Open Sauce"/>
                <a:ea typeface="Open Sauce"/>
                <a:cs typeface="Open Sauce"/>
                <a:sym typeface="Open Sauce"/>
              </a:rPr>
              <a:t>Objectives</a:t>
            </a:r>
          </a:p>
        </p:txBody>
      </p:sp>
      <p:sp>
        <p:nvSpPr>
          <p:cNvPr name="TextBox 62" id="62"/>
          <p:cNvSpPr txBox="true"/>
          <p:nvPr/>
        </p:nvSpPr>
        <p:spPr>
          <a:xfrm rot="0">
            <a:off x="10676679" y="8536296"/>
            <a:ext cx="4944873" cy="679450"/>
          </a:xfrm>
          <a:prstGeom prst="rect">
            <a:avLst/>
          </a:prstGeom>
        </p:spPr>
        <p:txBody>
          <a:bodyPr anchor="t" rtlCol="false" tIns="0" lIns="0" bIns="0" rIns="0">
            <a:spAutoFit/>
          </a:bodyPr>
          <a:lstStyle/>
          <a:p>
            <a:pPr algn="l">
              <a:lnSpc>
                <a:spcPts val="5599"/>
              </a:lnSpc>
            </a:pPr>
            <a:r>
              <a:rPr lang="en-US" sz="3999" spc="-279">
                <a:solidFill>
                  <a:srgbClr val="532822"/>
                </a:solidFill>
                <a:latin typeface="Open Sauce"/>
                <a:ea typeface="Open Sauce"/>
                <a:cs typeface="Open Sauce"/>
                <a:sym typeface="Open Sauce"/>
              </a:rPr>
              <a:t>Reference</a:t>
            </a:r>
          </a:p>
        </p:txBody>
      </p:sp>
      <p:grpSp>
        <p:nvGrpSpPr>
          <p:cNvPr name="Group 63" id="63"/>
          <p:cNvGrpSpPr/>
          <p:nvPr/>
        </p:nvGrpSpPr>
        <p:grpSpPr>
          <a:xfrm rot="0">
            <a:off x="6712430" y="6848004"/>
            <a:ext cx="1459362" cy="959370"/>
            <a:chOff x="0" y="0"/>
            <a:chExt cx="618202" cy="406400"/>
          </a:xfrm>
        </p:grpSpPr>
        <p:sp>
          <p:nvSpPr>
            <p:cNvPr name="Freeform 64" id="64"/>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65" id="65"/>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grpSp>
        <p:nvGrpSpPr>
          <p:cNvPr name="Group 66" id="66"/>
          <p:cNvGrpSpPr/>
          <p:nvPr/>
        </p:nvGrpSpPr>
        <p:grpSpPr>
          <a:xfrm rot="0">
            <a:off x="14848629" y="6848004"/>
            <a:ext cx="1459362" cy="959370"/>
            <a:chOff x="0" y="0"/>
            <a:chExt cx="618202" cy="406400"/>
          </a:xfrm>
        </p:grpSpPr>
        <p:sp>
          <p:nvSpPr>
            <p:cNvPr name="Freeform 67" id="67"/>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FEF4EA"/>
            </a:solidFill>
            <a:ln w="19050" cap="sq">
              <a:solidFill>
                <a:srgbClr val="FEF4EA"/>
              </a:solidFill>
              <a:prstDash val="solid"/>
              <a:miter/>
            </a:ln>
          </p:spPr>
        </p:sp>
        <p:sp>
          <p:nvSpPr>
            <p:cNvPr name="TextBox 68" id="68"/>
            <p:cNvSpPr txBox="true"/>
            <p:nvPr/>
          </p:nvSpPr>
          <p:spPr>
            <a:xfrm>
              <a:off x="0" y="-28575"/>
              <a:ext cx="618202" cy="434975"/>
            </a:xfrm>
            <a:prstGeom prst="rect">
              <a:avLst/>
            </a:prstGeom>
          </p:spPr>
          <p:txBody>
            <a:bodyPr anchor="ctr" rtlCol="false" tIns="50800" lIns="50800" bIns="50800" rIns="50800"/>
            <a:lstStyle/>
            <a:p>
              <a:pPr algn="ctr" marL="0" indent="0" lvl="0">
                <a:lnSpc>
                  <a:spcPts val="1960"/>
                </a:lnSpc>
                <a:spcBef>
                  <a:spcPct val="0"/>
                </a:spcBef>
              </a:pPr>
            </a:p>
          </p:txBody>
        </p:sp>
      </p:grpSp>
      <p:grpSp>
        <p:nvGrpSpPr>
          <p:cNvPr name="Group 69" id="69"/>
          <p:cNvGrpSpPr/>
          <p:nvPr/>
        </p:nvGrpSpPr>
        <p:grpSpPr>
          <a:xfrm rot="0">
            <a:off x="6712430" y="8431580"/>
            <a:ext cx="1459362" cy="959370"/>
            <a:chOff x="0" y="0"/>
            <a:chExt cx="618202" cy="406400"/>
          </a:xfrm>
        </p:grpSpPr>
        <p:sp>
          <p:nvSpPr>
            <p:cNvPr name="Freeform 70" id="70"/>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71" id="71"/>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grpSp>
        <p:nvGrpSpPr>
          <p:cNvPr name="Group 72" id="72"/>
          <p:cNvGrpSpPr/>
          <p:nvPr/>
        </p:nvGrpSpPr>
        <p:grpSpPr>
          <a:xfrm rot="0">
            <a:off x="14848629" y="8431580"/>
            <a:ext cx="1459362" cy="959370"/>
            <a:chOff x="0" y="0"/>
            <a:chExt cx="618202" cy="406400"/>
          </a:xfrm>
        </p:grpSpPr>
        <p:sp>
          <p:nvSpPr>
            <p:cNvPr name="Freeform 73" id="73"/>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74" id="74"/>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sp>
        <p:nvSpPr>
          <p:cNvPr name="Freeform 75" id="75"/>
          <p:cNvSpPr/>
          <p:nvPr/>
        </p:nvSpPr>
        <p:spPr>
          <a:xfrm flipH="false" flipV="false" rot="0">
            <a:off x="6852409" y="3816493"/>
            <a:ext cx="1179405" cy="675477"/>
          </a:xfrm>
          <a:custGeom>
            <a:avLst/>
            <a:gdLst/>
            <a:ahLst/>
            <a:cxnLst/>
            <a:rect r="r" b="b" t="t" l="l"/>
            <a:pathLst>
              <a:path h="675477" w="1179405">
                <a:moveTo>
                  <a:pt x="0" y="0"/>
                </a:moveTo>
                <a:lnTo>
                  <a:pt x="1179404" y="0"/>
                </a:lnTo>
                <a:lnTo>
                  <a:pt x="1179404" y="675478"/>
                </a:lnTo>
                <a:lnTo>
                  <a:pt x="0" y="6754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6" id="76"/>
          <p:cNvSpPr/>
          <p:nvPr/>
        </p:nvSpPr>
        <p:spPr>
          <a:xfrm flipH="false" flipV="false" rot="0">
            <a:off x="14988608" y="3816493"/>
            <a:ext cx="1179405" cy="675477"/>
          </a:xfrm>
          <a:custGeom>
            <a:avLst/>
            <a:gdLst/>
            <a:ahLst/>
            <a:cxnLst/>
            <a:rect r="r" b="b" t="t" l="l"/>
            <a:pathLst>
              <a:path h="675477" w="1179405">
                <a:moveTo>
                  <a:pt x="0" y="0"/>
                </a:moveTo>
                <a:lnTo>
                  <a:pt x="1179404" y="0"/>
                </a:lnTo>
                <a:lnTo>
                  <a:pt x="1179404" y="675478"/>
                </a:lnTo>
                <a:lnTo>
                  <a:pt x="0" y="6754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7" id="77"/>
          <p:cNvSpPr/>
          <p:nvPr/>
        </p:nvSpPr>
        <p:spPr>
          <a:xfrm flipH="false" flipV="false" rot="0">
            <a:off x="14988608" y="5406374"/>
            <a:ext cx="1179405" cy="675477"/>
          </a:xfrm>
          <a:custGeom>
            <a:avLst/>
            <a:gdLst/>
            <a:ahLst/>
            <a:cxnLst/>
            <a:rect r="r" b="b" t="t" l="l"/>
            <a:pathLst>
              <a:path h="675477" w="1179405">
                <a:moveTo>
                  <a:pt x="0" y="0"/>
                </a:moveTo>
                <a:lnTo>
                  <a:pt x="1179404" y="0"/>
                </a:lnTo>
                <a:lnTo>
                  <a:pt x="1179404" y="675478"/>
                </a:lnTo>
                <a:lnTo>
                  <a:pt x="0" y="6754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8" id="78"/>
          <p:cNvSpPr/>
          <p:nvPr/>
        </p:nvSpPr>
        <p:spPr>
          <a:xfrm flipH="false" flipV="false" rot="0">
            <a:off x="14988608" y="8578225"/>
            <a:ext cx="1179405" cy="675477"/>
          </a:xfrm>
          <a:custGeom>
            <a:avLst/>
            <a:gdLst/>
            <a:ahLst/>
            <a:cxnLst/>
            <a:rect r="r" b="b" t="t" l="l"/>
            <a:pathLst>
              <a:path h="675477" w="1179405">
                <a:moveTo>
                  <a:pt x="0" y="0"/>
                </a:moveTo>
                <a:lnTo>
                  <a:pt x="1179404" y="0"/>
                </a:lnTo>
                <a:lnTo>
                  <a:pt x="1179404" y="675477"/>
                </a:lnTo>
                <a:lnTo>
                  <a:pt x="0" y="675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9" id="79"/>
          <p:cNvSpPr/>
          <p:nvPr/>
        </p:nvSpPr>
        <p:spPr>
          <a:xfrm flipH="false" flipV="false" rot="0">
            <a:off x="6852409" y="6990981"/>
            <a:ext cx="1179405" cy="675477"/>
          </a:xfrm>
          <a:custGeom>
            <a:avLst/>
            <a:gdLst/>
            <a:ahLst/>
            <a:cxnLst/>
            <a:rect r="r" b="b" t="t" l="l"/>
            <a:pathLst>
              <a:path h="675477" w="1179405">
                <a:moveTo>
                  <a:pt x="0" y="0"/>
                </a:moveTo>
                <a:lnTo>
                  <a:pt x="1179404" y="0"/>
                </a:lnTo>
                <a:lnTo>
                  <a:pt x="1179404" y="675477"/>
                </a:lnTo>
                <a:lnTo>
                  <a:pt x="0" y="675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0" id="80"/>
          <p:cNvSpPr/>
          <p:nvPr/>
        </p:nvSpPr>
        <p:spPr>
          <a:xfrm flipH="false" flipV="false" rot="0">
            <a:off x="6852409" y="8576382"/>
            <a:ext cx="1179405" cy="675477"/>
          </a:xfrm>
          <a:custGeom>
            <a:avLst/>
            <a:gdLst/>
            <a:ahLst/>
            <a:cxnLst/>
            <a:rect r="r" b="b" t="t" l="l"/>
            <a:pathLst>
              <a:path h="675477" w="1179405">
                <a:moveTo>
                  <a:pt x="0" y="0"/>
                </a:moveTo>
                <a:lnTo>
                  <a:pt x="1179404" y="0"/>
                </a:lnTo>
                <a:lnTo>
                  <a:pt x="1179404" y="675477"/>
                </a:lnTo>
                <a:lnTo>
                  <a:pt x="0" y="675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1" id="81"/>
          <p:cNvSpPr/>
          <p:nvPr/>
        </p:nvSpPr>
        <p:spPr>
          <a:xfrm flipH="false" flipV="false" rot="0">
            <a:off x="6852409" y="5403737"/>
            <a:ext cx="1179405" cy="675477"/>
          </a:xfrm>
          <a:custGeom>
            <a:avLst/>
            <a:gdLst/>
            <a:ahLst/>
            <a:cxnLst/>
            <a:rect r="r" b="b" t="t" l="l"/>
            <a:pathLst>
              <a:path h="675477" w="1179405">
                <a:moveTo>
                  <a:pt x="0" y="0"/>
                </a:moveTo>
                <a:lnTo>
                  <a:pt x="1179404" y="0"/>
                </a:lnTo>
                <a:lnTo>
                  <a:pt x="1179404" y="675477"/>
                </a:lnTo>
                <a:lnTo>
                  <a:pt x="0" y="6754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2" id="82"/>
          <p:cNvSpPr/>
          <p:nvPr/>
        </p:nvSpPr>
        <p:spPr>
          <a:xfrm flipH="false" flipV="false" rot="0">
            <a:off x="14991504" y="6989138"/>
            <a:ext cx="1179405" cy="675477"/>
          </a:xfrm>
          <a:custGeom>
            <a:avLst/>
            <a:gdLst/>
            <a:ahLst/>
            <a:cxnLst/>
            <a:rect r="r" b="b" t="t" l="l"/>
            <a:pathLst>
              <a:path h="675477" w="1179405">
                <a:moveTo>
                  <a:pt x="0" y="0"/>
                </a:moveTo>
                <a:lnTo>
                  <a:pt x="1179405" y="0"/>
                </a:lnTo>
                <a:lnTo>
                  <a:pt x="1179405" y="675477"/>
                </a:lnTo>
                <a:lnTo>
                  <a:pt x="0" y="6754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3" id="83"/>
          <p:cNvSpPr txBox="true"/>
          <p:nvPr/>
        </p:nvSpPr>
        <p:spPr>
          <a:xfrm rot="0">
            <a:off x="1028700" y="407554"/>
            <a:ext cx="8873675" cy="2184874"/>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Overview</a:t>
            </a:r>
          </a:p>
        </p:txBody>
      </p:sp>
      <p:sp>
        <p:nvSpPr>
          <p:cNvPr name="TextBox 84" id="84"/>
          <p:cNvSpPr txBox="true"/>
          <p:nvPr/>
        </p:nvSpPr>
        <p:spPr>
          <a:xfrm rot="0">
            <a:off x="1576847" y="3779044"/>
            <a:ext cx="959398" cy="679450"/>
          </a:xfrm>
          <a:prstGeom prst="rect">
            <a:avLst/>
          </a:prstGeom>
        </p:spPr>
        <p:txBody>
          <a:bodyPr anchor="t" rtlCol="false" tIns="0" lIns="0" bIns="0" rIns="0">
            <a:spAutoFit/>
          </a:bodyPr>
          <a:lstStyle/>
          <a:p>
            <a:pPr algn="l">
              <a:lnSpc>
                <a:spcPts val="5599"/>
              </a:lnSpc>
            </a:pPr>
            <a:r>
              <a:rPr lang="en-US" sz="3999" spc="-279" b="true">
                <a:solidFill>
                  <a:srgbClr val="532822"/>
                </a:solidFill>
                <a:latin typeface="Open Sauce Bold"/>
                <a:ea typeface="Open Sauce Bold"/>
                <a:cs typeface="Open Sauce Bold"/>
                <a:sym typeface="Open Sauce Bold"/>
              </a:rPr>
              <a:t>01.</a:t>
            </a:r>
          </a:p>
        </p:txBody>
      </p:sp>
      <p:sp>
        <p:nvSpPr>
          <p:cNvPr name="TextBox 85" id="85"/>
          <p:cNvSpPr txBox="true"/>
          <p:nvPr/>
        </p:nvSpPr>
        <p:spPr>
          <a:xfrm rot="0">
            <a:off x="9717281" y="3779044"/>
            <a:ext cx="959398" cy="679450"/>
          </a:xfrm>
          <a:prstGeom prst="rect">
            <a:avLst/>
          </a:prstGeom>
        </p:spPr>
        <p:txBody>
          <a:bodyPr anchor="t" rtlCol="false" tIns="0" lIns="0" bIns="0" rIns="0">
            <a:spAutoFit/>
          </a:bodyPr>
          <a:lstStyle/>
          <a:p>
            <a:pPr algn="l">
              <a:lnSpc>
                <a:spcPts val="5599"/>
              </a:lnSpc>
            </a:pPr>
            <a:r>
              <a:rPr lang="en-US" sz="3999" spc="-279" b="true">
                <a:solidFill>
                  <a:srgbClr val="532822"/>
                </a:solidFill>
                <a:latin typeface="Open Sauce Bold"/>
                <a:ea typeface="Open Sauce Bold"/>
                <a:cs typeface="Open Sauce Bold"/>
                <a:sym typeface="Open Sauce Bold"/>
              </a:rPr>
              <a:t>05.</a:t>
            </a:r>
          </a:p>
        </p:txBody>
      </p:sp>
      <p:sp>
        <p:nvSpPr>
          <p:cNvPr name="TextBox 86" id="86"/>
          <p:cNvSpPr txBox="true"/>
          <p:nvPr/>
        </p:nvSpPr>
        <p:spPr>
          <a:xfrm rot="0">
            <a:off x="1576847" y="5366288"/>
            <a:ext cx="959398" cy="679450"/>
          </a:xfrm>
          <a:prstGeom prst="rect">
            <a:avLst/>
          </a:prstGeom>
        </p:spPr>
        <p:txBody>
          <a:bodyPr anchor="t" rtlCol="false" tIns="0" lIns="0" bIns="0" rIns="0">
            <a:spAutoFit/>
          </a:bodyPr>
          <a:lstStyle/>
          <a:p>
            <a:pPr algn="l">
              <a:lnSpc>
                <a:spcPts val="5599"/>
              </a:lnSpc>
            </a:pPr>
            <a:r>
              <a:rPr lang="en-US" b="true" sz="3999" spc="-279">
                <a:solidFill>
                  <a:srgbClr val="FEF4EA"/>
                </a:solidFill>
                <a:latin typeface="Open Sauce Bold"/>
                <a:ea typeface="Open Sauce Bold"/>
                <a:cs typeface="Open Sauce Bold"/>
                <a:sym typeface="Open Sauce Bold"/>
              </a:rPr>
              <a:t>02.</a:t>
            </a:r>
          </a:p>
        </p:txBody>
      </p:sp>
      <p:sp>
        <p:nvSpPr>
          <p:cNvPr name="TextBox 87" id="87"/>
          <p:cNvSpPr txBox="true"/>
          <p:nvPr/>
        </p:nvSpPr>
        <p:spPr>
          <a:xfrm rot="0">
            <a:off x="9717281" y="5366288"/>
            <a:ext cx="959398" cy="679450"/>
          </a:xfrm>
          <a:prstGeom prst="rect">
            <a:avLst/>
          </a:prstGeom>
        </p:spPr>
        <p:txBody>
          <a:bodyPr anchor="t" rtlCol="false" tIns="0" lIns="0" bIns="0" rIns="0">
            <a:spAutoFit/>
          </a:bodyPr>
          <a:lstStyle/>
          <a:p>
            <a:pPr algn="l">
              <a:lnSpc>
                <a:spcPts val="5599"/>
              </a:lnSpc>
            </a:pPr>
            <a:r>
              <a:rPr lang="en-US" sz="3999" spc="-279" b="true">
                <a:solidFill>
                  <a:srgbClr val="532822"/>
                </a:solidFill>
                <a:latin typeface="Open Sauce Bold"/>
                <a:ea typeface="Open Sauce Bold"/>
                <a:cs typeface="Open Sauce Bold"/>
                <a:sym typeface="Open Sauce Bold"/>
              </a:rPr>
              <a:t>06.</a:t>
            </a:r>
          </a:p>
        </p:txBody>
      </p:sp>
      <p:sp>
        <p:nvSpPr>
          <p:cNvPr name="TextBox 88" id="88"/>
          <p:cNvSpPr txBox="true"/>
          <p:nvPr/>
        </p:nvSpPr>
        <p:spPr>
          <a:xfrm rot="0">
            <a:off x="9717281" y="6949052"/>
            <a:ext cx="959398" cy="679450"/>
          </a:xfrm>
          <a:prstGeom prst="rect">
            <a:avLst/>
          </a:prstGeom>
        </p:spPr>
        <p:txBody>
          <a:bodyPr anchor="t" rtlCol="false" tIns="0" lIns="0" bIns="0" rIns="0">
            <a:spAutoFit/>
          </a:bodyPr>
          <a:lstStyle/>
          <a:p>
            <a:pPr algn="l">
              <a:lnSpc>
                <a:spcPts val="5599"/>
              </a:lnSpc>
            </a:pPr>
            <a:r>
              <a:rPr lang="en-US" b="true" sz="3999" spc="-279">
                <a:solidFill>
                  <a:srgbClr val="FEF4EA"/>
                </a:solidFill>
                <a:latin typeface="Open Sauce Bold"/>
                <a:ea typeface="Open Sauce Bold"/>
                <a:cs typeface="Open Sauce Bold"/>
                <a:sym typeface="Open Sauce Bold"/>
              </a:rPr>
              <a:t>07.</a:t>
            </a:r>
          </a:p>
        </p:txBody>
      </p:sp>
      <p:sp>
        <p:nvSpPr>
          <p:cNvPr name="TextBox 89" id="89"/>
          <p:cNvSpPr txBox="true"/>
          <p:nvPr/>
        </p:nvSpPr>
        <p:spPr>
          <a:xfrm rot="0">
            <a:off x="9717281" y="8536296"/>
            <a:ext cx="959398" cy="679450"/>
          </a:xfrm>
          <a:prstGeom prst="rect">
            <a:avLst/>
          </a:prstGeom>
        </p:spPr>
        <p:txBody>
          <a:bodyPr anchor="t" rtlCol="false" tIns="0" lIns="0" bIns="0" rIns="0">
            <a:spAutoFit/>
          </a:bodyPr>
          <a:lstStyle/>
          <a:p>
            <a:pPr algn="l">
              <a:lnSpc>
                <a:spcPts val="5599"/>
              </a:lnSpc>
            </a:pPr>
            <a:r>
              <a:rPr lang="en-US" sz="3999" spc="-279" b="true">
                <a:solidFill>
                  <a:srgbClr val="532822"/>
                </a:solidFill>
                <a:latin typeface="Open Sauce Bold"/>
                <a:ea typeface="Open Sauce Bold"/>
                <a:cs typeface="Open Sauce Bold"/>
                <a:sym typeface="Open Sauce Bold"/>
              </a:rPr>
              <a:t>08.</a:t>
            </a:r>
          </a:p>
        </p:txBody>
      </p:sp>
      <p:sp>
        <p:nvSpPr>
          <p:cNvPr name="TextBox 90" id="90"/>
          <p:cNvSpPr txBox="true"/>
          <p:nvPr/>
        </p:nvSpPr>
        <p:spPr>
          <a:xfrm rot="0">
            <a:off x="2536245" y="3779044"/>
            <a:ext cx="4944873" cy="679450"/>
          </a:xfrm>
          <a:prstGeom prst="rect">
            <a:avLst/>
          </a:prstGeom>
        </p:spPr>
        <p:txBody>
          <a:bodyPr anchor="t" rtlCol="false" tIns="0" lIns="0" bIns="0" rIns="0">
            <a:spAutoFit/>
          </a:bodyPr>
          <a:lstStyle/>
          <a:p>
            <a:pPr algn="l">
              <a:lnSpc>
                <a:spcPts val="5599"/>
              </a:lnSpc>
            </a:pPr>
            <a:r>
              <a:rPr lang="en-US" sz="3999" spc="-279">
                <a:solidFill>
                  <a:srgbClr val="532822"/>
                </a:solidFill>
                <a:latin typeface="Open Sauce"/>
                <a:ea typeface="Open Sauce"/>
                <a:cs typeface="Open Sauce"/>
                <a:sym typeface="Open Sauce"/>
              </a:rPr>
              <a:t>Abstract</a:t>
            </a:r>
          </a:p>
        </p:txBody>
      </p:sp>
      <p:sp>
        <p:nvSpPr>
          <p:cNvPr name="TextBox 91" id="91"/>
          <p:cNvSpPr txBox="true"/>
          <p:nvPr/>
        </p:nvSpPr>
        <p:spPr>
          <a:xfrm rot="0">
            <a:off x="10676679" y="3779044"/>
            <a:ext cx="4944873" cy="679450"/>
          </a:xfrm>
          <a:prstGeom prst="rect">
            <a:avLst/>
          </a:prstGeom>
        </p:spPr>
        <p:txBody>
          <a:bodyPr anchor="t" rtlCol="false" tIns="0" lIns="0" bIns="0" rIns="0">
            <a:spAutoFit/>
          </a:bodyPr>
          <a:lstStyle/>
          <a:p>
            <a:pPr algn="l">
              <a:lnSpc>
                <a:spcPts val="5599"/>
              </a:lnSpc>
            </a:pPr>
            <a:r>
              <a:rPr lang="en-US" sz="3999" spc="-279">
                <a:solidFill>
                  <a:srgbClr val="532822"/>
                </a:solidFill>
                <a:latin typeface="Open Sauce"/>
                <a:ea typeface="Open Sauce"/>
                <a:cs typeface="Open Sauce"/>
                <a:sym typeface="Open Sauce"/>
              </a:rPr>
              <a:t>Methodology</a:t>
            </a:r>
          </a:p>
        </p:txBody>
      </p:sp>
      <p:sp>
        <p:nvSpPr>
          <p:cNvPr name="TextBox 92" id="92"/>
          <p:cNvSpPr txBox="true"/>
          <p:nvPr/>
        </p:nvSpPr>
        <p:spPr>
          <a:xfrm rot="0">
            <a:off x="2536245" y="5366288"/>
            <a:ext cx="4944873" cy="679450"/>
          </a:xfrm>
          <a:prstGeom prst="rect">
            <a:avLst/>
          </a:prstGeom>
        </p:spPr>
        <p:txBody>
          <a:bodyPr anchor="t" rtlCol="false" tIns="0" lIns="0" bIns="0" rIns="0">
            <a:spAutoFit/>
          </a:bodyPr>
          <a:lstStyle/>
          <a:p>
            <a:pPr algn="l">
              <a:lnSpc>
                <a:spcPts val="5599"/>
              </a:lnSpc>
            </a:pPr>
            <a:r>
              <a:rPr lang="en-US" sz="3999" spc="-279">
                <a:solidFill>
                  <a:srgbClr val="FEF4EA"/>
                </a:solidFill>
                <a:latin typeface="Open Sauce"/>
                <a:ea typeface="Open Sauce"/>
                <a:cs typeface="Open Sauce"/>
                <a:sym typeface="Open Sauce"/>
              </a:rPr>
              <a:t>Introduction</a:t>
            </a:r>
          </a:p>
        </p:txBody>
      </p:sp>
      <p:sp>
        <p:nvSpPr>
          <p:cNvPr name="TextBox 93" id="93"/>
          <p:cNvSpPr txBox="true"/>
          <p:nvPr/>
        </p:nvSpPr>
        <p:spPr>
          <a:xfrm rot="0">
            <a:off x="10676679" y="5366288"/>
            <a:ext cx="4944873" cy="679450"/>
          </a:xfrm>
          <a:prstGeom prst="rect">
            <a:avLst/>
          </a:prstGeom>
        </p:spPr>
        <p:txBody>
          <a:bodyPr anchor="t" rtlCol="false" tIns="0" lIns="0" bIns="0" rIns="0">
            <a:spAutoFit/>
          </a:bodyPr>
          <a:lstStyle/>
          <a:p>
            <a:pPr algn="l">
              <a:lnSpc>
                <a:spcPts val="5599"/>
              </a:lnSpc>
            </a:pPr>
            <a:r>
              <a:rPr lang="en-US" sz="3999" spc="-279">
                <a:solidFill>
                  <a:srgbClr val="532822"/>
                </a:solidFill>
                <a:latin typeface="Open Sauce"/>
                <a:ea typeface="Open Sauce"/>
                <a:cs typeface="Open Sauce"/>
                <a:sym typeface="Open Sauce"/>
              </a:rPr>
              <a:t>Result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1022857">
            <a:off x="15790508" y="-440176"/>
            <a:ext cx="2937583" cy="2937753"/>
            <a:chOff x="0" y="0"/>
            <a:chExt cx="812800" cy="812800"/>
          </a:xfrm>
        </p:grpSpPr>
        <p:sp>
          <p:nvSpPr>
            <p:cNvPr name="Freeform 3" id="3"/>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4" id="4"/>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4618535">
            <a:off x="13339526" y="3597205"/>
            <a:ext cx="1661764" cy="1661860"/>
            <a:chOff x="0" y="0"/>
            <a:chExt cx="812800" cy="812800"/>
          </a:xfrm>
        </p:grpSpPr>
        <p:sp>
          <p:nvSpPr>
            <p:cNvPr name="Freeform 6" id="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43A574"/>
            </a:solidFill>
            <a:ln cap="rnd">
              <a:noFill/>
              <a:prstDash val="solid"/>
              <a:round/>
            </a:ln>
          </p:spPr>
        </p:sp>
        <p:sp>
          <p:nvSpPr>
            <p:cNvPr name="TextBox 7" id="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1022857">
            <a:off x="9982146" y="317265"/>
            <a:ext cx="915817" cy="915870"/>
            <a:chOff x="0" y="0"/>
            <a:chExt cx="812800" cy="812800"/>
          </a:xfrm>
        </p:grpSpPr>
        <p:sp>
          <p:nvSpPr>
            <p:cNvPr name="Freeform 9" id="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532822"/>
            </a:solidFill>
            <a:ln cap="rnd">
              <a:noFill/>
              <a:prstDash val="solid"/>
              <a:round/>
            </a:ln>
          </p:spPr>
        </p:sp>
        <p:sp>
          <p:nvSpPr>
            <p:cNvPr name="TextBox 10" id="1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1022857">
            <a:off x="16544886" y="318225"/>
            <a:ext cx="1428828" cy="1428910"/>
            <a:chOff x="0" y="0"/>
            <a:chExt cx="812800" cy="812800"/>
          </a:xfrm>
        </p:grpSpPr>
        <p:sp>
          <p:nvSpPr>
            <p:cNvPr name="Freeform 12" id="1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3" id="1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4618535">
            <a:off x="13780439" y="4007864"/>
            <a:ext cx="808275" cy="808321"/>
            <a:chOff x="0" y="0"/>
            <a:chExt cx="812800" cy="812800"/>
          </a:xfrm>
        </p:grpSpPr>
        <p:sp>
          <p:nvSpPr>
            <p:cNvPr name="Freeform 15" id="15"/>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6" id="16"/>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2971816">
            <a:off x="13558008" y="128495"/>
            <a:ext cx="1724326" cy="641517"/>
            <a:chOff x="0" y="0"/>
            <a:chExt cx="1092357" cy="406400"/>
          </a:xfrm>
        </p:grpSpPr>
        <p:sp>
          <p:nvSpPr>
            <p:cNvPr name="Freeform 18" id="18"/>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19" id="19"/>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grpSp>
        <p:nvGrpSpPr>
          <p:cNvPr name="Group 20" id="20"/>
          <p:cNvGrpSpPr/>
          <p:nvPr/>
        </p:nvGrpSpPr>
        <p:grpSpPr>
          <a:xfrm rot="8032349">
            <a:off x="17557564" y="5582781"/>
            <a:ext cx="1164455" cy="433223"/>
            <a:chOff x="0" y="0"/>
            <a:chExt cx="1092357" cy="406400"/>
          </a:xfrm>
        </p:grpSpPr>
        <p:sp>
          <p:nvSpPr>
            <p:cNvPr name="Freeform 21" id="21"/>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FBD05C"/>
            </a:solidFill>
          </p:spPr>
        </p:sp>
        <p:sp>
          <p:nvSpPr>
            <p:cNvPr name="TextBox 22" id="22"/>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grpSp>
        <p:nvGrpSpPr>
          <p:cNvPr name="Group 23" id="23"/>
          <p:cNvGrpSpPr/>
          <p:nvPr/>
        </p:nvGrpSpPr>
        <p:grpSpPr>
          <a:xfrm rot="-9268200">
            <a:off x="14359789" y="6305812"/>
            <a:ext cx="1428910" cy="693093"/>
            <a:chOff x="0" y="0"/>
            <a:chExt cx="837852" cy="406400"/>
          </a:xfrm>
        </p:grpSpPr>
        <p:sp>
          <p:nvSpPr>
            <p:cNvPr name="Freeform 24" id="24"/>
            <p:cNvSpPr/>
            <p:nvPr/>
          </p:nvSpPr>
          <p:spPr>
            <a:xfrm flipH="false" flipV="false" rot="0">
              <a:off x="0" y="0"/>
              <a:ext cx="837852" cy="406400"/>
            </a:xfrm>
            <a:custGeom>
              <a:avLst/>
              <a:gdLst/>
              <a:ahLst/>
              <a:cxnLst/>
              <a:rect r="r" b="b" t="t" l="l"/>
              <a:pathLst>
                <a:path h="406400" w="837852">
                  <a:moveTo>
                    <a:pt x="634652" y="0"/>
                  </a:moveTo>
                  <a:cubicBezTo>
                    <a:pt x="746876" y="0"/>
                    <a:pt x="837852" y="90976"/>
                    <a:pt x="837852" y="203200"/>
                  </a:cubicBezTo>
                  <a:cubicBezTo>
                    <a:pt x="837852" y="315424"/>
                    <a:pt x="746876" y="406400"/>
                    <a:pt x="63465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25" id="25"/>
            <p:cNvSpPr txBox="true"/>
            <p:nvPr/>
          </p:nvSpPr>
          <p:spPr>
            <a:xfrm>
              <a:off x="0" y="-28575"/>
              <a:ext cx="837852" cy="434975"/>
            </a:xfrm>
            <a:prstGeom prst="rect">
              <a:avLst/>
            </a:prstGeom>
          </p:spPr>
          <p:txBody>
            <a:bodyPr anchor="ctr" rtlCol="false" tIns="50800" lIns="50800" bIns="50800" rIns="50800"/>
            <a:lstStyle/>
            <a:p>
              <a:pPr algn="ctr">
                <a:lnSpc>
                  <a:spcPts val="1960"/>
                </a:lnSpc>
              </a:pPr>
            </a:p>
          </p:txBody>
        </p:sp>
      </p:grpSp>
      <p:sp>
        <p:nvSpPr>
          <p:cNvPr name="Freeform 26" id="26"/>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1541511">
            <a:off x="16242159" y="2883129"/>
            <a:ext cx="641808" cy="641808"/>
          </a:xfrm>
          <a:custGeom>
            <a:avLst/>
            <a:gdLst/>
            <a:ahLst/>
            <a:cxnLst/>
            <a:rect r="r" b="b" t="t" l="l"/>
            <a:pathLst>
              <a:path h="641808" w="641808">
                <a:moveTo>
                  <a:pt x="0" y="0"/>
                </a:moveTo>
                <a:lnTo>
                  <a:pt x="641808" y="0"/>
                </a:lnTo>
                <a:lnTo>
                  <a:pt x="641808" y="641808"/>
                </a:lnTo>
                <a:lnTo>
                  <a:pt x="0" y="6418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8" id="28"/>
          <p:cNvGrpSpPr/>
          <p:nvPr/>
        </p:nvGrpSpPr>
        <p:grpSpPr>
          <a:xfrm rot="0">
            <a:off x="11797618" y="-106053"/>
            <a:ext cx="1034114" cy="103411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1" id="31"/>
          <p:cNvGrpSpPr/>
          <p:nvPr/>
        </p:nvGrpSpPr>
        <p:grpSpPr>
          <a:xfrm rot="0">
            <a:off x="17861108" y="3104030"/>
            <a:ext cx="677438" cy="67743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33" id="33"/>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4" id="34"/>
          <p:cNvGrpSpPr/>
          <p:nvPr/>
        </p:nvGrpSpPr>
        <p:grpSpPr>
          <a:xfrm rot="0">
            <a:off x="14982224" y="2645447"/>
            <a:ext cx="524577" cy="524577"/>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D05C"/>
            </a:solidFill>
          </p:spPr>
        </p:sp>
        <p:sp>
          <p:nvSpPr>
            <p:cNvPr name="TextBox 36" id="36"/>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7" id="37"/>
          <p:cNvGrpSpPr/>
          <p:nvPr/>
        </p:nvGrpSpPr>
        <p:grpSpPr>
          <a:xfrm rot="-1671180">
            <a:off x="11175628" y="1624265"/>
            <a:ext cx="1059068" cy="600726"/>
            <a:chOff x="0" y="0"/>
            <a:chExt cx="660400" cy="374593"/>
          </a:xfrm>
        </p:grpSpPr>
        <p:sp>
          <p:nvSpPr>
            <p:cNvPr name="Freeform 38" id="38"/>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D05C"/>
            </a:solidFill>
          </p:spPr>
        </p:sp>
        <p:sp>
          <p:nvSpPr>
            <p:cNvPr name="TextBox 39" id="39"/>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grpSp>
        <p:nvGrpSpPr>
          <p:cNvPr name="Group 40" id="40"/>
          <p:cNvGrpSpPr/>
          <p:nvPr/>
        </p:nvGrpSpPr>
        <p:grpSpPr>
          <a:xfrm rot="-3877161">
            <a:off x="15813571" y="4642830"/>
            <a:ext cx="1621312" cy="919644"/>
            <a:chOff x="0" y="0"/>
            <a:chExt cx="660400" cy="374593"/>
          </a:xfrm>
        </p:grpSpPr>
        <p:sp>
          <p:nvSpPr>
            <p:cNvPr name="Freeform 41" id="41"/>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8342"/>
            </a:solidFill>
          </p:spPr>
        </p:sp>
        <p:sp>
          <p:nvSpPr>
            <p:cNvPr name="TextBox 42" id="42"/>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TextBox 43" id="43"/>
          <p:cNvSpPr txBox="true"/>
          <p:nvPr/>
        </p:nvSpPr>
        <p:spPr>
          <a:xfrm rot="0">
            <a:off x="1028700" y="407554"/>
            <a:ext cx="8873675" cy="2184874"/>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Abstract </a:t>
            </a:r>
          </a:p>
        </p:txBody>
      </p:sp>
      <p:grpSp>
        <p:nvGrpSpPr>
          <p:cNvPr name="Group 44" id="44"/>
          <p:cNvGrpSpPr/>
          <p:nvPr/>
        </p:nvGrpSpPr>
        <p:grpSpPr>
          <a:xfrm rot="0">
            <a:off x="816616" y="3162386"/>
            <a:ext cx="11569193" cy="6095914"/>
            <a:chOff x="0" y="0"/>
            <a:chExt cx="1292762" cy="681168"/>
          </a:xfrm>
        </p:grpSpPr>
        <p:sp>
          <p:nvSpPr>
            <p:cNvPr name="Freeform 45" id="45"/>
            <p:cNvSpPr/>
            <p:nvPr/>
          </p:nvSpPr>
          <p:spPr>
            <a:xfrm flipH="false" flipV="false" rot="0">
              <a:off x="0" y="0"/>
              <a:ext cx="1292762" cy="681168"/>
            </a:xfrm>
            <a:custGeom>
              <a:avLst/>
              <a:gdLst/>
              <a:ahLst/>
              <a:cxnLst/>
              <a:rect r="r" b="b" t="t" l="l"/>
              <a:pathLst>
                <a:path h="681168" w="1292762">
                  <a:moveTo>
                    <a:pt x="79849" y="0"/>
                  </a:moveTo>
                  <a:lnTo>
                    <a:pt x="1212913" y="0"/>
                  </a:lnTo>
                  <a:cubicBezTo>
                    <a:pt x="1257012" y="0"/>
                    <a:pt x="1292762" y="35750"/>
                    <a:pt x="1292762" y="79849"/>
                  </a:cubicBezTo>
                  <a:lnTo>
                    <a:pt x="1292762" y="601319"/>
                  </a:lnTo>
                  <a:cubicBezTo>
                    <a:pt x="1292762" y="645419"/>
                    <a:pt x="1257012" y="681168"/>
                    <a:pt x="1212913" y="681168"/>
                  </a:cubicBezTo>
                  <a:lnTo>
                    <a:pt x="79849" y="681168"/>
                  </a:lnTo>
                  <a:cubicBezTo>
                    <a:pt x="35750" y="681168"/>
                    <a:pt x="0" y="645419"/>
                    <a:pt x="0" y="601319"/>
                  </a:cubicBezTo>
                  <a:lnTo>
                    <a:pt x="0" y="79849"/>
                  </a:lnTo>
                  <a:cubicBezTo>
                    <a:pt x="0" y="35750"/>
                    <a:pt x="35750" y="0"/>
                    <a:pt x="79849" y="0"/>
                  </a:cubicBezTo>
                  <a:close/>
                </a:path>
              </a:pathLst>
            </a:custGeom>
            <a:solidFill>
              <a:srgbClr val="532822"/>
            </a:solidFill>
            <a:ln w="19050" cap="rnd">
              <a:solidFill>
                <a:srgbClr val="532822"/>
              </a:solidFill>
              <a:prstDash val="solid"/>
              <a:round/>
            </a:ln>
          </p:spPr>
        </p:sp>
        <p:sp>
          <p:nvSpPr>
            <p:cNvPr name="TextBox 46" id="46"/>
            <p:cNvSpPr txBox="true"/>
            <p:nvPr/>
          </p:nvSpPr>
          <p:spPr>
            <a:xfrm>
              <a:off x="0" y="-28575"/>
              <a:ext cx="1292762" cy="709743"/>
            </a:xfrm>
            <a:prstGeom prst="rect">
              <a:avLst/>
            </a:prstGeom>
          </p:spPr>
          <p:txBody>
            <a:bodyPr anchor="ctr" rtlCol="false" tIns="50800" lIns="50800" bIns="50800" rIns="50800"/>
            <a:lstStyle/>
            <a:p>
              <a:pPr algn="ctr">
                <a:lnSpc>
                  <a:spcPts val="1960"/>
                </a:lnSpc>
              </a:pPr>
            </a:p>
          </p:txBody>
        </p:sp>
      </p:grpSp>
      <p:grpSp>
        <p:nvGrpSpPr>
          <p:cNvPr name="Group 47" id="47"/>
          <p:cNvGrpSpPr/>
          <p:nvPr/>
        </p:nvGrpSpPr>
        <p:grpSpPr>
          <a:xfrm rot="-7590466">
            <a:off x="16871672" y="6820372"/>
            <a:ext cx="1241091" cy="1241162"/>
            <a:chOff x="0" y="0"/>
            <a:chExt cx="812800" cy="812800"/>
          </a:xfrm>
        </p:grpSpPr>
        <p:sp>
          <p:nvSpPr>
            <p:cNvPr name="Freeform 48" id="48"/>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49" id="49"/>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50" id="50"/>
          <p:cNvGrpSpPr/>
          <p:nvPr/>
        </p:nvGrpSpPr>
        <p:grpSpPr>
          <a:xfrm rot="-6567609">
            <a:off x="16980136" y="8690036"/>
            <a:ext cx="2467501" cy="246750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A574"/>
            </a:solidFill>
          </p:spPr>
        </p:sp>
        <p:sp>
          <p:nvSpPr>
            <p:cNvPr name="TextBox 52" id="52"/>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53" id="53"/>
          <p:cNvGrpSpPr/>
          <p:nvPr/>
        </p:nvGrpSpPr>
        <p:grpSpPr>
          <a:xfrm rot="-4717493">
            <a:off x="15329827" y="9417164"/>
            <a:ext cx="1343829" cy="671914"/>
            <a:chOff x="0" y="0"/>
            <a:chExt cx="812800" cy="406400"/>
          </a:xfrm>
        </p:grpSpPr>
        <p:sp>
          <p:nvSpPr>
            <p:cNvPr name="Freeform 54" id="54"/>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55" id="55"/>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sp>
        <p:nvSpPr>
          <p:cNvPr name="Freeform 56" id="56"/>
          <p:cNvSpPr/>
          <p:nvPr/>
        </p:nvSpPr>
        <p:spPr>
          <a:xfrm flipH="false" flipV="false" rot="-8683977">
            <a:off x="15858290" y="7735534"/>
            <a:ext cx="652754" cy="652754"/>
          </a:xfrm>
          <a:custGeom>
            <a:avLst/>
            <a:gdLst/>
            <a:ahLst/>
            <a:cxnLst/>
            <a:rect r="r" b="b" t="t" l="l"/>
            <a:pathLst>
              <a:path h="652754" w="652754">
                <a:moveTo>
                  <a:pt x="0" y="0"/>
                </a:moveTo>
                <a:lnTo>
                  <a:pt x="652754" y="0"/>
                </a:lnTo>
                <a:lnTo>
                  <a:pt x="652754" y="652754"/>
                </a:lnTo>
                <a:lnTo>
                  <a:pt x="0" y="6527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7" id="57"/>
          <p:cNvSpPr txBox="true"/>
          <p:nvPr/>
        </p:nvSpPr>
        <p:spPr>
          <a:xfrm rot="0">
            <a:off x="1894678" y="3961413"/>
            <a:ext cx="9473184" cy="2501265"/>
          </a:xfrm>
          <a:prstGeom prst="rect">
            <a:avLst/>
          </a:prstGeom>
        </p:spPr>
        <p:txBody>
          <a:bodyPr anchor="t" rtlCol="false" tIns="0" lIns="0" bIns="0" rIns="0">
            <a:spAutoFit/>
          </a:bodyPr>
          <a:lstStyle/>
          <a:p>
            <a:pPr algn="l">
              <a:lnSpc>
                <a:spcPts val="3359"/>
              </a:lnSpc>
            </a:pPr>
            <a:r>
              <a:rPr lang="en-US" sz="2400" spc="-96">
                <a:solidFill>
                  <a:srgbClr val="FEF4EA"/>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58" id="58"/>
          <p:cNvSpPr txBox="true"/>
          <p:nvPr/>
        </p:nvSpPr>
        <p:spPr>
          <a:xfrm rot="0">
            <a:off x="1894678" y="6695375"/>
            <a:ext cx="9166269" cy="1663065"/>
          </a:xfrm>
          <a:prstGeom prst="rect">
            <a:avLst/>
          </a:prstGeom>
        </p:spPr>
        <p:txBody>
          <a:bodyPr anchor="t" rtlCol="false" tIns="0" lIns="0" bIns="0" rIns="0">
            <a:spAutoFit/>
          </a:bodyPr>
          <a:lstStyle/>
          <a:p>
            <a:pPr algn="l">
              <a:lnSpc>
                <a:spcPts val="3359"/>
              </a:lnSpc>
            </a:pPr>
            <a:r>
              <a:rPr lang="en-US" sz="2400" spc="-96">
                <a:solidFill>
                  <a:srgbClr val="FEF4EA"/>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59" id="59"/>
          <p:cNvGrpSpPr/>
          <p:nvPr/>
        </p:nvGrpSpPr>
        <p:grpSpPr>
          <a:xfrm rot="0">
            <a:off x="12960810" y="8308936"/>
            <a:ext cx="1459362" cy="959370"/>
            <a:chOff x="0" y="0"/>
            <a:chExt cx="618202" cy="406400"/>
          </a:xfrm>
        </p:grpSpPr>
        <p:sp>
          <p:nvSpPr>
            <p:cNvPr name="Freeform 60" id="60"/>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61" id="61"/>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sp>
        <p:nvSpPr>
          <p:cNvPr name="Freeform 62" id="62"/>
          <p:cNvSpPr/>
          <p:nvPr/>
        </p:nvSpPr>
        <p:spPr>
          <a:xfrm flipH="false" flipV="false" rot="0">
            <a:off x="13100788" y="8444577"/>
            <a:ext cx="1179405" cy="675477"/>
          </a:xfrm>
          <a:custGeom>
            <a:avLst/>
            <a:gdLst/>
            <a:ahLst/>
            <a:cxnLst/>
            <a:rect r="r" b="b" t="t" l="l"/>
            <a:pathLst>
              <a:path h="675477" w="1179405">
                <a:moveTo>
                  <a:pt x="0" y="0"/>
                </a:moveTo>
                <a:lnTo>
                  <a:pt x="1179405" y="0"/>
                </a:lnTo>
                <a:lnTo>
                  <a:pt x="1179405" y="675478"/>
                </a:lnTo>
                <a:lnTo>
                  <a:pt x="0" y="675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1022857">
            <a:off x="15790508" y="-440176"/>
            <a:ext cx="2937583" cy="2937753"/>
            <a:chOff x="0" y="0"/>
            <a:chExt cx="812800" cy="812800"/>
          </a:xfrm>
        </p:grpSpPr>
        <p:sp>
          <p:nvSpPr>
            <p:cNvPr name="Freeform 3" id="3"/>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4" id="4"/>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4618535">
            <a:off x="13339526" y="3597205"/>
            <a:ext cx="1661764" cy="1661860"/>
            <a:chOff x="0" y="0"/>
            <a:chExt cx="812800" cy="812800"/>
          </a:xfrm>
        </p:grpSpPr>
        <p:sp>
          <p:nvSpPr>
            <p:cNvPr name="Freeform 6" id="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43A574"/>
            </a:solidFill>
            <a:ln cap="rnd">
              <a:noFill/>
              <a:prstDash val="solid"/>
              <a:round/>
            </a:ln>
          </p:spPr>
        </p:sp>
        <p:sp>
          <p:nvSpPr>
            <p:cNvPr name="TextBox 7" id="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1022857">
            <a:off x="16544886" y="318225"/>
            <a:ext cx="1428828" cy="1428910"/>
            <a:chOff x="0" y="0"/>
            <a:chExt cx="812800" cy="812800"/>
          </a:xfrm>
        </p:grpSpPr>
        <p:sp>
          <p:nvSpPr>
            <p:cNvPr name="Freeform 9" id="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0" id="1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4618535">
            <a:off x="13780439" y="4007864"/>
            <a:ext cx="808275" cy="808321"/>
            <a:chOff x="0" y="0"/>
            <a:chExt cx="812800" cy="812800"/>
          </a:xfrm>
        </p:grpSpPr>
        <p:sp>
          <p:nvSpPr>
            <p:cNvPr name="Freeform 12" id="1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3" id="1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2971816">
            <a:off x="13558008" y="128495"/>
            <a:ext cx="1724326" cy="641517"/>
            <a:chOff x="0" y="0"/>
            <a:chExt cx="1092357" cy="406400"/>
          </a:xfrm>
        </p:grpSpPr>
        <p:sp>
          <p:nvSpPr>
            <p:cNvPr name="Freeform 15" id="15"/>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16" id="16"/>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8032349">
            <a:off x="17557564" y="5582781"/>
            <a:ext cx="1164455" cy="433223"/>
            <a:chOff x="0" y="0"/>
            <a:chExt cx="1092357" cy="406400"/>
          </a:xfrm>
        </p:grpSpPr>
        <p:sp>
          <p:nvSpPr>
            <p:cNvPr name="Freeform 18" id="18"/>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FBD05C"/>
            </a:solidFill>
          </p:spPr>
        </p:sp>
        <p:sp>
          <p:nvSpPr>
            <p:cNvPr name="TextBox 19" id="19"/>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grpSp>
        <p:nvGrpSpPr>
          <p:cNvPr name="Group 20" id="20"/>
          <p:cNvGrpSpPr/>
          <p:nvPr/>
        </p:nvGrpSpPr>
        <p:grpSpPr>
          <a:xfrm rot="-9268200">
            <a:off x="14359789" y="6305812"/>
            <a:ext cx="1428910" cy="693093"/>
            <a:chOff x="0" y="0"/>
            <a:chExt cx="837852" cy="406400"/>
          </a:xfrm>
        </p:grpSpPr>
        <p:sp>
          <p:nvSpPr>
            <p:cNvPr name="Freeform 21" id="21"/>
            <p:cNvSpPr/>
            <p:nvPr/>
          </p:nvSpPr>
          <p:spPr>
            <a:xfrm flipH="false" flipV="false" rot="0">
              <a:off x="0" y="0"/>
              <a:ext cx="837852" cy="406400"/>
            </a:xfrm>
            <a:custGeom>
              <a:avLst/>
              <a:gdLst/>
              <a:ahLst/>
              <a:cxnLst/>
              <a:rect r="r" b="b" t="t" l="l"/>
              <a:pathLst>
                <a:path h="406400" w="837852">
                  <a:moveTo>
                    <a:pt x="634652" y="0"/>
                  </a:moveTo>
                  <a:cubicBezTo>
                    <a:pt x="746876" y="0"/>
                    <a:pt x="837852" y="90976"/>
                    <a:pt x="837852" y="203200"/>
                  </a:cubicBezTo>
                  <a:cubicBezTo>
                    <a:pt x="837852" y="315424"/>
                    <a:pt x="746876" y="406400"/>
                    <a:pt x="63465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22" id="22"/>
            <p:cNvSpPr txBox="true"/>
            <p:nvPr/>
          </p:nvSpPr>
          <p:spPr>
            <a:xfrm>
              <a:off x="0" y="-28575"/>
              <a:ext cx="837852" cy="434975"/>
            </a:xfrm>
            <a:prstGeom prst="rect">
              <a:avLst/>
            </a:prstGeom>
          </p:spPr>
          <p:txBody>
            <a:bodyPr anchor="ctr" rtlCol="false" tIns="50800" lIns="50800" bIns="50800" rIns="50800"/>
            <a:lstStyle/>
            <a:p>
              <a:pPr algn="ctr">
                <a:lnSpc>
                  <a:spcPts val="1960"/>
                </a:lnSpc>
              </a:pPr>
            </a:p>
          </p:txBody>
        </p:sp>
      </p:grpSp>
      <p:sp>
        <p:nvSpPr>
          <p:cNvPr name="Freeform 23" id="23"/>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1541511">
            <a:off x="16242159" y="2883129"/>
            <a:ext cx="641808" cy="641808"/>
          </a:xfrm>
          <a:custGeom>
            <a:avLst/>
            <a:gdLst/>
            <a:ahLst/>
            <a:cxnLst/>
            <a:rect r="r" b="b" t="t" l="l"/>
            <a:pathLst>
              <a:path h="641808" w="641808">
                <a:moveTo>
                  <a:pt x="0" y="0"/>
                </a:moveTo>
                <a:lnTo>
                  <a:pt x="641808" y="0"/>
                </a:lnTo>
                <a:lnTo>
                  <a:pt x="641808" y="641808"/>
                </a:lnTo>
                <a:lnTo>
                  <a:pt x="0" y="6418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11797618" y="-106053"/>
            <a:ext cx="1034114" cy="103411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8" id="28"/>
          <p:cNvGrpSpPr/>
          <p:nvPr/>
        </p:nvGrpSpPr>
        <p:grpSpPr>
          <a:xfrm rot="0">
            <a:off x="17861108" y="3104030"/>
            <a:ext cx="677438" cy="677438"/>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1" id="31"/>
          <p:cNvGrpSpPr/>
          <p:nvPr/>
        </p:nvGrpSpPr>
        <p:grpSpPr>
          <a:xfrm rot="0">
            <a:off x="14982224" y="2645447"/>
            <a:ext cx="524577" cy="52457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D05C"/>
            </a:solidFill>
          </p:spPr>
        </p:sp>
        <p:sp>
          <p:nvSpPr>
            <p:cNvPr name="TextBox 33" id="33"/>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4" id="34"/>
          <p:cNvGrpSpPr/>
          <p:nvPr/>
        </p:nvGrpSpPr>
        <p:grpSpPr>
          <a:xfrm rot="-3877161">
            <a:off x="15813571" y="4642830"/>
            <a:ext cx="1621312" cy="919644"/>
            <a:chOff x="0" y="0"/>
            <a:chExt cx="660400" cy="374593"/>
          </a:xfrm>
        </p:grpSpPr>
        <p:sp>
          <p:nvSpPr>
            <p:cNvPr name="Freeform 35" id="35"/>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8342"/>
            </a:solidFill>
          </p:spPr>
        </p:sp>
        <p:sp>
          <p:nvSpPr>
            <p:cNvPr name="TextBox 36" id="36"/>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TextBox 37" id="37"/>
          <p:cNvSpPr txBox="true"/>
          <p:nvPr/>
        </p:nvSpPr>
        <p:spPr>
          <a:xfrm rot="0">
            <a:off x="1028700" y="407554"/>
            <a:ext cx="11357109" cy="2184874"/>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Introduction </a:t>
            </a:r>
          </a:p>
        </p:txBody>
      </p:sp>
      <p:grpSp>
        <p:nvGrpSpPr>
          <p:cNvPr name="Group 38" id="38"/>
          <p:cNvGrpSpPr/>
          <p:nvPr/>
        </p:nvGrpSpPr>
        <p:grpSpPr>
          <a:xfrm rot="0">
            <a:off x="816616" y="3162386"/>
            <a:ext cx="11569193" cy="6095914"/>
            <a:chOff x="0" y="0"/>
            <a:chExt cx="1292762" cy="681168"/>
          </a:xfrm>
        </p:grpSpPr>
        <p:sp>
          <p:nvSpPr>
            <p:cNvPr name="Freeform 39" id="39"/>
            <p:cNvSpPr/>
            <p:nvPr/>
          </p:nvSpPr>
          <p:spPr>
            <a:xfrm flipH="false" flipV="false" rot="0">
              <a:off x="0" y="0"/>
              <a:ext cx="1292762" cy="681168"/>
            </a:xfrm>
            <a:custGeom>
              <a:avLst/>
              <a:gdLst/>
              <a:ahLst/>
              <a:cxnLst/>
              <a:rect r="r" b="b" t="t" l="l"/>
              <a:pathLst>
                <a:path h="681168" w="1292762">
                  <a:moveTo>
                    <a:pt x="79849" y="0"/>
                  </a:moveTo>
                  <a:lnTo>
                    <a:pt x="1212913" y="0"/>
                  </a:lnTo>
                  <a:cubicBezTo>
                    <a:pt x="1257012" y="0"/>
                    <a:pt x="1292762" y="35750"/>
                    <a:pt x="1292762" y="79849"/>
                  </a:cubicBezTo>
                  <a:lnTo>
                    <a:pt x="1292762" y="601319"/>
                  </a:lnTo>
                  <a:cubicBezTo>
                    <a:pt x="1292762" y="645419"/>
                    <a:pt x="1257012" y="681168"/>
                    <a:pt x="1212913" y="681168"/>
                  </a:cubicBezTo>
                  <a:lnTo>
                    <a:pt x="79849" y="681168"/>
                  </a:lnTo>
                  <a:cubicBezTo>
                    <a:pt x="35750" y="681168"/>
                    <a:pt x="0" y="645419"/>
                    <a:pt x="0" y="601319"/>
                  </a:cubicBezTo>
                  <a:lnTo>
                    <a:pt x="0" y="79849"/>
                  </a:lnTo>
                  <a:cubicBezTo>
                    <a:pt x="0" y="35750"/>
                    <a:pt x="35750" y="0"/>
                    <a:pt x="79849" y="0"/>
                  </a:cubicBezTo>
                  <a:close/>
                </a:path>
              </a:pathLst>
            </a:custGeom>
            <a:ln w="19050" cap="rnd">
              <a:solidFill>
                <a:srgbClr val="532822"/>
              </a:solidFill>
              <a:prstDash val="solid"/>
              <a:round/>
            </a:ln>
          </p:spPr>
        </p:sp>
        <p:sp>
          <p:nvSpPr>
            <p:cNvPr name="TextBox 40" id="40"/>
            <p:cNvSpPr txBox="true"/>
            <p:nvPr/>
          </p:nvSpPr>
          <p:spPr>
            <a:xfrm>
              <a:off x="0" y="-28575"/>
              <a:ext cx="1292762" cy="709743"/>
            </a:xfrm>
            <a:prstGeom prst="rect">
              <a:avLst/>
            </a:prstGeom>
          </p:spPr>
          <p:txBody>
            <a:bodyPr anchor="ctr" rtlCol="false" tIns="50800" lIns="50800" bIns="50800" rIns="50800"/>
            <a:lstStyle/>
            <a:p>
              <a:pPr algn="ctr">
                <a:lnSpc>
                  <a:spcPts val="1960"/>
                </a:lnSpc>
              </a:pPr>
            </a:p>
          </p:txBody>
        </p:sp>
      </p:grpSp>
      <p:grpSp>
        <p:nvGrpSpPr>
          <p:cNvPr name="Group 41" id="41"/>
          <p:cNvGrpSpPr/>
          <p:nvPr/>
        </p:nvGrpSpPr>
        <p:grpSpPr>
          <a:xfrm rot="-7590466">
            <a:off x="16871672" y="6820372"/>
            <a:ext cx="1241091" cy="1241162"/>
            <a:chOff x="0" y="0"/>
            <a:chExt cx="812800" cy="812800"/>
          </a:xfrm>
        </p:grpSpPr>
        <p:sp>
          <p:nvSpPr>
            <p:cNvPr name="Freeform 42" id="4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43" id="4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44" id="44"/>
          <p:cNvGrpSpPr/>
          <p:nvPr/>
        </p:nvGrpSpPr>
        <p:grpSpPr>
          <a:xfrm rot="-6567609">
            <a:off x="16980136" y="8690036"/>
            <a:ext cx="2467501" cy="2467501"/>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A574"/>
            </a:solidFill>
          </p:spPr>
        </p:sp>
        <p:sp>
          <p:nvSpPr>
            <p:cNvPr name="TextBox 46" id="46"/>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47" id="47"/>
          <p:cNvGrpSpPr/>
          <p:nvPr/>
        </p:nvGrpSpPr>
        <p:grpSpPr>
          <a:xfrm rot="-4717493">
            <a:off x="15329827" y="9417164"/>
            <a:ext cx="1343829" cy="671914"/>
            <a:chOff x="0" y="0"/>
            <a:chExt cx="812800" cy="406400"/>
          </a:xfrm>
        </p:grpSpPr>
        <p:sp>
          <p:nvSpPr>
            <p:cNvPr name="Freeform 48" id="4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49" id="49"/>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sp>
        <p:nvSpPr>
          <p:cNvPr name="Freeform 50" id="50"/>
          <p:cNvSpPr/>
          <p:nvPr/>
        </p:nvSpPr>
        <p:spPr>
          <a:xfrm flipH="false" flipV="false" rot="-8683977">
            <a:off x="15858290" y="7735534"/>
            <a:ext cx="652754" cy="652754"/>
          </a:xfrm>
          <a:custGeom>
            <a:avLst/>
            <a:gdLst/>
            <a:ahLst/>
            <a:cxnLst/>
            <a:rect r="r" b="b" t="t" l="l"/>
            <a:pathLst>
              <a:path h="652754" w="652754">
                <a:moveTo>
                  <a:pt x="0" y="0"/>
                </a:moveTo>
                <a:lnTo>
                  <a:pt x="652754" y="0"/>
                </a:lnTo>
                <a:lnTo>
                  <a:pt x="652754" y="652754"/>
                </a:lnTo>
                <a:lnTo>
                  <a:pt x="0" y="6527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1" id="51"/>
          <p:cNvSpPr txBox="true"/>
          <p:nvPr/>
        </p:nvSpPr>
        <p:spPr>
          <a:xfrm rot="0">
            <a:off x="1894678" y="3961413"/>
            <a:ext cx="9473184" cy="2501265"/>
          </a:xfrm>
          <a:prstGeom prst="rect">
            <a:avLst/>
          </a:prstGeom>
        </p:spPr>
        <p:txBody>
          <a:bodyPr anchor="t" rtlCol="false" tIns="0" lIns="0" bIns="0" rIns="0">
            <a:spAutoFit/>
          </a:bodyPr>
          <a:lstStyle/>
          <a:p>
            <a:pPr algn="l">
              <a:lnSpc>
                <a:spcPts val="3359"/>
              </a:lnSpc>
            </a:pPr>
            <a:r>
              <a:rPr lang="en-US" sz="2400" spc="-96">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52" id="52"/>
          <p:cNvSpPr txBox="true"/>
          <p:nvPr/>
        </p:nvSpPr>
        <p:spPr>
          <a:xfrm rot="0">
            <a:off x="1894678" y="6695375"/>
            <a:ext cx="9166269" cy="1663065"/>
          </a:xfrm>
          <a:prstGeom prst="rect">
            <a:avLst/>
          </a:prstGeom>
        </p:spPr>
        <p:txBody>
          <a:bodyPr anchor="t" rtlCol="false" tIns="0" lIns="0" bIns="0" rIns="0">
            <a:spAutoFit/>
          </a:bodyPr>
          <a:lstStyle/>
          <a:p>
            <a:pPr algn="l">
              <a:lnSpc>
                <a:spcPts val="3359"/>
              </a:lnSpc>
            </a:pPr>
            <a:r>
              <a:rPr lang="en-US" sz="2400" spc="-96">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53" id="53"/>
          <p:cNvGrpSpPr/>
          <p:nvPr/>
        </p:nvGrpSpPr>
        <p:grpSpPr>
          <a:xfrm rot="0">
            <a:off x="12960810" y="8308936"/>
            <a:ext cx="1459362" cy="959370"/>
            <a:chOff x="0" y="0"/>
            <a:chExt cx="618202" cy="406400"/>
          </a:xfrm>
        </p:grpSpPr>
        <p:sp>
          <p:nvSpPr>
            <p:cNvPr name="Freeform 54" id="54"/>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55" id="55"/>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sp>
        <p:nvSpPr>
          <p:cNvPr name="Freeform 56" id="56"/>
          <p:cNvSpPr/>
          <p:nvPr/>
        </p:nvSpPr>
        <p:spPr>
          <a:xfrm flipH="false" flipV="false" rot="0">
            <a:off x="13100788" y="8444577"/>
            <a:ext cx="1179405" cy="675477"/>
          </a:xfrm>
          <a:custGeom>
            <a:avLst/>
            <a:gdLst/>
            <a:ahLst/>
            <a:cxnLst/>
            <a:rect r="r" b="b" t="t" l="l"/>
            <a:pathLst>
              <a:path h="675477" w="1179405">
                <a:moveTo>
                  <a:pt x="0" y="0"/>
                </a:moveTo>
                <a:lnTo>
                  <a:pt x="1179405" y="0"/>
                </a:lnTo>
                <a:lnTo>
                  <a:pt x="1179405" y="675478"/>
                </a:lnTo>
                <a:lnTo>
                  <a:pt x="0" y="675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sp>
        <p:nvSpPr>
          <p:cNvPr name="TextBox 2" id="2"/>
          <p:cNvSpPr txBox="true"/>
          <p:nvPr/>
        </p:nvSpPr>
        <p:spPr>
          <a:xfrm rot="0">
            <a:off x="1028700" y="407554"/>
            <a:ext cx="16230600" cy="2188515"/>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Problems</a:t>
            </a:r>
          </a:p>
        </p:txBody>
      </p:sp>
      <p:grpSp>
        <p:nvGrpSpPr>
          <p:cNvPr name="Group 3" id="3"/>
          <p:cNvGrpSpPr/>
          <p:nvPr/>
        </p:nvGrpSpPr>
        <p:grpSpPr>
          <a:xfrm rot="0">
            <a:off x="820472" y="3162386"/>
            <a:ext cx="8130644" cy="5162413"/>
            <a:chOff x="0" y="0"/>
            <a:chExt cx="908532" cy="576857"/>
          </a:xfrm>
        </p:grpSpPr>
        <p:sp>
          <p:nvSpPr>
            <p:cNvPr name="Freeform 4" id="4"/>
            <p:cNvSpPr/>
            <p:nvPr/>
          </p:nvSpPr>
          <p:spPr>
            <a:xfrm flipH="false" flipV="false" rot="0">
              <a:off x="0" y="0"/>
              <a:ext cx="908532" cy="576857"/>
            </a:xfrm>
            <a:custGeom>
              <a:avLst/>
              <a:gdLst/>
              <a:ahLst/>
              <a:cxnLst/>
              <a:rect r="r" b="b" t="t" l="l"/>
              <a:pathLst>
                <a:path h="576857" w="908532">
                  <a:moveTo>
                    <a:pt x="113618" y="0"/>
                  </a:moveTo>
                  <a:lnTo>
                    <a:pt x="794914" y="0"/>
                  </a:lnTo>
                  <a:cubicBezTo>
                    <a:pt x="825048" y="0"/>
                    <a:pt x="853947" y="11970"/>
                    <a:pt x="875254" y="33278"/>
                  </a:cubicBezTo>
                  <a:cubicBezTo>
                    <a:pt x="896562" y="54585"/>
                    <a:pt x="908532" y="83485"/>
                    <a:pt x="908532" y="113618"/>
                  </a:cubicBezTo>
                  <a:lnTo>
                    <a:pt x="908532" y="463239"/>
                  </a:lnTo>
                  <a:cubicBezTo>
                    <a:pt x="908532" y="525989"/>
                    <a:pt x="857664" y="576857"/>
                    <a:pt x="794914" y="576857"/>
                  </a:cubicBezTo>
                  <a:lnTo>
                    <a:pt x="113618" y="576857"/>
                  </a:lnTo>
                  <a:cubicBezTo>
                    <a:pt x="83485" y="576857"/>
                    <a:pt x="54585" y="564887"/>
                    <a:pt x="33278" y="543579"/>
                  </a:cubicBezTo>
                  <a:cubicBezTo>
                    <a:pt x="11970" y="522272"/>
                    <a:pt x="0" y="493372"/>
                    <a:pt x="0" y="463239"/>
                  </a:cubicBezTo>
                  <a:lnTo>
                    <a:pt x="0" y="113618"/>
                  </a:lnTo>
                  <a:cubicBezTo>
                    <a:pt x="0" y="83485"/>
                    <a:pt x="11970" y="54585"/>
                    <a:pt x="33278" y="33278"/>
                  </a:cubicBezTo>
                  <a:cubicBezTo>
                    <a:pt x="54585" y="11970"/>
                    <a:pt x="83485" y="0"/>
                    <a:pt x="113618" y="0"/>
                  </a:cubicBezTo>
                  <a:close/>
                </a:path>
              </a:pathLst>
            </a:custGeom>
            <a:solidFill>
              <a:srgbClr val="532822"/>
            </a:solidFill>
            <a:ln w="19050" cap="rnd">
              <a:solidFill>
                <a:srgbClr val="532822"/>
              </a:solidFill>
              <a:prstDash val="solid"/>
              <a:round/>
            </a:ln>
          </p:spPr>
        </p:sp>
        <p:sp>
          <p:nvSpPr>
            <p:cNvPr name="TextBox 5" id="5"/>
            <p:cNvSpPr txBox="true"/>
            <p:nvPr/>
          </p:nvSpPr>
          <p:spPr>
            <a:xfrm>
              <a:off x="0" y="-28575"/>
              <a:ext cx="908532" cy="605432"/>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9336884" y="3906892"/>
            <a:ext cx="8130644" cy="5191882"/>
            <a:chOff x="0" y="0"/>
            <a:chExt cx="908532" cy="580150"/>
          </a:xfrm>
        </p:grpSpPr>
        <p:sp>
          <p:nvSpPr>
            <p:cNvPr name="Freeform 7" id="7"/>
            <p:cNvSpPr/>
            <p:nvPr/>
          </p:nvSpPr>
          <p:spPr>
            <a:xfrm flipH="false" flipV="false" rot="0">
              <a:off x="0" y="0"/>
              <a:ext cx="908532" cy="580150"/>
            </a:xfrm>
            <a:custGeom>
              <a:avLst/>
              <a:gdLst/>
              <a:ahLst/>
              <a:cxnLst/>
              <a:rect r="r" b="b" t="t" l="l"/>
              <a:pathLst>
                <a:path h="580150" w="908532">
                  <a:moveTo>
                    <a:pt x="113618" y="0"/>
                  </a:moveTo>
                  <a:lnTo>
                    <a:pt x="794914" y="0"/>
                  </a:lnTo>
                  <a:cubicBezTo>
                    <a:pt x="825048" y="0"/>
                    <a:pt x="853947" y="11970"/>
                    <a:pt x="875254" y="33278"/>
                  </a:cubicBezTo>
                  <a:cubicBezTo>
                    <a:pt x="896562" y="54585"/>
                    <a:pt x="908532" y="83485"/>
                    <a:pt x="908532" y="113618"/>
                  </a:cubicBezTo>
                  <a:lnTo>
                    <a:pt x="908532" y="466532"/>
                  </a:lnTo>
                  <a:cubicBezTo>
                    <a:pt x="908532" y="529281"/>
                    <a:pt x="857664" y="580150"/>
                    <a:pt x="794914" y="580150"/>
                  </a:cubicBezTo>
                  <a:lnTo>
                    <a:pt x="113618" y="580150"/>
                  </a:lnTo>
                  <a:cubicBezTo>
                    <a:pt x="83485" y="580150"/>
                    <a:pt x="54585" y="568179"/>
                    <a:pt x="33278" y="546872"/>
                  </a:cubicBezTo>
                  <a:cubicBezTo>
                    <a:pt x="11970" y="525564"/>
                    <a:pt x="0" y="496665"/>
                    <a:pt x="0" y="466532"/>
                  </a:cubicBezTo>
                  <a:lnTo>
                    <a:pt x="0" y="113618"/>
                  </a:lnTo>
                  <a:cubicBezTo>
                    <a:pt x="0" y="83485"/>
                    <a:pt x="11970" y="54585"/>
                    <a:pt x="33278" y="33278"/>
                  </a:cubicBezTo>
                  <a:cubicBezTo>
                    <a:pt x="54585" y="11970"/>
                    <a:pt x="83485" y="0"/>
                    <a:pt x="113618" y="0"/>
                  </a:cubicBezTo>
                  <a:close/>
                </a:path>
              </a:pathLst>
            </a:custGeom>
            <a:ln w="19050" cap="rnd">
              <a:solidFill>
                <a:srgbClr val="532822"/>
              </a:solidFill>
              <a:prstDash val="solid"/>
              <a:round/>
            </a:ln>
          </p:spPr>
        </p:sp>
        <p:sp>
          <p:nvSpPr>
            <p:cNvPr name="TextBox 8" id="8"/>
            <p:cNvSpPr txBox="true"/>
            <p:nvPr/>
          </p:nvSpPr>
          <p:spPr>
            <a:xfrm>
              <a:off x="0" y="-28575"/>
              <a:ext cx="908532" cy="608725"/>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1490030" y="3705919"/>
            <a:ext cx="3852054" cy="863600"/>
          </a:xfrm>
          <a:prstGeom prst="rect">
            <a:avLst/>
          </a:prstGeom>
        </p:spPr>
        <p:txBody>
          <a:bodyPr anchor="t" rtlCol="false" tIns="0" lIns="0" bIns="0" rIns="0">
            <a:spAutoFit/>
          </a:bodyPr>
          <a:lstStyle/>
          <a:p>
            <a:pPr algn="l">
              <a:lnSpc>
                <a:spcPts val="7000"/>
              </a:lnSpc>
            </a:pPr>
            <a:r>
              <a:rPr lang="en-US" sz="5000" spc="-350" b="true">
                <a:solidFill>
                  <a:srgbClr val="FEF4EA"/>
                </a:solidFill>
                <a:latin typeface="Open Sauce Bold"/>
                <a:ea typeface="Open Sauce Bold"/>
                <a:cs typeface="Open Sauce Bold"/>
                <a:sym typeface="Open Sauce Bold"/>
              </a:rPr>
              <a:t>Problem </a:t>
            </a:r>
            <a:r>
              <a:rPr lang="en-US" b="true" sz="5000" spc="-350">
                <a:solidFill>
                  <a:srgbClr val="FEF4EA"/>
                </a:solidFill>
                <a:latin typeface="Open Sauce Bold"/>
                <a:ea typeface="Open Sauce Bold"/>
                <a:cs typeface="Open Sauce Bold"/>
                <a:sym typeface="Open Sauce Bold"/>
              </a:rPr>
              <a:t>01</a:t>
            </a:r>
          </a:p>
        </p:txBody>
      </p:sp>
      <p:sp>
        <p:nvSpPr>
          <p:cNvPr name="TextBox 10" id="10"/>
          <p:cNvSpPr txBox="true"/>
          <p:nvPr/>
        </p:nvSpPr>
        <p:spPr>
          <a:xfrm rot="0">
            <a:off x="10006442" y="4524235"/>
            <a:ext cx="3852054" cy="863600"/>
          </a:xfrm>
          <a:prstGeom prst="rect">
            <a:avLst/>
          </a:prstGeom>
        </p:spPr>
        <p:txBody>
          <a:bodyPr anchor="t" rtlCol="false" tIns="0" lIns="0" bIns="0" rIns="0">
            <a:spAutoFit/>
          </a:bodyPr>
          <a:lstStyle/>
          <a:p>
            <a:pPr algn="l">
              <a:lnSpc>
                <a:spcPts val="7000"/>
              </a:lnSpc>
            </a:pPr>
            <a:r>
              <a:rPr lang="en-US" b="true" sz="5000" spc="-350">
                <a:solidFill>
                  <a:srgbClr val="532822"/>
                </a:solidFill>
                <a:latin typeface="Open Sauce Bold"/>
                <a:ea typeface="Open Sauce Bold"/>
                <a:cs typeface="Open Sauce Bold"/>
                <a:sym typeface="Open Sauce Bold"/>
              </a:rPr>
              <a:t>Problem 02</a:t>
            </a:r>
          </a:p>
        </p:txBody>
      </p:sp>
      <p:sp>
        <p:nvSpPr>
          <p:cNvPr name="TextBox 11" id="11"/>
          <p:cNvSpPr txBox="true"/>
          <p:nvPr/>
        </p:nvSpPr>
        <p:spPr>
          <a:xfrm rot="0">
            <a:off x="1476728" y="4842444"/>
            <a:ext cx="6818132" cy="2715895"/>
          </a:xfrm>
          <a:prstGeom prst="rect">
            <a:avLst/>
          </a:prstGeom>
        </p:spPr>
        <p:txBody>
          <a:bodyPr anchor="t" rtlCol="false" tIns="0" lIns="0" bIns="0" rIns="0">
            <a:spAutoFit/>
          </a:bodyPr>
          <a:lstStyle/>
          <a:p>
            <a:pPr algn="l">
              <a:lnSpc>
                <a:spcPts val="3079"/>
              </a:lnSpc>
            </a:pPr>
            <a:r>
              <a:rPr lang="en-US" sz="2199" spc="-87">
                <a:solidFill>
                  <a:srgbClr val="FEF4EA"/>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12" id="12"/>
          <p:cNvSpPr txBox="true"/>
          <p:nvPr/>
        </p:nvSpPr>
        <p:spPr>
          <a:xfrm rot="0">
            <a:off x="9993140" y="5660760"/>
            <a:ext cx="6818132" cy="2715895"/>
          </a:xfrm>
          <a:prstGeom prst="rect">
            <a:avLst/>
          </a:prstGeom>
        </p:spPr>
        <p:txBody>
          <a:bodyPr anchor="t" rtlCol="false" tIns="0" lIns="0" bIns="0" rIns="0">
            <a:spAutoFit/>
          </a:bodyPr>
          <a:lstStyle/>
          <a:p>
            <a:pPr algn="l">
              <a:lnSpc>
                <a:spcPts val="3079"/>
              </a:lnSpc>
            </a:pPr>
            <a:r>
              <a:rPr lang="en-US" sz="2199" spc="-87">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grpSp>
        <p:nvGrpSpPr>
          <p:cNvPr name="Group 13" id="13"/>
          <p:cNvGrpSpPr/>
          <p:nvPr/>
        </p:nvGrpSpPr>
        <p:grpSpPr>
          <a:xfrm rot="-4158217">
            <a:off x="2030161" y="9076725"/>
            <a:ext cx="1259830" cy="1259903"/>
            <a:chOff x="0" y="0"/>
            <a:chExt cx="812800" cy="812800"/>
          </a:xfrm>
        </p:grpSpPr>
        <p:sp>
          <p:nvSpPr>
            <p:cNvPr name="Freeform 14" id="14"/>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15" id="15"/>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6" id="16"/>
          <p:cNvGrpSpPr/>
          <p:nvPr/>
        </p:nvGrpSpPr>
        <p:grpSpPr>
          <a:xfrm rot="-3135360">
            <a:off x="-106410" y="9841072"/>
            <a:ext cx="2195241" cy="219524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9" id="19"/>
          <p:cNvGrpSpPr/>
          <p:nvPr/>
        </p:nvGrpSpPr>
        <p:grpSpPr>
          <a:xfrm rot="-3135360">
            <a:off x="3996752" y="9162467"/>
            <a:ext cx="464674" cy="46467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21" id="21"/>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2" id="22"/>
          <p:cNvGrpSpPr/>
          <p:nvPr/>
        </p:nvGrpSpPr>
        <p:grpSpPr>
          <a:xfrm rot="-1285244">
            <a:off x="-197128" y="8967363"/>
            <a:ext cx="1195553" cy="597777"/>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24" id="24"/>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25" id="25"/>
          <p:cNvGrpSpPr/>
          <p:nvPr/>
        </p:nvGrpSpPr>
        <p:grpSpPr>
          <a:xfrm rot="1252744">
            <a:off x="3775919" y="10346322"/>
            <a:ext cx="2315646" cy="597777"/>
            <a:chOff x="0" y="0"/>
            <a:chExt cx="1574298" cy="406400"/>
          </a:xfrm>
        </p:grpSpPr>
        <p:sp>
          <p:nvSpPr>
            <p:cNvPr name="Freeform 26" id="26"/>
            <p:cNvSpPr/>
            <p:nvPr/>
          </p:nvSpPr>
          <p:spPr>
            <a:xfrm flipH="false" flipV="false" rot="0">
              <a:off x="0" y="0"/>
              <a:ext cx="1574298" cy="406400"/>
            </a:xfrm>
            <a:custGeom>
              <a:avLst/>
              <a:gdLst/>
              <a:ahLst/>
              <a:cxnLst/>
              <a:rect r="r" b="b" t="t" l="l"/>
              <a:pathLst>
                <a:path h="406400" w="1574298">
                  <a:moveTo>
                    <a:pt x="1371098" y="0"/>
                  </a:moveTo>
                  <a:cubicBezTo>
                    <a:pt x="1483322" y="0"/>
                    <a:pt x="1574298" y="90976"/>
                    <a:pt x="1574298" y="203200"/>
                  </a:cubicBezTo>
                  <a:cubicBezTo>
                    <a:pt x="1574298" y="315424"/>
                    <a:pt x="1483322" y="406400"/>
                    <a:pt x="1371098"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27" id="27"/>
            <p:cNvSpPr txBox="true"/>
            <p:nvPr/>
          </p:nvSpPr>
          <p:spPr>
            <a:xfrm>
              <a:off x="0" y="-28575"/>
              <a:ext cx="1574298" cy="434975"/>
            </a:xfrm>
            <a:prstGeom prst="rect">
              <a:avLst/>
            </a:prstGeom>
          </p:spPr>
          <p:txBody>
            <a:bodyPr anchor="ctr" rtlCol="false" tIns="50800" lIns="50800" bIns="50800" rIns="50800"/>
            <a:lstStyle/>
            <a:p>
              <a:pPr algn="ctr">
                <a:lnSpc>
                  <a:spcPts val="1960"/>
                </a:lnSpc>
              </a:pPr>
            </a:p>
          </p:txBody>
        </p:sp>
      </p:grpSp>
      <p:grpSp>
        <p:nvGrpSpPr>
          <p:cNvPr name="Group 28" id="28"/>
          <p:cNvGrpSpPr/>
          <p:nvPr/>
        </p:nvGrpSpPr>
        <p:grpSpPr>
          <a:xfrm rot="-1798484">
            <a:off x="6835479" y="9942221"/>
            <a:ext cx="1029885" cy="597777"/>
            <a:chOff x="0" y="0"/>
            <a:chExt cx="700170" cy="406400"/>
          </a:xfrm>
        </p:grpSpPr>
        <p:sp>
          <p:nvSpPr>
            <p:cNvPr name="Freeform 29" id="29"/>
            <p:cNvSpPr/>
            <p:nvPr/>
          </p:nvSpPr>
          <p:spPr>
            <a:xfrm flipH="false" flipV="false" rot="0">
              <a:off x="0" y="0"/>
              <a:ext cx="700170" cy="406400"/>
            </a:xfrm>
            <a:custGeom>
              <a:avLst/>
              <a:gdLst/>
              <a:ahLst/>
              <a:cxnLst/>
              <a:rect r="r" b="b" t="t" l="l"/>
              <a:pathLst>
                <a:path h="406400" w="700170">
                  <a:moveTo>
                    <a:pt x="496970" y="0"/>
                  </a:moveTo>
                  <a:cubicBezTo>
                    <a:pt x="609195" y="0"/>
                    <a:pt x="700170" y="90976"/>
                    <a:pt x="700170" y="203200"/>
                  </a:cubicBezTo>
                  <a:cubicBezTo>
                    <a:pt x="700170" y="315424"/>
                    <a:pt x="609195" y="406400"/>
                    <a:pt x="496970"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30" id="30"/>
            <p:cNvSpPr txBox="true"/>
            <p:nvPr/>
          </p:nvSpPr>
          <p:spPr>
            <a:xfrm>
              <a:off x="0" y="-28575"/>
              <a:ext cx="700170" cy="434975"/>
            </a:xfrm>
            <a:prstGeom prst="rect">
              <a:avLst/>
            </a:prstGeom>
          </p:spPr>
          <p:txBody>
            <a:bodyPr anchor="ctr" rtlCol="false" tIns="50800" lIns="50800" bIns="50800" rIns="50800"/>
            <a:lstStyle/>
            <a:p>
              <a:pPr algn="ctr">
                <a:lnSpc>
                  <a:spcPts val="1960"/>
                </a:lnSpc>
              </a:pPr>
            </a:p>
          </p:txBody>
        </p:sp>
      </p:grpSp>
      <p:sp>
        <p:nvSpPr>
          <p:cNvPr name="Freeform 31" id="31"/>
          <p:cNvSpPr/>
          <p:nvPr/>
        </p:nvSpPr>
        <p:spPr>
          <a:xfrm flipH="false" flipV="false" rot="-5251728">
            <a:off x="1270937" y="9149605"/>
            <a:ext cx="515512" cy="515512"/>
          </a:xfrm>
          <a:custGeom>
            <a:avLst/>
            <a:gdLst/>
            <a:ahLst/>
            <a:cxnLst/>
            <a:rect r="r" b="b" t="t" l="l"/>
            <a:pathLst>
              <a:path h="515512" w="515512">
                <a:moveTo>
                  <a:pt x="0" y="0"/>
                </a:moveTo>
                <a:lnTo>
                  <a:pt x="515512" y="0"/>
                </a:lnTo>
                <a:lnTo>
                  <a:pt x="515512" y="515512"/>
                </a:lnTo>
                <a:lnTo>
                  <a:pt x="0" y="515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2" id="32"/>
          <p:cNvGrpSpPr/>
          <p:nvPr/>
        </p:nvGrpSpPr>
        <p:grpSpPr>
          <a:xfrm rot="-1301559">
            <a:off x="5379811" y="9292555"/>
            <a:ext cx="1118513" cy="634445"/>
            <a:chOff x="0" y="0"/>
            <a:chExt cx="660400" cy="374593"/>
          </a:xfrm>
        </p:grpSpPr>
        <p:sp>
          <p:nvSpPr>
            <p:cNvPr name="Freeform 33" id="33"/>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C9499"/>
            </a:solidFill>
          </p:spPr>
        </p:sp>
        <p:sp>
          <p:nvSpPr>
            <p:cNvPr name="TextBox 34" id="34"/>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grpSp>
        <p:nvGrpSpPr>
          <p:cNvPr name="Group 35" id="35"/>
          <p:cNvGrpSpPr/>
          <p:nvPr/>
        </p:nvGrpSpPr>
        <p:grpSpPr>
          <a:xfrm rot="-1022857">
            <a:off x="15790508" y="-440176"/>
            <a:ext cx="2937583" cy="2937753"/>
            <a:chOff x="0" y="0"/>
            <a:chExt cx="812800" cy="812800"/>
          </a:xfrm>
        </p:grpSpPr>
        <p:sp>
          <p:nvSpPr>
            <p:cNvPr name="Freeform 36" id="3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37" id="3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38" id="38"/>
          <p:cNvGrpSpPr/>
          <p:nvPr/>
        </p:nvGrpSpPr>
        <p:grpSpPr>
          <a:xfrm rot="-1022857">
            <a:off x="10058576" y="470126"/>
            <a:ext cx="915817" cy="915870"/>
            <a:chOff x="0" y="0"/>
            <a:chExt cx="812800" cy="812800"/>
          </a:xfrm>
        </p:grpSpPr>
        <p:sp>
          <p:nvSpPr>
            <p:cNvPr name="Freeform 39" id="3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532822"/>
            </a:solidFill>
            <a:ln cap="rnd">
              <a:noFill/>
              <a:prstDash val="solid"/>
              <a:round/>
            </a:ln>
          </p:spPr>
        </p:sp>
        <p:sp>
          <p:nvSpPr>
            <p:cNvPr name="TextBox 40" id="4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41" id="41"/>
          <p:cNvGrpSpPr/>
          <p:nvPr/>
        </p:nvGrpSpPr>
        <p:grpSpPr>
          <a:xfrm rot="-1022857">
            <a:off x="16544886" y="318225"/>
            <a:ext cx="1428828" cy="1428910"/>
            <a:chOff x="0" y="0"/>
            <a:chExt cx="812800" cy="812800"/>
          </a:xfrm>
        </p:grpSpPr>
        <p:sp>
          <p:nvSpPr>
            <p:cNvPr name="Freeform 42" id="4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43" id="4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44" id="44"/>
          <p:cNvGrpSpPr/>
          <p:nvPr/>
        </p:nvGrpSpPr>
        <p:grpSpPr>
          <a:xfrm rot="2971816">
            <a:off x="13324160" y="290346"/>
            <a:ext cx="2497745" cy="929260"/>
            <a:chOff x="0" y="0"/>
            <a:chExt cx="1092357" cy="406400"/>
          </a:xfrm>
        </p:grpSpPr>
        <p:sp>
          <p:nvSpPr>
            <p:cNvPr name="Freeform 45" id="45"/>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46" id="46"/>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sp>
        <p:nvSpPr>
          <p:cNvPr name="Freeform 47" id="47"/>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8" id="48"/>
          <p:cNvGrpSpPr/>
          <p:nvPr/>
        </p:nvGrpSpPr>
        <p:grpSpPr>
          <a:xfrm rot="0">
            <a:off x="11797618" y="-106053"/>
            <a:ext cx="1034114" cy="1034114"/>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50" id="50"/>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51" id="51"/>
          <p:cNvGrpSpPr/>
          <p:nvPr/>
        </p:nvGrpSpPr>
        <p:grpSpPr>
          <a:xfrm rot="-1671180">
            <a:off x="11175628" y="1624265"/>
            <a:ext cx="1059068" cy="600726"/>
            <a:chOff x="0" y="0"/>
            <a:chExt cx="660400" cy="374593"/>
          </a:xfrm>
        </p:grpSpPr>
        <p:sp>
          <p:nvSpPr>
            <p:cNvPr name="Freeform 52" id="52"/>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D05C"/>
            </a:solidFill>
          </p:spPr>
        </p:sp>
        <p:sp>
          <p:nvSpPr>
            <p:cNvPr name="TextBox 53" id="53"/>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Freeform 54" id="54"/>
          <p:cNvSpPr/>
          <p:nvPr/>
        </p:nvSpPr>
        <p:spPr>
          <a:xfrm flipH="false" flipV="false" rot="-1541511">
            <a:off x="16242159" y="2883129"/>
            <a:ext cx="641808" cy="641808"/>
          </a:xfrm>
          <a:custGeom>
            <a:avLst/>
            <a:gdLst/>
            <a:ahLst/>
            <a:cxnLst/>
            <a:rect r="r" b="b" t="t" l="l"/>
            <a:pathLst>
              <a:path h="641808" w="641808">
                <a:moveTo>
                  <a:pt x="0" y="0"/>
                </a:moveTo>
                <a:lnTo>
                  <a:pt x="641808" y="0"/>
                </a:lnTo>
                <a:lnTo>
                  <a:pt x="641808" y="641808"/>
                </a:lnTo>
                <a:lnTo>
                  <a:pt x="0" y="6418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5" id="55"/>
          <p:cNvGrpSpPr/>
          <p:nvPr/>
        </p:nvGrpSpPr>
        <p:grpSpPr>
          <a:xfrm rot="0">
            <a:off x="17861108" y="3104030"/>
            <a:ext cx="677438" cy="677438"/>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57" id="57"/>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58" id="58"/>
          <p:cNvGrpSpPr/>
          <p:nvPr/>
        </p:nvGrpSpPr>
        <p:grpSpPr>
          <a:xfrm rot="0">
            <a:off x="14982224" y="2645447"/>
            <a:ext cx="524577" cy="524577"/>
            <a:chOff x="0" y="0"/>
            <a:chExt cx="812800" cy="812800"/>
          </a:xfrm>
        </p:grpSpPr>
        <p:sp>
          <p:nvSpPr>
            <p:cNvPr name="Freeform 59" id="5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D05C"/>
            </a:solidFill>
          </p:spPr>
        </p:sp>
        <p:sp>
          <p:nvSpPr>
            <p:cNvPr name="TextBox 60" id="60"/>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1022857">
            <a:off x="15790508" y="-440176"/>
            <a:ext cx="2937583" cy="2937753"/>
            <a:chOff x="0" y="0"/>
            <a:chExt cx="812800" cy="812800"/>
          </a:xfrm>
        </p:grpSpPr>
        <p:sp>
          <p:nvSpPr>
            <p:cNvPr name="Freeform 3" id="3"/>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4" id="4"/>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4618535">
            <a:off x="13339526" y="3597205"/>
            <a:ext cx="1661764" cy="1661860"/>
            <a:chOff x="0" y="0"/>
            <a:chExt cx="812800" cy="812800"/>
          </a:xfrm>
        </p:grpSpPr>
        <p:sp>
          <p:nvSpPr>
            <p:cNvPr name="Freeform 6" id="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43A574"/>
            </a:solidFill>
            <a:ln cap="rnd">
              <a:noFill/>
              <a:prstDash val="solid"/>
              <a:round/>
            </a:ln>
          </p:spPr>
        </p:sp>
        <p:sp>
          <p:nvSpPr>
            <p:cNvPr name="TextBox 7" id="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1022857">
            <a:off x="16544886" y="318225"/>
            <a:ext cx="1428828" cy="1428910"/>
            <a:chOff x="0" y="0"/>
            <a:chExt cx="812800" cy="812800"/>
          </a:xfrm>
        </p:grpSpPr>
        <p:sp>
          <p:nvSpPr>
            <p:cNvPr name="Freeform 9" id="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0" id="1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4618535">
            <a:off x="13780439" y="4007864"/>
            <a:ext cx="808275" cy="808321"/>
            <a:chOff x="0" y="0"/>
            <a:chExt cx="812800" cy="812800"/>
          </a:xfrm>
        </p:grpSpPr>
        <p:sp>
          <p:nvSpPr>
            <p:cNvPr name="Freeform 12" id="1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3" id="1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2971816">
            <a:off x="13558008" y="128495"/>
            <a:ext cx="1724326" cy="641517"/>
            <a:chOff x="0" y="0"/>
            <a:chExt cx="1092357" cy="406400"/>
          </a:xfrm>
        </p:grpSpPr>
        <p:sp>
          <p:nvSpPr>
            <p:cNvPr name="Freeform 15" id="15"/>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16" id="16"/>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8032349">
            <a:off x="17557564" y="5582781"/>
            <a:ext cx="1164455" cy="433223"/>
            <a:chOff x="0" y="0"/>
            <a:chExt cx="1092357" cy="406400"/>
          </a:xfrm>
        </p:grpSpPr>
        <p:sp>
          <p:nvSpPr>
            <p:cNvPr name="Freeform 18" id="18"/>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FBD05C"/>
            </a:solidFill>
          </p:spPr>
        </p:sp>
        <p:sp>
          <p:nvSpPr>
            <p:cNvPr name="TextBox 19" id="19"/>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grpSp>
        <p:nvGrpSpPr>
          <p:cNvPr name="Group 20" id="20"/>
          <p:cNvGrpSpPr/>
          <p:nvPr/>
        </p:nvGrpSpPr>
        <p:grpSpPr>
          <a:xfrm rot="-9268200">
            <a:off x="14359789" y="6305812"/>
            <a:ext cx="1428910" cy="693093"/>
            <a:chOff x="0" y="0"/>
            <a:chExt cx="837852" cy="406400"/>
          </a:xfrm>
        </p:grpSpPr>
        <p:sp>
          <p:nvSpPr>
            <p:cNvPr name="Freeform 21" id="21"/>
            <p:cNvSpPr/>
            <p:nvPr/>
          </p:nvSpPr>
          <p:spPr>
            <a:xfrm flipH="false" flipV="false" rot="0">
              <a:off x="0" y="0"/>
              <a:ext cx="837852" cy="406400"/>
            </a:xfrm>
            <a:custGeom>
              <a:avLst/>
              <a:gdLst/>
              <a:ahLst/>
              <a:cxnLst/>
              <a:rect r="r" b="b" t="t" l="l"/>
              <a:pathLst>
                <a:path h="406400" w="837852">
                  <a:moveTo>
                    <a:pt x="634652" y="0"/>
                  </a:moveTo>
                  <a:cubicBezTo>
                    <a:pt x="746876" y="0"/>
                    <a:pt x="837852" y="90976"/>
                    <a:pt x="837852" y="203200"/>
                  </a:cubicBezTo>
                  <a:cubicBezTo>
                    <a:pt x="837852" y="315424"/>
                    <a:pt x="746876" y="406400"/>
                    <a:pt x="634652"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22" id="22"/>
            <p:cNvSpPr txBox="true"/>
            <p:nvPr/>
          </p:nvSpPr>
          <p:spPr>
            <a:xfrm>
              <a:off x="0" y="-28575"/>
              <a:ext cx="837852" cy="434975"/>
            </a:xfrm>
            <a:prstGeom prst="rect">
              <a:avLst/>
            </a:prstGeom>
          </p:spPr>
          <p:txBody>
            <a:bodyPr anchor="ctr" rtlCol="false" tIns="50800" lIns="50800" bIns="50800" rIns="50800"/>
            <a:lstStyle/>
            <a:p>
              <a:pPr algn="ctr">
                <a:lnSpc>
                  <a:spcPts val="1960"/>
                </a:lnSpc>
              </a:pPr>
            </a:p>
          </p:txBody>
        </p:sp>
      </p:grpSp>
      <p:sp>
        <p:nvSpPr>
          <p:cNvPr name="Freeform 23" id="23"/>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1541511">
            <a:off x="16242159" y="2883129"/>
            <a:ext cx="641808" cy="641808"/>
          </a:xfrm>
          <a:custGeom>
            <a:avLst/>
            <a:gdLst/>
            <a:ahLst/>
            <a:cxnLst/>
            <a:rect r="r" b="b" t="t" l="l"/>
            <a:pathLst>
              <a:path h="641808" w="641808">
                <a:moveTo>
                  <a:pt x="0" y="0"/>
                </a:moveTo>
                <a:lnTo>
                  <a:pt x="641808" y="0"/>
                </a:lnTo>
                <a:lnTo>
                  <a:pt x="641808" y="641808"/>
                </a:lnTo>
                <a:lnTo>
                  <a:pt x="0" y="6418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11797618" y="-106053"/>
            <a:ext cx="1034114" cy="103411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8" id="28"/>
          <p:cNvGrpSpPr/>
          <p:nvPr/>
        </p:nvGrpSpPr>
        <p:grpSpPr>
          <a:xfrm rot="0">
            <a:off x="17861108" y="3104030"/>
            <a:ext cx="677438" cy="677438"/>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1" id="31"/>
          <p:cNvGrpSpPr/>
          <p:nvPr/>
        </p:nvGrpSpPr>
        <p:grpSpPr>
          <a:xfrm rot="0">
            <a:off x="14982224" y="2645447"/>
            <a:ext cx="524577" cy="52457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D05C"/>
            </a:solidFill>
          </p:spPr>
        </p:sp>
        <p:sp>
          <p:nvSpPr>
            <p:cNvPr name="TextBox 33" id="33"/>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4" id="34"/>
          <p:cNvGrpSpPr/>
          <p:nvPr/>
        </p:nvGrpSpPr>
        <p:grpSpPr>
          <a:xfrm rot="-3877161">
            <a:off x="15813571" y="4642830"/>
            <a:ext cx="1621312" cy="919644"/>
            <a:chOff x="0" y="0"/>
            <a:chExt cx="660400" cy="374593"/>
          </a:xfrm>
        </p:grpSpPr>
        <p:sp>
          <p:nvSpPr>
            <p:cNvPr name="Freeform 35" id="35"/>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8342"/>
            </a:solidFill>
          </p:spPr>
        </p:sp>
        <p:sp>
          <p:nvSpPr>
            <p:cNvPr name="TextBox 36" id="36"/>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TextBox 37" id="37"/>
          <p:cNvSpPr txBox="true"/>
          <p:nvPr/>
        </p:nvSpPr>
        <p:spPr>
          <a:xfrm rot="0">
            <a:off x="1028700" y="407554"/>
            <a:ext cx="11357109" cy="2184874"/>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Objectives</a:t>
            </a:r>
          </a:p>
        </p:txBody>
      </p:sp>
      <p:grpSp>
        <p:nvGrpSpPr>
          <p:cNvPr name="Group 38" id="38"/>
          <p:cNvGrpSpPr/>
          <p:nvPr/>
        </p:nvGrpSpPr>
        <p:grpSpPr>
          <a:xfrm rot="0">
            <a:off x="816616" y="3162386"/>
            <a:ext cx="11569193" cy="6095914"/>
            <a:chOff x="0" y="0"/>
            <a:chExt cx="1292762" cy="681168"/>
          </a:xfrm>
        </p:grpSpPr>
        <p:sp>
          <p:nvSpPr>
            <p:cNvPr name="Freeform 39" id="39"/>
            <p:cNvSpPr/>
            <p:nvPr/>
          </p:nvSpPr>
          <p:spPr>
            <a:xfrm flipH="false" flipV="false" rot="0">
              <a:off x="0" y="0"/>
              <a:ext cx="1292762" cy="681168"/>
            </a:xfrm>
            <a:custGeom>
              <a:avLst/>
              <a:gdLst/>
              <a:ahLst/>
              <a:cxnLst/>
              <a:rect r="r" b="b" t="t" l="l"/>
              <a:pathLst>
                <a:path h="681168" w="1292762">
                  <a:moveTo>
                    <a:pt x="79849" y="0"/>
                  </a:moveTo>
                  <a:lnTo>
                    <a:pt x="1212913" y="0"/>
                  </a:lnTo>
                  <a:cubicBezTo>
                    <a:pt x="1257012" y="0"/>
                    <a:pt x="1292762" y="35750"/>
                    <a:pt x="1292762" y="79849"/>
                  </a:cubicBezTo>
                  <a:lnTo>
                    <a:pt x="1292762" y="601319"/>
                  </a:lnTo>
                  <a:cubicBezTo>
                    <a:pt x="1292762" y="645419"/>
                    <a:pt x="1257012" y="681168"/>
                    <a:pt x="1212913" y="681168"/>
                  </a:cubicBezTo>
                  <a:lnTo>
                    <a:pt x="79849" y="681168"/>
                  </a:lnTo>
                  <a:cubicBezTo>
                    <a:pt x="35750" y="681168"/>
                    <a:pt x="0" y="645419"/>
                    <a:pt x="0" y="601319"/>
                  </a:cubicBezTo>
                  <a:lnTo>
                    <a:pt x="0" y="79849"/>
                  </a:lnTo>
                  <a:cubicBezTo>
                    <a:pt x="0" y="35750"/>
                    <a:pt x="35750" y="0"/>
                    <a:pt x="79849" y="0"/>
                  </a:cubicBezTo>
                  <a:close/>
                </a:path>
              </a:pathLst>
            </a:custGeom>
            <a:ln w="19050" cap="rnd">
              <a:solidFill>
                <a:srgbClr val="532822"/>
              </a:solidFill>
              <a:prstDash val="solid"/>
              <a:round/>
            </a:ln>
          </p:spPr>
        </p:sp>
        <p:sp>
          <p:nvSpPr>
            <p:cNvPr name="TextBox 40" id="40"/>
            <p:cNvSpPr txBox="true"/>
            <p:nvPr/>
          </p:nvSpPr>
          <p:spPr>
            <a:xfrm>
              <a:off x="0" y="-28575"/>
              <a:ext cx="1292762" cy="709743"/>
            </a:xfrm>
            <a:prstGeom prst="rect">
              <a:avLst/>
            </a:prstGeom>
          </p:spPr>
          <p:txBody>
            <a:bodyPr anchor="ctr" rtlCol="false" tIns="50800" lIns="50800" bIns="50800" rIns="50800"/>
            <a:lstStyle/>
            <a:p>
              <a:pPr algn="ctr">
                <a:lnSpc>
                  <a:spcPts val="1960"/>
                </a:lnSpc>
              </a:pPr>
            </a:p>
          </p:txBody>
        </p:sp>
      </p:grpSp>
      <p:grpSp>
        <p:nvGrpSpPr>
          <p:cNvPr name="Group 41" id="41"/>
          <p:cNvGrpSpPr/>
          <p:nvPr/>
        </p:nvGrpSpPr>
        <p:grpSpPr>
          <a:xfrm rot="-7590466">
            <a:off x="16871672" y="6820372"/>
            <a:ext cx="1241091" cy="1241162"/>
            <a:chOff x="0" y="0"/>
            <a:chExt cx="812800" cy="812800"/>
          </a:xfrm>
        </p:grpSpPr>
        <p:sp>
          <p:nvSpPr>
            <p:cNvPr name="Freeform 42" id="4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43" id="4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44" id="44"/>
          <p:cNvGrpSpPr/>
          <p:nvPr/>
        </p:nvGrpSpPr>
        <p:grpSpPr>
          <a:xfrm rot="-6567609">
            <a:off x="16980136" y="8690036"/>
            <a:ext cx="2467501" cy="2467501"/>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A574"/>
            </a:solidFill>
          </p:spPr>
        </p:sp>
        <p:sp>
          <p:nvSpPr>
            <p:cNvPr name="TextBox 46" id="46"/>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47" id="47"/>
          <p:cNvGrpSpPr/>
          <p:nvPr/>
        </p:nvGrpSpPr>
        <p:grpSpPr>
          <a:xfrm rot="-4717493">
            <a:off x="15329827" y="9417164"/>
            <a:ext cx="1343829" cy="671914"/>
            <a:chOff x="0" y="0"/>
            <a:chExt cx="812800" cy="406400"/>
          </a:xfrm>
        </p:grpSpPr>
        <p:sp>
          <p:nvSpPr>
            <p:cNvPr name="Freeform 48" id="4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49" id="49"/>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sp>
        <p:nvSpPr>
          <p:cNvPr name="Freeform 50" id="50"/>
          <p:cNvSpPr/>
          <p:nvPr/>
        </p:nvSpPr>
        <p:spPr>
          <a:xfrm flipH="false" flipV="false" rot="-8683977">
            <a:off x="15858290" y="7735534"/>
            <a:ext cx="652754" cy="652754"/>
          </a:xfrm>
          <a:custGeom>
            <a:avLst/>
            <a:gdLst/>
            <a:ahLst/>
            <a:cxnLst/>
            <a:rect r="r" b="b" t="t" l="l"/>
            <a:pathLst>
              <a:path h="652754" w="652754">
                <a:moveTo>
                  <a:pt x="0" y="0"/>
                </a:moveTo>
                <a:lnTo>
                  <a:pt x="652754" y="0"/>
                </a:lnTo>
                <a:lnTo>
                  <a:pt x="652754" y="652754"/>
                </a:lnTo>
                <a:lnTo>
                  <a:pt x="0" y="6527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1" id="51"/>
          <p:cNvSpPr txBox="true"/>
          <p:nvPr/>
        </p:nvSpPr>
        <p:spPr>
          <a:xfrm rot="0">
            <a:off x="1894678" y="3961413"/>
            <a:ext cx="9473184" cy="2501265"/>
          </a:xfrm>
          <a:prstGeom prst="rect">
            <a:avLst/>
          </a:prstGeom>
        </p:spPr>
        <p:txBody>
          <a:bodyPr anchor="t" rtlCol="false" tIns="0" lIns="0" bIns="0" rIns="0">
            <a:spAutoFit/>
          </a:bodyPr>
          <a:lstStyle/>
          <a:p>
            <a:pPr algn="l">
              <a:lnSpc>
                <a:spcPts val="3359"/>
              </a:lnSpc>
            </a:pPr>
            <a:r>
              <a:rPr lang="en-US" sz="2400" spc="-96">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52" id="52"/>
          <p:cNvSpPr txBox="true"/>
          <p:nvPr/>
        </p:nvSpPr>
        <p:spPr>
          <a:xfrm rot="0">
            <a:off x="1894678" y="6695375"/>
            <a:ext cx="9166269" cy="1663065"/>
          </a:xfrm>
          <a:prstGeom prst="rect">
            <a:avLst/>
          </a:prstGeom>
        </p:spPr>
        <p:txBody>
          <a:bodyPr anchor="t" rtlCol="false" tIns="0" lIns="0" bIns="0" rIns="0">
            <a:spAutoFit/>
          </a:bodyPr>
          <a:lstStyle/>
          <a:p>
            <a:pPr algn="l">
              <a:lnSpc>
                <a:spcPts val="3359"/>
              </a:lnSpc>
            </a:pPr>
            <a:r>
              <a:rPr lang="en-US" sz="2400" spc="-96">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53" id="53"/>
          <p:cNvGrpSpPr/>
          <p:nvPr/>
        </p:nvGrpSpPr>
        <p:grpSpPr>
          <a:xfrm rot="0">
            <a:off x="12960810" y="8308936"/>
            <a:ext cx="1459362" cy="959370"/>
            <a:chOff x="0" y="0"/>
            <a:chExt cx="618202" cy="406400"/>
          </a:xfrm>
        </p:grpSpPr>
        <p:sp>
          <p:nvSpPr>
            <p:cNvPr name="Freeform 54" id="54"/>
            <p:cNvSpPr/>
            <p:nvPr/>
          </p:nvSpPr>
          <p:spPr>
            <a:xfrm flipH="false" flipV="false" rot="0">
              <a:off x="0" y="0"/>
              <a:ext cx="618202" cy="406400"/>
            </a:xfrm>
            <a:custGeom>
              <a:avLst/>
              <a:gdLst/>
              <a:ahLst/>
              <a:cxnLst/>
              <a:rect r="r" b="b" t="t" l="l"/>
              <a:pathLst>
                <a:path h="406400" w="618202">
                  <a:moveTo>
                    <a:pt x="415002" y="0"/>
                  </a:moveTo>
                  <a:cubicBezTo>
                    <a:pt x="527226" y="0"/>
                    <a:pt x="618202" y="90976"/>
                    <a:pt x="618202" y="203200"/>
                  </a:cubicBezTo>
                  <a:cubicBezTo>
                    <a:pt x="618202" y="315424"/>
                    <a:pt x="527226" y="406400"/>
                    <a:pt x="415002"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55" id="55"/>
            <p:cNvSpPr txBox="true"/>
            <p:nvPr/>
          </p:nvSpPr>
          <p:spPr>
            <a:xfrm>
              <a:off x="0" y="-28575"/>
              <a:ext cx="618202" cy="434975"/>
            </a:xfrm>
            <a:prstGeom prst="rect">
              <a:avLst/>
            </a:prstGeom>
          </p:spPr>
          <p:txBody>
            <a:bodyPr anchor="ctr" rtlCol="false" tIns="50800" lIns="50800" bIns="50800" rIns="50800"/>
            <a:lstStyle/>
            <a:p>
              <a:pPr algn="ctr">
                <a:lnSpc>
                  <a:spcPts val="1960"/>
                </a:lnSpc>
              </a:pPr>
            </a:p>
          </p:txBody>
        </p:sp>
      </p:grpSp>
      <p:sp>
        <p:nvSpPr>
          <p:cNvPr name="Freeform 56" id="56"/>
          <p:cNvSpPr/>
          <p:nvPr/>
        </p:nvSpPr>
        <p:spPr>
          <a:xfrm flipH="false" flipV="false" rot="0">
            <a:off x="13100788" y="8444577"/>
            <a:ext cx="1179405" cy="675477"/>
          </a:xfrm>
          <a:custGeom>
            <a:avLst/>
            <a:gdLst/>
            <a:ahLst/>
            <a:cxnLst/>
            <a:rect r="r" b="b" t="t" l="l"/>
            <a:pathLst>
              <a:path h="675477" w="1179405">
                <a:moveTo>
                  <a:pt x="0" y="0"/>
                </a:moveTo>
                <a:lnTo>
                  <a:pt x="1179405" y="0"/>
                </a:lnTo>
                <a:lnTo>
                  <a:pt x="1179405" y="675478"/>
                </a:lnTo>
                <a:lnTo>
                  <a:pt x="0" y="675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sp>
        <p:nvSpPr>
          <p:cNvPr name="TextBox 2" id="2"/>
          <p:cNvSpPr txBox="true"/>
          <p:nvPr/>
        </p:nvSpPr>
        <p:spPr>
          <a:xfrm rot="0">
            <a:off x="1028700" y="407554"/>
            <a:ext cx="16230600" cy="2188515"/>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Methodology </a:t>
            </a:r>
          </a:p>
        </p:txBody>
      </p:sp>
      <p:grpSp>
        <p:nvGrpSpPr>
          <p:cNvPr name="Group 3" id="3"/>
          <p:cNvGrpSpPr/>
          <p:nvPr/>
        </p:nvGrpSpPr>
        <p:grpSpPr>
          <a:xfrm rot="0">
            <a:off x="820472" y="3162386"/>
            <a:ext cx="8130644" cy="5162413"/>
            <a:chOff x="0" y="0"/>
            <a:chExt cx="908532" cy="576857"/>
          </a:xfrm>
        </p:grpSpPr>
        <p:sp>
          <p:nvSpPr>
            <p:cNvPr name="Freeform 4" id="4"/>
            <p:cNvSpPr/>
            <p:nvPr/>
          </p:nvSpPr>
          <p:spPr>
            <a:xfrm flipH="false" flipV="false" rot="0">
              <a:off x="0" y="0"/>
              <a:ext cx="908532" cy="576857"/>
            </a:xfrm>
            <a:custGeom>
              <a:avLst/>
              <a:gdLst/>
              <a:ahLst/>
              <a:cxnLst/>
              <a:rect r="r" b="b" t="t" l="l"/>
              <a:pathLst>
                <a:path h="576857" w="908532">
                  <a:moveTo>
                    <a:pt x="113618" y="0"/>
                  </a:moveTo>
                  <a:lnTo>
                    <a:pt x="794914" y="0"/>
                  </a:lnTo>
                  <a:cubicBezTo>
                    <a:pt x="825048" y="0"/>
                    <a:pt x="853947" y="11970"/>
                    <a:pt x="875254" y="33278"/>
                  </a:cubicBezTo>
                  <a:cubicBezTo>
                    <a:pt x="896562" y="54585"/>
                    <a:pt x="908532" y="83485"/>
                    <a:pt x="908532" y="113618"/>
                  </a:cubicBezTo>
                  <a:lnTo>
                    <a:pt x="908532" y="463239"/>
                  </a:lnTo>
                  <a:cubicBezTo>
                    <a:pt x="908532" y="525989"/>
                    <a:pt x="857664" y="576857"/>
                    <a:pt x="794914" y="576857"/>
                  </a:cubicBezTo>
                  <a:lnTo>
                    <a:pt x="113618" y="576857"/>
                  </a:lnTo>
                  <a:cubicBezTo>
                    <a:pt x="83485" y="576857"/>
                    <a:pt x="54585" y="564887"/>
                    <a:pt x="33278" y="543579"/>
                  </a:cubicBezTo>
                  <a:cubicBezTo>
                    <a:pt x="11970" y="522272"/>
                    <a:pt x="0" y="493372"/>
                    <a:pt x="0" y="463239"/>
                  </a:cubicBezTo>
                  <a:lnTo>
                    <a:pt x="0" y="113618"/>
                  </a:lnTo>
                  <a:cubicBezTo>
                    <a:pt x="0" y="83485"/>
                    <a:pt x="11970" y="54585"/>
                    <a:pt x="33278" y="33278"/>
                  </a:cubicBezTo>
                  <a:cubicBezTo>
                    <a:pt x="54585" y="11970"/>
                    <a:pt x="83485" y="0"/>
                    <a:pt x="113618" y="0"/>
                  </a:cubicBezTo>
                  <a:close/>
                </a:path>
              </a:pathLst>
            </a:custGeom>
            <a:solidFill>
              <a:srgbClr val="532822"/>
            </a:solidFill>
            <a:ln w="19050" cap="rnd">
              <a:solidFill>
                <a:srgbClr val="532822"/>
              </a:solidFill>
              <a:prstDash val="solid"/>
              <a:round/>
            </a:ln>
          </p:spPr>
        </p:sp>
        <p:sp>
          <p:nvSpPr>
            <p:cNvPr name="TextBox 5" id="5"/>
            <p:cNvSpPr txBox="true"/>
            <p:nvPr/>
          </p:nvSpPr>
          <p:spPr>
            <a:xfrm>
              <a:off x="0" y="-28575"/>
              <a:ext cx="908532" cy="605432"/>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9336884" y="3906892"/>
            <a:ext cx="8130644" cy="5191882"/>
            <a:chOff x="0" y="0"/>
            <a:chExt cx="908532" cy="580150"/>
          </a:xfrm>
        </p:grpSpPr>
        <p:sp>
          <p:nvSpPr>
            <p:cNvPr name="Freeform 7" id="7"/>
            <p:cNvSpPr/>
            <p:nvPr/>
          </p:nvSpPr>
          <p:spPr>
            <a:xfrm flipH="false" flipV="false" rot="0">
              <a:off x="0" y="0"/>
              <a:ext cx="908532" cy="580150"/>
            </a:xfrm>
            <a:custGeom>
              <a:avLst/>
              <a:gdLst/>
              <a:ahLst/>
              <a:cxnLst/>
              <a:rect r="r" b="b" t="t" l="l"/>
              <a:pathLst>
                <a:path h="580150" w="908532">
                  <a:moveTo>
                    <a:pt x="113618" y="0"/>
                  </a:moveTo>
                  <a:lnTo>
                    <a:pt x="794914" y="0"/>
                  </a:lnTo>
                  <a:cubicBezTo>
                    <a:pt x="825048" y="0"/>
                    <a:pt x="853947" y="11970"/>
                    <a:pt x="875254" y="33278"/>
                  </a:cubicBezTo>
                  <a:cubicBezTo>
                    <a:pt x="896562" y="54585"/>
                    <a:pt x="908532" y="83485"/>
                    <a:pt x="908532" y="113618"/>
                  </a:cubicBezTo>
                  <a:lnTo>
                    <a:pt x="908532" y="466532"/>
                  </a:lnTo>
                  <a:cubicBezTo>
                    <a:pt x="908532" y="529281"/>
                    <a:pt x="857664" y="580150"/>
                    <a:pt x="794914" y="580150"/>
                  </a:cubicBezTo>
                  <a:lnTo>
                    <a:pt x="113618" y="580150"/>
                  </a:lnTo>
                  <a:cubicBezTo>
                    <a:pt x="83485" y="580150"/>
                    <a:pt x="54585" y="568179"/>
                    <a:pt x="33278" y="546872"/>
                  </a:cubicBezTo>
                  <a:cubicBezTo>
                    <a:pt x="11970" y="525564"/>
                    <a:pt x="0" y="496665"/>
                    <a:pt x="0" y="466532"/>
                  </a:cubicBezTo>
                  <a:lnTo>
                    <a:pt x="0" y="113618"/>
                  </a:lnTo>
                  <a:cubicBezTo>
                    <a:pt x="0" y="83485"/>
                    <a:pt x="11970" y="54585"/>
                    <a:pt x="33278" y="33278"/>
                  </a:cubicBezTo>
                  <a:cubicBezTo>
                    <a:pt x="54585" y="11970"/>
                    <a:pt x="83485" y="0"/>
                    <a:pt x="113618" y="0"/>
                  </a:cubicBezTo>
                  <a:close/>
                </a:path>
              </a:pathLst>
            </a:custGeom>
            <a:ln w="19050" cap="rnd">
              <a:solidFill>
                <a:srgbClr val="532822"/>
              </a:solidFill>
              <a:prstDash val="solid"/>
              <a:round/>
            </a:ln>
          </p:spPr>
        </p:sp>
        <p:sp>
          <p:nvSpPr>
            <p:cNvPr name="TextBox 8" id="8"/>
            <p:cNvSpPr txBox="true"/>
            <p:nvPr/>
          </p:nvSpPr>
          <p:spPr>
            <a:xfrm>
              <a:off x="0" y="-28575"/>
              <a:ext cx="908532" cy="608725"/>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1490030" y="3705919"/>
            <a:ext cx="6455788" cy="863600"/>
          </a:xfrm>
          <a:prstGeom prst="rect">
            <a:avLst/>
          </a:prstGeom>
        </p:spPr>
        <p:txBody>
          <a:bodyPr anchor="t" rtlCol="false" tIns="0" lIns="0" bIns="0" rIns="0">
            <a:spAutoFit/>
          </a:bodyPr>
          <a:lstStyle/>
          <a:p>
            <a:pPr algn="l">
              <a:lnSpc>
                <a:spcPts val="7000"/>
              </a:lnSpc>
            </a:pPr>
            <a:r>
              <a:rPr lang="en-US" sz="5000" spc="-350" b="true">
                <a:solidFill>
                  <a:srgbClr val="FEF4EA"/>
                </a:solidFill>
                <a:latin typeface="Open Sauce Bold"/>
                <a:ea typeface="Open Sauce Bold"/>
                <a:cs typeface="Open Sauce Bold"/>
                <a:sym typeface="Open Sauce Bold"/>
              </a:rPr>
              <a:t>Qualitative Method</a:t>
            </a:r>
          </a:p>
        </p:txBody>
      </p:sp>
      <p:sp>
        <p:nvSpPr>
          <p:cNvPr name="TextBox 10" id="10"/>
          <p:cNvSpPr txBox="true"/>
          <p:nvPr/>
        </p:nvSpPr>
        <p:spPr>
          <a:xfrm rot="0">
            <a:off x="10006442" y="4524235"/>
            <a:ext cx="6804829" cy="863600"/>
          </a:xfrm>
          <a:prstGeom prst="rect">
            <a:avLst/>
          </a:prstGeom>
        </p:spPr>
        <p:txBody>
          <a:bodyPr anchor="t" rtlCol="false" tIns="0" lIns="0" bIns="0" rIns="0">
            <a:spAutoFit/>
          </a:bodyPr>
          <a:lstStyle/>
          <a:p>
            <a:pPr algn="l">
              <a:lnSpc>
                <a:spcPts val="7000"/>
              </a:lnSpc>
            </a:pPr>
            <a:r>
              <a:rPr lang="en-US" sz="5000" spc="-350" b="true">
                <a:solidFill>
                  <a:srgbClr val="532822"/>
                </a:solidFill>
                <a:latin typeface="Open Sauce Bold"/>
                <a:ea typeface="Open Sauce Bold"/>
                <a:cs typeface="Open Sauce Bold"/>
                <a:sym typeface="Open Sauce Bold"/>
              </a:rPr>
              <a:t>Quantitative Method</a:t>
            </a:r>
          </a:p>
        </p:txBody>
      </p:sp>
      <p:sp>
        <p:nvSpPr>
          <p:cNvPr name="TextBox 11" id="11"/>
          <p:cNvSpPr txBox="true"/>
          <p:nvPr/>
        </p:nvSpPr>
        <p:spPr>
          <a:xfrm rot="0">
            <a:off x="1476728" y="4842444"/>
            <a:ext cx="6818132" cy="2715895"/>
          </a:xfrm>
          <a:prstGeom prst="rect">
            <a:avLst/>
          </a:prstGeom>
        </p:spPr>
        <p:txBody>
          <a:bodyPr anchor="t" rtlCol="false" tIns="0" lIns="0" bIns="0" rIns="0">
            <a:spAutoFit/>
          </a:bodyPr>
          <a:lstStyle/>
          <a:p>
            <a:pPr algn="l">
              <a:lnSpc>
                <a:spcPts val="3079"/>
              </a:lnSpc>
            </a:pPr>
            <a:r>
              <a:rPr lang="en-US" sz="2199" spc="-87">
                <a:solidFill>
                  <a:srgbClr val="FEF4EA"/>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12" id="12"/>
          <p:cNvSpPr txBox="true"/>
          <p:nvPr/>
        </p:nvSpPr>
        <p:spPr>
          <a:xfrm rot="0">
            <a:off x="9993140" y="5660760"/>
            <a:ext cx="6818132" cy="2715895"/>
          </a:xfrm>
          <a:prstGeom prst="rect">
            <a:avLst/>
          </a:prstGeom>
        </p:spPr>
        <p:txBody>
          <a:bodyPr anchor="t" rtlCol="false" tIns="0" lIns="0" bIns="0" rIns="0">
            <a:spAutoFit/>
          </a:bodyPr>
          <a:lstStyle/>
          <a:p>
            <a:pPr algn="l">
              <a:lnSpc>
                <a:spcPts val="3079"/>
              </a:lnSpc>
            </a:pPr>
            <a:r>
              <a:rPr lang="en-US" sz="2199" spc="-87">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grpSp>
        <p:nvGrpSpPr>
          <p:cNvPr name="Group 13" id="13"/>
          <p:cNvGrpSpPr/>
          <p:nvPr/>
        </p:nvGrpSpPr>
        <p:grpSpPr>
          <a:xfrm rot="-4158217">
            <a:off x="2030161" y="9076725"/>
            <a:ext cx="1259830" cy="1259903"/>
            <a:chOff x="0" y="0"/>
            <a:chExt cx="812800" cy="812800"/>
          </a:xfrm>
        </p:grpSpPr>
        <p:sp>
          <p:nvSpPr>
            <p:cNvPr name="Freeform 14" id="14"/>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15" id="15"/>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6" id="16"/>
          <p:cNvGrpSpPr/>
          <p:nvPr/>
        </p:nvGrpSpPr>
        <p:grpSpPr>
          <a:xfrm rot="-3135360">
            <a:off x="-106410" y="9841072"/>
            <a:ext cx="2195241" cy="219524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9" id="19"/>
          <p:cNvGrpSpPr/>
          <p:nvPr/>
        </p:nvGrpSpPr>
        <p:grpSpPr>
          <a:xfrm rot="-3135360">
            <a:off x="3996752" y="9162467"/>
            <a:ext cx="464674" cy="46467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21" id="21"/>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2" id="22"/>
          <p:cNvGrpSpPr/>
          <p:nvPr/>
        </p:nvGrpSpPr>
        <p:grpSpPr>
          <a:xfrm rot="-1285244">
            <a:off x="-197128" y="8967363"/>
            <a:ext cx="1195553" cy="597777"/>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24" id="24"/>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25" id="25"/>
          <p:cNvGrpSpPr/>
          <p:nvPr/>
        </p:nvGrpSpPr>
        <p:grpSpPr>
          <a:xfrm rot="1252744">
            <a:off x="3775919" y="10346322"/>
            <a:ext cx="2315646" cy="597777"/>
            <a:chOff x="0" y="0"/>
            <a:chExt cx="1574298" cy="406400"/>
          </a:xfrm>
        </p:grpSpPr>
        <p:sp>
          <p:nvSpPr>
            <p:cNvPr name="Freeform 26" id="26"/>
            <p:cNvSpPr/>
            <p:nvPr/>
          </p:nvSpPr>
          <p:spPr>
            <a:xfrm flipH="false" flipV="false" rot="0">
              <a:off x="0" y="0"/>
              <a:ext cx="1574298" cy="406400"/>
            </a:xfrm>
            <a:custGeom>
              <a:avLst/>
              <a:gdLst/>
              <a:ahLst/>
              <a:cxnLst/>
              <a:rect r="r" b="b" t="t" l="l"/>
              <a:pathLst>
                <a:path h="406400" w="1574298">
                  <a:moveTo>
                    <a:pt x="1371098" y="0"/>
                  </a:moveTo>
                  <a:cubicBezTo>
                    <a:pt x="1483322" y="0"/>
                    <a:pt x="1574298" y="90976"/>
                    <a:pt x="1574298" y="203200"/>
                  </a:cubicBezTo>
                  <a:cubicBezTo>
                    <a:pt x="1574298" y="315424"/>
                    <a:pt x="1483322" y="406400"/>
                    <a:pt x="1371098"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27" id="27"/>
            <p:cNvSpPr txBox="true"/>
            <p:nvPr/>
          </p:nvSpPr>
          <p:spPr>
            <a:xfrm>
              <a:off x="0" y="-28575"/>
              <a:ext cx="1574298" cy="434975"/>
            </a:xfrm>
            <a:prstGeom prst="rect">
              <a:avLst/>
            </a:prstGeom>
          </p:spPr>
          <p:txBody>
            <a:bodyPr anchor="ctr" rtlCol="false" tIns="50800" lIns="50800" bIns="50800" rIns="50800"/>
            <a:lstStyle/>
            <a:p>
              <a:pPr algn="ctr">
                <a:lnSpc>
                  <a:spcPts val="1960"/>
                </a:lnSpc>
              </a:pPr>
            </a:p>
          </p:txBody>
        </p:sp>
      </p:grpSp>
      <p:grpSp>
        <p:nvGrpSpPr>
          <p:cNvPr name="Group 28" id="28"/>
          <p:cNvGrpSpPr/>
          <p:nvPr/>
        </p:nvGrpSpPr>
        <p:grpSpPr>
          <a:xfrm rot="-1798484">
            <a:off x="6835479" y="9942221"/>
            <a:ext cx="1029885" cy="597777"/>
            <a:chOff x="0" y="0"/>
            <a:chExt cx="700170" cy="406400"/>
          </a:xfrm>
        </p:grpSpPr>
        <p:sp>
          <p:nvSpPr>
            <p:cNvPr name="Freeform 29" id="29"/>
            <p:cNvSpPr/>
            <p:nvPr/>
          </p:nvSpPr>
          <p:spPr>
            <a:xfrm flipH="false" flipV="false" rot="0">
              <a:off x="0" y="0"/>
              <a:ext cx="700170" cy="406400"/>
            </a:xfrm>
            <a:custGeom>
              <a:avLst/>
              <a:gdLst/>
              <a:ahLst/>
              <a:cxnLst/>
              <a:rect r="r" b="b" t="t" l="l"/>
              <a:pathLst>
                <a:path h="406400" w="700170">
                  <a:moveTo>
                    <a:pt x="496970" y="0"/>
                  </a:moveTo>
                  <a:cubicBezTo>
                    <a:pt x="609195" y="0"/>
                    <a:pt x="700170" y="90976"/>
                    <a:pt x="700170" y="203200"/>
                  </a:cubicBezTo>
                  <a:cubicBezTo>
                    <a:pt x="700170" y="315424"/>
                    <a:pt x="609195" y="406400"/>
                    <a:pt x="496970"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30" id="30"/>
            <p:cNvSpPr txBox="true"/>
            <p:nvPr/>
          </p:nvSpPr>
          <p:spPr>
            <a:xfrm>
              <a:off x="0" y="-28575"/>
              <a:ext cx="700170" cy="434975"/>
            </a:xfrm>
            <a:prstGeom prst="rect">
              <a:avLst/>
            </a:prstGeom>
          </p:spPr>
          <p:txBody>
            <a:bodyPr anchor="ctr" rtlCol="false" tIns="50800" lIns="50800" bIns="50800" rIns="50800"/>
            <a:lstStyle/>
            <a:p>
              <a:pPr algn="ctr">
                <a:lnSpc>
                  <a:spcPts val="1960"/>
                </a:lnSpc>
              </a:pPr>
            </a:p>
          </p:txBody>
        </p:sp>
      </p:grpSp>
      <p:sp>
        <p:nvSpPr>
          <p:cNvPr name="Freeform 31" id="31"/>
          <p:cNvSpPr/>
          <p:nvPr/>
        </p:nvSpPr>
        <p:spPr>
          <a:xfrm flipH="false" flipV="false" rot="-5251728">
            <a:off x="1270937" y="9149605"/>
            <a:ext cx="515512" cy="515512"/>
          </a:xfrm>
          <a:custGeom>
            <a:avLst/>
            <a:gdLst/>
            <a:ahLst/>
            <a:cxnLst/>
            <a:rect r="r" b="b" t="t" l="l"/>
            <a:pathLst>
              <a:path h="515512" w="515512">
                <a:moveTo>
                  <a:pt x="0" y="0"/>
                </a:moveTo>
                <a:lnTo>
                  <a:pt x="515512" y="0"/>
                </a:lnTo>
                <a:lnTo>
                  <a:pt x="515512" y="515512"/>
                </a:lnTo>
                <a:lnTo>
                  <a:pt x="0" y="515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2" id="32"/>
          <p:cNvGrpSpPr/>
          <p:nvPr/>
        </p:nvGrpSpPr>
        <p:grpSpPr>
          <a:xfrm rot="-1301559">
            <a:off x="5379811" y="9292555"/>
            <a:ext cx="1118513" cy="634445"/>
            <a:chOff x="0" y="0"/>
            <a:chExt cx="660400" cy="374593"/>
          </a:xfrm>
        </p:grpSpPr>
        <p:sp>
          <p:nvSpPr>
            <p:cNvPr name="Freeform 33" id="33"/>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C9499"/>
            </a:solidFill>
          </p:spPr>
        </p:sp>
        <p:sp>
          <p:nvSpPr>
            <p:cNvPr name="TextBox 34" id="34"/>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grpSp>
        <p:nvGrpSpPr>
          <p:cNvPr name="Group 35" id="35"/>
          <p:cNvGrpSpPr/>
          <p:nvPr/>
        </p:nvGrpSpPr>
        <p:grpSpPr>
          <a:xfrm rot="-1022857">
            <a:off x="15790508" y="-440176"/>
            <a:ext cx="2937583" cy="2937753"/>
            <a:chOff x="0" y="0"/>
            <a:chExt cx="812800" cy="812800"/>
          </a:xfrm>
        </p:grpSpPr>
        <p:sp>
          <p:nvSpPr>
            <p:cNvPr name="Freeform 36" id="3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37" id="3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38" id="38"/>
          <p:cNvGrpSpPr/>
          <p:nvPr/>
        </p:nvGrpSpPr>
        <p:grpSpPr>
          <a:xfrm rot="-1022857">
            <a:off x="16544886" y="318225"/>
            <a:ext cx="1428828" cy="1428910"/>
            <a:chOff x="0" y="0"/>
            <a:chExt cx="812800" cy="812800"/>
          </a:xfrm>
        </p:grpSpPr>
        <p:sp>
          <p:nvSpPr>
            <p:cNvPr name="Freeform 39" id="3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40" id="4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41" id="41"/>
          <p:cNvGrpSpPr/>
          <p:nvPr/>
        </p:nvGrpSpPr>
        <p:grpSpPr>
          <a:xfrm rot="2971816">
            <a:off x="13324160" y="290346"/>
            <a:ext cx="2497745" cy="929260"/>
            <a:chOff x="0" y="0"/>
            <a:chExt cx="1092357" cy="406400"/>
          </a:xfrm>
        </p:grpSpPr>
        <p:sp>
          <p:nvSpPr>
            <p:cNvPr name="Freeform 42" id="42"/>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43" id="43"/>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sp>
        <p:nvSpPr>
          <p:cNvPr name="Freeform 44" id="44"/>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5" id="45"/>
          <p:cNvGrpSpPr/>
          <p:nvPr/>
        </p:nvGrpSpPr>
        <p:grpSpPr>
          <a:xfrm rot="0">
            <a:off x="11797618" y="-106053"/>
            <a:ext cx="1034114" cy="1034114"/>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47" id="47"/>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Freeform 48" id="48"/>
          <p:cNvSpPr/>
          <p:nvPr/>
        </p:nvSpPr>
        <p:spPr>
          <a:xfrm flipH="false" flipV="false" rot="-1541511">
            <a:off x="16242159" y="2883129"/>
            <a:ext cx="641808" cy="641808"/>
          </a:xfrm>
          <a:custGeom>
            <a:avLst/>
            <a:gdLst/>
            <a:ahLst/>
            <a:cxnLst/>
            <a:rect r="r" b="b" t="t" l="l"/>
            <a:pathLst>
              <a:path h="641808" w="641808">
                <a:moveTo>
                  <a:pt x="0" y="0"/>
                </a:moveTo>
                <a:lnTo>
                  <a:pt x="641808" y="0"/>
                </a:lnTo>
                <a:lnTo>
                  <a:pt x="641808" y="641808"/>
                </a:lnTo>
                <a:lnTo>
                  <a:pt x="0" y="6418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9" id="49"/>
          <p:cNvGrpSpPr/>
          <p:nvPr/>
        </p:nvGrpSpPr>
        <p:grpSpPr>
          <a:xfrm rot="0">
            <a:off x="17861108" y="3104030"/>
            <a:ext cx="677438" cy="677438"/>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51" id="51"/>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52" id="52"/>
          <p:cNvGrpSpPr/>
          <p:nvPr/>
        </p:nvGrpSpPr>
        <p:grpSpPr>
          <a:xfrm rot="0">
            <a:off x="14982224" y="2645447"/>
            <a:ext cx="524577" cy="524577"/>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D05C"/>
            </a:solidFill>
          </p:spPr>
        </p:sp>
        <p:sp>
          <p:nvSpPr>
            <p:cNvPr name="TextBox 54" id="54"/>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sp>
        <p:nvSpPr>
          <p:cNvPr name="TextBox 2" id="2"/>
          <p:cNvSpPr txBox="true"/>
          <p:nvPr/>
        </p:nvSpPr>
        <p:spPr>
          <a:xfrm rot="0">
            <a:off x="1028700" y="407554"/>
            <a:ext cx="16230600" cy="2188515"/>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Result</a:t>
            </a:r>
          </a:p>
        </p:txBody>
      </p:sp>
      <p:grpSp>
        <p:nvGrpSpPr>
          <p:cNvPr name="Group 3" id="3"/>
          <p:cNvGrpSpPr/>
          <p:nvPr/>
        </p:nvGrpSpPr>
        <p:grpSpPr>
          <a:xfrm rot="0">
            <a:off x="820472" y="3162386"/>
            <a:ext cx="8733448" cy="6095914"/>
            <a:chOff x="0" y="0"/>
            <a:chExt cx="975891" cy="681168"/>
          </a:xfrm>
        </p:grpSpPr>
        <p:sp>
          <p:nvSpPr>
            <p:cNvPr name="Freeform 4" id="4"/>
            <p:cNvSpPr/>
            <p:nvPr/>
          </p:nvSpPr>
          <p:spPr>
            <a:xfrm flipH="false" flipV="false" rot="0">
              <a:off x="0" y="0"/>
              <a:ext cx="975891" cy="681168"/>
            </a:xfrm>
            <a:custGeom>
              <a:avLst/>
              <a:gdLst/>
              <a:ahLst/>
              <a:cxnLst/>
              <a:rect r="r" b="b" t="t" l="l"/>
              <a:pathLst>
                <a:path h="681168" w="975891">
                  <a:moveTo>
                    <a:pt x="105776" y="0"/>
                  </a:moveTo>
                  <a:lnTo>
                    <a:pt x="870115" y="0"/>
                  </a:lnTo>
                  <a:cubicBezTo>
                    <a:pt x="898168" y="0"/>
                    <a:pt x="925073" y="11144"/>
                    <a:pt x="944910" y="30981"/>
                  </a:cubicBezTo>
                  <a:cubicBezTo>
                    <a:pt x="964747" y="50818"/>
                    <a:pt x="975891" y="77722"/>
                    <a:pt x="975891" y="105776"/>
                  </a:cubicBezTo>
                  <a:lnTo>
                    <a:pt x="975891" y="575392"/>
                  </a:lnTo>
                  <a:cubicBezTo>
                    <a:pt x="975891" y="633811"/>
                    <a:pt x="928533" y="681168"/>
                    <a:pt x="870115" y="681168"/>
                  </a:cubicBezTo>
                  <a:lnTo>
                    <a:pt x="105776" y="681168"/>
                  </a:lnTo>
                  <a:cubicBezTo>
                    <a:pt x="47357" y="681168"/>
                    <a:pt x="0" y="633811"/>
                    <a:pt x="0" y="575392"/>
                  </a:cubicBezTo>
                  <a:lnTo>
                    <a:pt x="0" y="105776"/>
                  </a:lnTo>
                  <a:cubicBezTo>
                    <a:pt x="0" y="47357"/>
                    <a:pt x="47357" y="0"/>
                    <a:pt x="105776" y="0"/>
                  </a:cubicBezTo>
                  <a:close/>
                </a:path>
              </a:pathLst>
            </a:custGeom>
            <a:ln w="19050" cap="rnd">
              <a:solidFill>
                <a:srgbClr val="532822"/>
              </a:solidFill>
              <a:prstDash val="solid"/>
              <a:round/>
            </a:ln>
          </p:spPr>
        </p:sp>
        <p:sp>
          <p:nvSpPr>
            <p:cNvPr name="TextBox 5" id="5"/>
            <p:cNvSpPr txBox="true"/>
            <p:nvPr/>
          </p:nvSpPr>
          <p:spPr>
            <a:xfrm>
              <a:off x="0" y="-28575"/>
              <a:ext cx="975891" cy="709743"/>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9944445" y="3936360"/>
            <a:ext cx="7523083" cy="5499846"/>
            <a:chOff x="0" y="0"/>
            <a:chExt cx="840642" cy="614562"/>
          </a:xfrm>
        </p:grpSpPr>
        <p:sp>
          <p:nvSpPr>
            <p:cNvPr name="Freeform 7" id="7"/>
            <p:cNvSpPr/>
            <p:nvPr/>
          </p:nvSpPr>
          <p:spPr>
            <a:xfrm flipH="false" flipV="false" rot="0">
              <a:off x="0" y="0"/>
              <a:ext cx="840642" cy="614562"/>
            </a:xfrm>
            <a:custGeom>
              <a:avLst/>
              <a:gdLst/>
              <a:ahLst/>
              <a:cxnLst/>
              <a:rect r="r" b="b" t="t" l="l"/>
              <a:pathLst>
                <a:path h="614562" w="840642">
                  <a:moveTo>
                    <a:pt x="122794" y="0"/>
                  </a:moveTo>
                  <a:lnTo>
                    <a:pt x="717849" y="0"/>
                  </a:lnTo>
                  <a:cubicBezTo>
                    <a:pt x="785666" y="0"/>
                    <a:pt x="840642" y="54977"/>
                    <a:pt x="840642" y="122794"/>
                  </a:cubicBezTo>
                  <a:lnTo>
                    <a:pt x="840642" y="491769"/>
                  </a:lnTo>
                  <a:cubicBezTo>
                    <a:pt x="840642" y="559586"/>
                    <a:pt x="785666" y="614562"/>
                    <a:pt x="717849" y="614562"/>
                  </a:cubicBezTo>
                  <a:lnTo>
                    <a:pt x="122794" y="614562"/>
                  </a:lnTo>
                  <a:cubicBezTo>
                    <a:pt x="54977" y="614562"/>
                    <a:pt x="0" y="559586"/>
                    <a:pt x="0" y="491769"/>
                  </a:cubicBezTo>
                  <a:lnTo>
                    <a:pt x="0" y="122794"/>
                  </a:lnTo>
                  <a:cubicBezTo>
                    <a:pt x="0" y="54977"/>
                    <a:pt x="54977" y="0"/>
                    <a:pt x="122794" y="0"/>
                  </a:cubicBezTo>
                  <a:close/>
                </a:path>
              </a:pathLst>
            </a:custGeom>
            <a:solidFill>
              <a:srgbClr val="532822"/>
            </a:solidFill>
            <a:ln w="19050" cap="rnd">
              <a:solidFill>
                <a:srgbClr val="532822"/>
              </a:solidFill>
              <a:prstDash val="solid"/>
              <a:round/>
            </a:ln>
          </p:spPr>
        </p:sp>
        <p:sp>
          <p:nvSpPr>
            <p:cNvPr name="TextBox 8" id="8"/>
            <p:cNvSpPr txBox="true"/>
            <p:nvPr/>
          </p:nvSpPr>
          <p:spPr>
            <a:xfrm>
              <a:off x="0" y="-28575"/>
              <a:ext cx="840642" cy="643137"/>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10848673" y="5114023"/>
            <a:ext cx="5714627" cy="3106420"/>
          </a:xfrm>
          <a:prstGeom prst="rect">
            <a:avLst/>
          </a:prstGeom>
        </p:spPr>
        <p:txBody>
          <a:bodyPr anchor="t" rtlCol="false" tIns="0" lIns="0" bIns="0" rIns="0">
            <a:spAutoFit/>
          </a:bodyPr>
          <a:lstStyle/>
          <a:p>
            <a:pPr algn="l">
              <a:lnSpc>
                <a:spcPts val="3079"/>
              </a:lnSpc>
            </a:pPr>
            <a:r>
              <a:rPr lang="en-US" sz="2199" spc="-87">
                <a:solidFill>
                  <a:srgbClr val="FEF4EA"/>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grpSp>
        <p:nvGrpSpPr>
          <p:cNvPr name="Group 10" id="10"/>
          <p:cNvGrpSpPr/>
          <p:nvPr/>
        </p:nvGrpSpPr>
        <p:grpSpPr>
          <a:xfrm rot="-1022857">
            <a:off x="15790508" y="-440176"/>
            <a:ext cx="2937583" cy="2937753"/>
            <a:chOff x="0" y="0"/>
            <a:chExt cx="812800" cy="812800"/>
          </a:xfrm>
        </p:grpSpPr>
        <p:sp>
          <p:nvSpPr>
            <p:cNvPr name="Freeform 11" id="11"/>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12" id="12"/>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3" id="13"/>
          <p:cNvGrpSpPr/>
          <p:nvPr/>
        </p:nvGrpSpPr>
        <p:grpSpPr>
          <a:xfrm rot="-1022857">
            <a:off x="10058576" y="470126"/>
            <a:ext cx="915817" cy="915870"/>
            <a:chOff x="0" y="0"/>
            <a:chExt cx="812800" cy="812800"/>
          </a:xfrm>
        </p:grpSpPr>
        <p:sp>
          <p:nvSpPr>
            <p:cNvPr name="Freeform 14" id="14"/>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532822"/>
            </a:solidFill>
            <a:ln cap="rnd">
              <a:noFill/>
              <a:prstDash val="solid"/>
              <a:round/>
            </a:ln>
          </p:spPr>
        </p:sp>
        <p:sp>
          <p:nvSpPr>
            <p:cNvPr name="TextBox 15" id="15"/>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6" id="16"/>
          <p:cNvGrpSpPr/>
          <p:nvPr/>
        </p:nvGrpSpPr>
        <p:grpSpPr>
          <a:xfrm rot="-1022857">
            <a:off x="16544886" y="318225"/>
            <a:ext cx="1428828" cy="1428910"/>
            <a:chOff x="0" y="0"/>
            <a:chExt cx="812800" cy="812800"/>
          </a:xfrm>
        </p:grpSpPr>
        <p:sp>
          <p:nvSpPr>
            <p:cNvPr name="Freeform 17" id="17"/>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8" id="18"/>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9" id="19"/>
          <p:cNvGrpSpPr/>
          <p:nvPr/>
        </p:nvGrpSpPr>
        <p:grpSpPr>
          <a:xfrm rot="2971816">
            <a:off x="13324160" y="290346"/>
            <a:ext cx="2497745" cy="929260"/>
            <a:chOff x="0" y="0"/>
            <a:chExt cx="1092357" cy="406400"/>
          </a:xfrm>
        </p:grpSpPr>
        <p:sp>
          <p:nvSpPr>
            <p:cNvPr name="Freeform 20" id="20"/>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21" id="21"/>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sp>
        <p:nvSpPr>
          <p:cNvPr name="Freeform 22" id="22"/>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1797618" y="-106053"/>
            <a:ext cx="1034114" cy="103411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6" id="26"/>
          <p:cNvGrpSpPr/>
          <p:nvPr/>
        </p:nvGrpSpPr>
        <p:grpSpPr>
          <a:xfrm rot="-1671180">
            <a:off x="11175628" y="1624265"/>
            <a:ext cx="1059068" cy="600726"/>
            <a:chOff x="0" y="0"/>
            <a:chExt cx="660400" cy="374593"/>
          </a:xfrm>
        </p:grpSpPr>
        <p:sp>
          <p:nvSpPr>
            <p:cNvPr name="Freeform 27" id="27"/>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D05C"/>
            </a:solidFill>
          </p:spPr>
        </p:sp>
        <p:sp>
          <p:nvSpPr>
            <p:cNvPr name="TextBox 28" id="28"/>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Freeform 29" id="29"/>
          <p:cNvSpPr/>
          <p:nvPr/>
        </p:nvSpPr>
        <p:spPr>
          <a:xfrm flipH="false" flipV="false" rot="-1541511">
            <a:off x="16242159" y="2883129"/>
            <a:ext cx="641808" cy="641808"/>
          </a:xfrm>
          <a:custGeom>
            <a:avLst/>
            <a:gdLst/>
            <a:ahLst/>
            <a:cxnLst/>
            <a:rect r="r" b="b" t="t" l="l"/>
            <a:pathLst>
              <a:path h="641808" w="641808">
                <a:moveTo>
                  <a:pt x="0" y="0"/>
                </a:moveTo>
                <a:lnTo>
                  <a:pt x="641808" y="0"/>
                </a:lnTo>
                <a:lnTo>
                  <a:pt x="641808" y="641808"/>
                </a:lnTo>
                <a:lnTo>
                  <a:pt x="0" y="6418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0" id="30"/>
          <p:cNvGrpSpPr/>
          <p:nvPr/>
        </p:nvGrpSpPr>
        <p:grpSpPr>
          <a:xfrm rot="0">
            <a:off x="17861108" y="3104030"/>
            <a:ext cx="677438" cy="67743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32" id="32"/>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33" id="33"/>
          <p:cNvGrpSpPr/>
          <p:nvPr/>
        </p:nvGrpSpPr>
        <p:grpSpPr>
          <a:xfrm rot="0">
            <a:off x="14982224" y="2645447"/>
            <a:ext cx="524577" cy="52457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D05C"/>
            </a:solidFill>
          </p:spPr>
        </p:sp>
        <p:sp>
          <p:nvSpPr>
            <p:cNvPr name="TextBox 35" id="35"/>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pic>
        <p:nvPicPr>
          <p:cNvPr name="Picture 36" id="36"/>
          <p:cNvPicPr>
            <a:picLocks noChangeAspect="true"/>
          </p:cNvPicPr>
          <p:nvPr/>
        </p:nvPicPr>
        <p:blipFill>
          <a:blip r:embed="rId6"/>
          <a:stretch>
            <a:fillRect/>
          </a:stretch>
        </p:blipFill>
        <p:spPr>
          <a:xfrm rot="0">
            <a:off x="722232" y="2888173"/>
            <a:ext cx="8929928" cy="6644339"/>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p:cSld>
    <p:bg>
      <p:bgPr>
        <a:solidFill>
          <a:srgbClr val="FEF4EA"/>
        </a:solidFill>
      </p:bgPr>
    </p:bg>
    <p:spTree>
      <p:nvGrpSpPr>
        <p:cNvPr id="1" name=""/>
        <p:cNvGrpSpPr/>
        <p:nvPr/>
      </p:nvGrpSpPr>
      <p:grpSpPr>
        <a:xfrm>
          <a:off x="0" y="0"/>
          <a:ext cx="0" cy="0"/>
          <a:chOff x="0" y="0"/>
          <a:chExt cx="0" cy="0"/>
        </a:xfrm>
      </p:grpSpPr>
      <p:sp>
        <p:nvSpPr>
          <p:cNvPr name="TextBox 2" id="2"/>
          <p:cNvSpPr txBox="true"/>
          <p:nvPr/>
        </p:nvSpPr>
        <p:spPr>
          <a:xfrm rot="0">
            <a:off x="1028700" y="7300813"/>
            <a:ext cx="11357109" cy="2184874"/>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Conclusions </a:t>
            </a:r>
          </a:p>
        </p:txBody>
      </p:sp>
      <p:grpSp>
        <p:nvGrpSpPr>
          <p:cNvPr name="Group 3" id="3"/>
          <p:cNvGrpSpPr/>
          <p:nvPr/>
        </p:nvGrpSpPr>
        <p:grpSpPr>
          <a:xfrm rot="0">
            <a:off x="820472" y="859984"/>
            <a:ext cx="8130644" cy="5162413"/>
            <a:chOff x="0" y="0"/>
            <a:chExt cx="908532" cy="576857"/>
          </a:xfrm>
        </p:grpSpPr>
        <p:sp>
          <p:nvSpPr>
            <p:cNvPr name="Freeform 4" id="4"/>
            <p:cNvSpPr/>
            <p:nvPr/>
          </p:nvSpPr>
          <p:spPr>
            <a:xfrm flipH="false" flipV="false" rot="0">
              <a:off x="0" y="0"/>
              <a:ext cx="908532" cy="576857"/>
            </a:xfrm>
            <a:custGeom>
              <a:avLst/>
              <a:gdLst/>
              <a:ahLst/>
              <a:cxnLst/>
              <a:rect r="r" b="b" t="t" l="l"/>
              <a:pathLst>
                <a:path h="576857" w="908532">
                  <a:moveTo>
                    <a:pt x="113618" y="0"/>
                  </a:moveTo>
                  <a:lnTo>
                    <a:pt x="794914" y="0"/>
                  </a:lnTo>
                  <a:cubicBezTo>
                    <a:pt x="825048" y="0"/>
                    <a:pt x="853947" y="11970"/>
                    <a:pt x="875254" y="33278"/>
                  </a:cubicBezTo>
                  <a:cubicBezTo>
                    <a:pt x="896562" y="54585"/>
                    <a:pt x="908532" y="83485"/>
                    <a:pt x="908532" y="113618"/>
                  </a:cubicBezTo>
                  <a:lnTo>
                    <a:pt x="908532" y="463239"/>
                  </a:lnTo>
                  <a:cubicBezTo>
                    <a:pt x="908532" y="525989"/>
                    <a:pt x="857664" y="576857"/>
                    <a:pt x="794914" y="576857"/>
                  </a:cubicBezTo>
                  <a:lnTo>
                    <a:pt x="113618" y="576857"/>
                  </a:lnTo>
                  <a:cubicBezTo>
                    <a:pt x="83485" y="576857"/>
                    <a:pt x="54585" y="564887"/>
                    <a:pt x="33278" y="543579"/>
                  </a:cubicBezTo>
                  <a:cubicBezTo>
                    <a:pt x="11970" y="522272"/>
                    <a:pt x="0" y="493372"/>
                    <a:pt x="0" y="463239"/>
                  </a:cubicBezTo>
                  <a:lnTo>
                    <a:pt x="0" y="113618"/>
                  </a:lnTo>
                  <a:cubicBezTo>
                    <a:pt x="0" y="83485"/>
                    <a:pt x="11970" y="54585"/>
                    <a:pt x="33278" y="33278"/>
                  </a:cubicBezTo>
                  <a:cubicBezTo>
                    <a:pt x="54585" y="11970"/>
                    <a:pt x="83485" y="0"/>
                    <a:pt x="113618" y="0"/>
                  </a:cubicBezTo>
                  <a:close/>
                </a:path>
              </a:pathLst>
            </a:custGeom>
            <a:solidFill>
              <a:srgbClr val="532822"/>
            </a:solidFill>
            <a:ln w="19050" cap="rnd">
              <a:solidFill>
                <a:srgbClr val="532822"/>
              </a:solidFill>
              <a:prstDash val="solid"/>
              <a:round/>
            </a:ln>
          </p:spPr>
        </p:sp>
        <p:sp>
          <p:nvSpPr>
            <p:cNvPr name="TextBox 5" id="5"/>
            <p:cNvSpPr txBox="true"/>
            <p:nvPr/>
          </p:nvSpPr>
          <p:spPr>
            <a:xfrm>
              <a:off x="0" y="-28575"/>
              <a:ext cx="908532" cy="605432"/>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9336884" y="1604490"/>
            <a:ext cx="8130644" cy="5191882"/>
            <a:chOff x="0" y="0"/>
            <a:chExt cx="908532" cy="580150"/>
          </a:xfrm>
        </p:grpSpPr>
        <p:sp>
          <p:nvSpPr>
            <p:cNvPr name="Freeform 7" id="7"/>
            <p:cNvSpPr/>
            <p:nvPr/>
          </p:nvSpPr>
          <p:spPr>
            <a:xfrm flipH="false" flipV="false" rot="0">
              <a:off x="0" y="0"/>
              <a:ext cx="908532" cy="580150"/>
            </a:xfrm>
            <a:custGeom>
              <a:avLst/>
              <a:gdLst/>
              <a:ahLst/>
              <a:cxnLst/>
              <a:rect r="r" b="b" t="t" l="l"/>
              <a:pathLst>
                <a:path h="580150" w="908532">
                  <a:moveTo>
                    <a:pt x="113618" y="0"/>
                  </a:moveTo>
                  <a:lnTo>
                    <a:pt x="794914" y="0"/>
                  </a:lnTo>
                  <a:cubicBezTo>
                    <a:pt x="825048" y="0"/>
                    <a:pt x="853947" y="11970"/>
                    <a:pt x="875254" y="33278"/>
                  </a:cubicBezTo>
                  <a:cubicBezTo>
                    <a:pt x="896562" y="54585"/>
                    <a:pt x="908532" y="83485"/>
                    <a:pt x="908532" y="113618"/>
                  </a:cubicBezTo>
                  <a:lnTo>
                    <a:pt x="908532" y="466532"/>
                  </a:lnTo>
                  <a:cubicBezTo>
                    <a:pt x="908532" y="529281"/>
                    <a:pt x="857664" y="580150"/>
                    <a:pt x="794914" y="580150"/>
                  </a:cubicBezTo>
                  <a:lnTo>
                    <a:pt x="113618" y="580150"/>
                  </a:lnTo>
                  <a:cubicBezTo>
                    <a:pt x="83485" y="580150"/>
                    <a:pt x="54585" y="568179"/>
                    <a:pt x="33278" y="546872"/>
                  </a:cubicBezTo>
                  <a:cubicBezTo>
                    <a:pt x="11970" y="525564"/>
                    <a:pt x="0" y="496665"/>
                    <a:pt x="0" y="466532"/>
                  </a:cubicBezTo>
                  <a:lnTo>
                    <a:pt x="0" y="113618"/>
                  </a:lnTo>
                  <a:cubicBezTo>
                    <a:pt x="0" y="83485"/>
                    <a:pt x="11970" y="54585"/>
                    <a:pt x="33278" y="33278"/>
                  </a:cubicBezTo>
                  <a:cubicBezTo>
                    <a:pt x="54585" y="11970"/>
                    <a:pt x="83485" y="0"/>
                    <a:pt x="113618" y="0"/>
                  </a:cubicBezTo>
                  <a:close/>
                </a:path>
              </a:pathLst>
            </a:custGeom>
            <a:ln w="19050" cap="rnd">
              <a:solidFill>
                <a:srgbClr val="532822"/>
              </a:solidFill>
              <a:prstDash val="solid"/>
              <a:round/>
            </a:ln>
          </p:spPr>
        </p:sp>
        <p:sp>
          <p:nvSpPr>
            <p:cNvPr name="TextBox 8" id="8"/>
            <p:cNvSpPr txBox="true"/>
            <p:nvPr/>
          </p:nvSpPr>
          <p:spPr>
            <a:xfrm>
              <a:off x="0" y="-28575"/>
              <a:ext cx="908532" cy="608725"/>
            </a:xfrm>
            <a:prstGeom prst="rect">
              <a:avLst/>
            </a:prstGeom>
          </p:spPr>
          <p:txBody>
            <a:bodyPr anchor="ctr" rtlCol="false" tIns="50800" lIns="50800" bIns="50800" rIns="50800"/>
            <a:lstStyle/>
            <a:p>
              <a:pPr algn="ctr">
                <a:lnSpc>
                  <a:spcPts val="1960"/>
                </a:lnSpc>
              </a:pPr>
            </a:p>
          </p:txBody>
        </p:sp>
      </p:grpSp>
      <p:grpSp>
        <p:nvGrpSpPr>
          <p:cNvPr name="Group 9" id="9"/>
          <p:cNvGrpSpPr/>
          <p:nvPr/>
        </p:nvGrpSpPr>
        <p:grpSpPr>
          <a:xfrm rot="-4158217">
            <a:off x="13044914" y="8811600"/>
            <a:ext cx="1259830" cy="1259903"/>
            <a:chOff x="0" y="0"/>
            <a:chExt cx="812800" cy="812800"/>
          </a:xfrm>
        </p:grpSpPr>
        <p:sp>
          <p:nvSpPr>
            <p:cNvPr name="Freeform 10" id="10"/>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11" id="11"/>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2" id="12"/>
          <p:cNvGrpSpPr/>
          <p:nvPr/>
        </p:nvGrpSpPr>
        <p:grpSpPr>
          <a:xfrm rot="-3135360">
            <a:off x="17500107" y="6912426"/>
            <a:ext cx="1641321" cy="164132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5" id="15"/>
          <p:cNvGrpSpPr/>
          <p:nvPr/>
        </p:nvGrpSpPr>
        <p:grpSpPr>
          <a:xfrm rot="-3135360">
            <a:off x="15011505" y="8897341"/>
            <a:ext cx="464674" cy="46467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17" id="17"/>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8" id="18"/>
          <p:cNvGrpSpPr/>
          <p:nvPr/>
        </p:nvGrpSpPr>
        <p:grpSpPr>
          <a:xfrm rot="-1285244">
            <a:off x="11396080" y="9907353"/>
            <a:ext cx="1195553" cy="597777"/>
            <a:chOff x="0" y="0"/>
            <a:chExt cx="812800" cy="406400"/>
          </a:xfrm>
        </p:grpSpPr>
        <p:sp>
          <p:nvSpPr>
            <p:cNvPr name="Freeform 19" id="1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20" id="20"/>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21" id="21"/>
          <p:cNvGrpSpPr/>
          <p:nvPr/>
        </p:nvGrpSpPr>
        <p:grpSpPr>
          <a:xfrm rot="1252744">
            <a:off x="14790672" y="10081196"/>
            <a:ext cx="2315646" cy="597777"/>
            <a:chOff x="0" y="0"/>
            <a:chExt cx="1574298" cy="406400"/>
          </a:xfrm>
        </p:grpSpPr>
        <p:sp>
          <p:nvSpPr>
            <p:cNvPr name="Freeform 22" id="22"/>
            <p:cNvSpPr/>
            <p:nvPr/>
          </p:nvSpPr>
          <p:spPr>
            <a:xfrm flipH="false" flipV="false" rot="0">
              <a:off x="0" y="0"/>
              <a:ext cx="1574298" cy="406400"/>
            </a:xfrm>
            <a:custGeom>
              <a:avLst/>
              <a:gdLst/>
              <a:ahLst/>
              <a:cxnLst/>
              <a:rect r="r" b="b" t="t" l="l"/>
              <a:pathLst>
                <a:path h="406400" w="1574298">
                  <a:moveTo>
                    <a:pt x="1371098" y="0"/>
                  </a:moveTo>
                  <a:cubicBezTo>
                    <a:pt x="1483322" y="0"/>
                    <a:pt x="1574298" y="90976"/>
                    <a:pt x="1574298" y="203200"/>
                  </a:cubicBezTo>
                  <a:cubicBezTo>
                    <a:pt x="1574298" y="315424"/>
                    <a:pt x="1483322" y="406400"/>
                    <a:pt x="1371098"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23" id="23"/>
            <p:cNvSpPr txBox="true"/>
            <p:nvPr/>
          </p:nvSpPr>
          <p:spPr>
            <a:xfrm>
              <a:off x="0" y="-28575"/>
              <a:ext cx="1574298" cy="434975"/>
            </a:xfrm>
            <a:prstGeom prst="rect">
              <a:avLst/>
            </a:prstGeom>
          </p:spPr>
          <p:txBody>
            <a:bodyPr anchor="ctr" rtlCol="false" tIns="50800" lIns="50800" bIns="50800" rIns="50800"/>
            <a:lstStyle/>
            <a:p>
              <a:pPr algn="ctr">
                <a:lnSpc>
                  <a:spcPts val="1960"/>
                </a:lnSpc>
              </a:pPr>
            </a:p>
          </p:txBody>
        </p:sp>
      </p:grpSp>
      <p:grpSp>
        <p:nvGrpSpPr>
          <p:cNvPr name="Group 24" id="24"/>
          <p:cNvGrpSpPr/>
          <p:nvPr/>
        </p:nvGrpSpPr>
        <p:grpSpPr>
          <a:xfrm rot="-1798484">
            <a:off x="17753823" y="9652994"/>
            <a:ext cx="1029885" cy="597777"/>
            <a:chOff x="0" y="0"/>
            <a:chExt cx="700170" cy="406400"/>
          </a:xfrm>
        </p:grpSpPr>
        <p:sp>
          <p:nvSpPr>
            <p:cNvPr name="Freeform 25" id="25"/>
            <p:cNvSpPr/>
            <p:nvPr/>
          </p:nvSpPr>
          <p:spPr>
            <a:xfrm flipH="false" flipV="false" rot="0">
              <a:off x="0" y="0"/>
              <a:ext cx="700170" cy="406400"/>
            </a:xfrm>
            <a:custGeom>
              <a:avLst/>
              <a:gdLst/>
              <a:ahLst/>
              <a:cxnLst/>
              <a:rect r="r" b="b" t="t" l="l"/>
              <a:pathLst>
                <a:path h="406400" w="700170">
                  <a:moveTo>
                    <a:pt x="496970" y="0"/>
                  </a:moveTo>
                  <a:cubicBezTo>
                    <a:pt x="609195" y="0"/>
                    <a:pt x="700170" y="90976"/>
                    <a:pt x="700170" y="203200"/>
                  </a:cubicBezTo>
                  <a:cubicBezTo>
                    <a:pt x="700170" y="315424"/>
                    <a:pt x="609195" y="406400"/>
                    <a:pt x="496970" y="406400"/>
                  </a:cubicBezTo>
                  <a:lnTo>
                    <a:pt x="203200" y="406400"/>
                  </a:lnTo>
                  <a:cubicBezTo>
                    <a:pt x="90976" y="406400"/>
                    <a:pt x="0" y="315424"/>
                    <a:pt x="0" y="203200"/>
                  </a:cubicBezTo>
                  <a:cubicBezTo>
                    <a:pt x="0" y="90976"/>
                    <a:pt x="90976" y="0"/>
                    <a:pt x="203200" y="0"/>
                  </a:cubicBezTo>
                  <a:close/>
                </a:path>
              </a:pathLst>
            </a:custGeom>
            <a:solidFill>
              <a:srgbClr val="FBD05C"/>
            </a:solidFill>
          </p:spPr>
        </p:sp>
        <p:sp>
          <p:nvSpPr>
            <p:cNvPr name="TextBox 26" id="26"/>
            <p:cNvSpPr txBox="true"/>
            <p:nvPr/>
          </p:nvSpPr>
          <p:spPr>
            <a:xfrm>
              <a:off x="0" y="-28575"/>
              <a:ext cx="700170" cy="434975"/>
            </a:xfrm>
            <a:prstGeom prst="rect">
              <a:avLst/>
            </a:prstGeom>
          </p:spPr>
          <p:txBody>
            <a:bodyPr anchor="ctr" rtlCol="false" tIns="50800" lIns="50800" bIns="50800" rIns="50800"/>
            <a:lstStyle/>
            <a:p>
              <a:pPr algn="ctr">
                <a:lnSpc>
                  <a:spcPts val="1960"/>
                </a:lnSpc>
              </a:pPr>
            </a:p>
          </p:txBody>
        </p:sp>
      </p:grpSp>
      <p:grpSp>
        <p:nvGrpSpPr>
          <p:cNvPr name="Group 27" id="27"/>
          <p:cNvGrpSpPr/>
          <p:nvPr/>
        </p:nvGrpSpPr>
        <p:grpSpPr>
          <a:xfrm rot="-1301559">
            <a:off x="16394564" y="9027430"/>
            <a:ext cx="1118513" cy="634445"/>
            <a:chOff x="0" y="0"/>
            <a:chExt cx="660400" cy="374593"/>
          </a:xfrm>
        </p:grpSpPr>
        <p:sp>
          <p:nvSpPr>
            <p:cNvPr name="Freeform 28" id="28"/>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C9499"/>
            </a:solidFill>
          </p:spPr>
        </p:sp>
        <p:sp>
          <p:nvSpPr>
            <p:cNvPr name="TextBox 29" id="29"/>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TextBox 30" id="30"/>
          <p:cNvSpPr txBox="true"/>
          <p:nvPr/>
        </p:nvSpPr>
        <p:spPr>
          <a:xfrm rot="0">
            <a:off x="1490030" y="1351660"/>
            <a:ext cx="6503308" cy="863600"/>
          </a:xfrm>
          <a:prstGeom prst="rect">
            <a:avLst/>
          </a:prstGeom>
        </p:spPr>
        <p:txBody>
          <a:bodyPr anchor="t" rtlCol="false" tIns="0" lIns="0" bIns="0" rIns="0">
            <a:spAutoFit/>
          </a:bodyPr>
          <a:lstStyle/>
          <a:p>
            <a:pPr algn="l">
              <a:lnSpc>
                <a:spcPts val="7000"/>
              </a:lnSpc>
            </a:pPr>
            <a:r>
              <a:rPr lang="en-US" sz="5000" spc="-350" b="true">
                <a:solidFill>
                  <a:srgbClr val="FEF4EA"/>
                </a:solidFill>
                <a:latin typeface="Open Sauce Bold"/>
                <a:ea typeface="Open Sauce Bold"/>
                <a:cs typeface="Open Sauce Bold"/>
                <a:sym typeface="Open Sauce Bold"/>
              </a:rPr>
              <a:t>Conclusion </a:t>
            </a:r>
            <a:r>
              <a:rPr lang="en-US" b="true" sz="5000" spc="-350">
                <a:solidFill>
                  <a:srgbClr val="FEF4EA"/>
                </a:solidFill>
                <a:latin typeface="Open Sauce Bold"/>
                <a:ea typeface="Open Sauce Bold"/>
                <a:cs typeface="Open Sauce Bold"/>
                <a:sym typeface="Open Sauce Bold"/>
              </a:rPr>
              <a:t>01</a:t>
            </a:r>
          </a:p>
        </p:txBody>
      </p:sp>
      <p:sp>
        <p:nvSpPr>
          <p:cNvPr name="TextBox 31" id="31"/>
          <p:cNvSpPr txBox="true"/>
          <p:nvPr/>
        </p:nvSpPr>
        <p:spPr>
          <a:xfrm rot="0">
            <a:off x="10006442" y="2169977"/>
            <a:ext cx="6551512" cy="863600"/>
          </a:xfrm>
          <a:prstGeom prst="rect">
            <a:avLst/>
          </a:prstGeom>
        </p:spPr>
        <p:txBody>
          <a:bodyPr anchor="t" rtlCol="false" tIns="0" lIns="0" bIns="0" rIns="0">
            <a:spAutoFit/>
          </a:bodyPr>
          <a:lstStyle/>
          <a:p>
            <a:pPr algn="l">
              <a:lnSpc>
                <a:spcPts val="7000"/>
              </a:lnSpc>
            </a:pPr>
            <a:r>
              <a:rPr lang="en-US" sz="5000" spc="-350" b="true">
                <a:solidFill>
                  <a:srgbClr val="532822"/>
                </a:solidFill>
                <a:latin typeface="Open Sauce Bold"/>
                <a:ea typeface="Open Sauce Bold"/>
                <a:cs typeface="Open Sauce Bold"/>
                <a:sym typeface="Open Sauce Bold"/>
              </a:rPr>
              <a:t>Conclusion</a:t>
            </a:r>
            <a:r>
              <a:rPr lang="en-US" b="true" sz="5000" spc="-350">
                <a:solidFill>
                  <a:srgbClr val="532822"/>
                </a:solidFill>
                <a:latin typeface="Open Sauce Bold"/>
                <a:ea typeface="Open Sauce Bold"/>
                <a:cs typeface="Open Sauce Bold"/>
                <a:sym typeface="Open Sauce Bold"/>
              </a:rPr>
              <a:t> 02</a:t>
            </a:r>
          </a:p>
        </p:txBody>
      </p:sp>
      <p:sp>
        <p:nvSpPr>
          <p:cNvPr name="TextBox 32" id="32"/>
          <p:cNvSpPr txBox="true"/>
          <p:nvPr/>
        </p:nvSpPr>
        <p:spPr>
          <a:xfrm rot="0">
            <a:off x="1476728" y="2488186"/>
            <a:ext cx="6818132" cy="2715895"/>
          </a:xfrm>
          <a:prstGeom prst="rect">
            <a:avLst/>
          </a:prstGeom>
        </p:spPr>
        <p:txBody>
          <a:bodyPr anchor="t" rtlCol="false" tIns="0" lIns="0" bIns="0" rIns="0">
            <a:spAutoFit/>
          </a:bodyPr>
          <a:lstStyle/>
          <a:p>
            <a:pPr algn="l">
              <a:lnSpc>
                <a:spcPts val="3079"/>
              </a:lnSpc>
            </a:pPr>
            <a:r>
              <a:rPr lang="en-US" sz="2199" spc="-87">
                <a:solidFill>
                  <a:srgbClr val="FEF4EA"/>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33" id="33"/>
          <p:cNvSpPr txBox="true"/>
          <p:nvPr/>
        </p:nvSpPr>
        <p:spPr>
          <a:xfrm rot="0">
            <a:off x="9993140" y="3306502"/>
            <a:ext cx="6818132" cy="2715895"/>
          </a:xfrm>
          <a:prstGeom prst="rect">
            <a:avLst/>
          </a:prstGeom>
        </p:spPr>
        <p:txBody>
          <a:bodyPr anchor="t" rtlCol="false" tIns="0" lIns="0" bIns="0" rIns="0">
            <a:spAutoFit/>
          </a:bodyPr>
          <a:lstStyle/>
          <a:p>
            <a:pPr algn="l">
              <a:lnSpc>
                <a:spcPts val="3079"/>
              </a:lnSpc>
            </a:pPr>
            <a:r>
              <a:rPr lang="en-US" sz="2199" spc="-87">
                <a:solidFill>
                  <a:srgbClr val="532822"/>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0">
            <a:off x="1028700" y="3556256"/>
            <a:ext cx="16230600" cy="1662073"/>
            <a:chOff x="0" y="0"/>
            <a:chExt cx="812800" cy="83234"/>
          </a:xfrm>
        </p:grpSpPr>
        <p:sp>
          <p:nvSpPr>
            <p:cNvPr name="Freeform 3" id="3"/>
            <p:cNvSpPr/>
            <p:nvPr/>
          </p:nvSpPr>
          <p:spPr>
            <a:xfrm flipH="false" flipV="false" rot="0">
              <a:off x="0" y="0"/>
              <a:ext cx="812800" cy="83234"/>
            </a:xfrm>
            <a:custGeom>
              <a:avLst/>
              <a:gdLst/>
              <a:ahLst/>
              <a:cxnLst/>
              <a:rect r="r" b="b" t="t" l="l"/>
              <a:pathLst>
                <a:path h="83234" w="812800">
                  <a:moveTo>
                    <a:pt x="14310" y="0"/>
                  </a:moveTo>
                  <a:lnTo>
                    <a:pt x="798490" y="0"/>
                  </a:lnTo>
                  <a:cubicBezTo>
                    <a:pt x="802285" y="0"/>
                    <a:pt x="805925" y="1508"/>
                    <a:pt x="808609" y="4191"/>
                  </a:cubicBezTo>
                  <a:cubicBezTo>
                    <a:pt x="811292" y="6875"/>
                    <a:pt x="812800" y="10515"/>
                    <a:pt x="812800" y="14310"/>
                  </a:cubicBezTo>
                  <a:lnTo>
                    <a:pt x="812800" y="68924"/>
                  </a:lnTo>
                  <a:cubicBezTo>
                    <a:pt x="812800" y="72719"/>
                    <a:pt x="811292" y="76359"/>
                    <a:pt x="808609" y="79042"/>
                  </a:cubicBezTo>
                  <a:cubicBezTo>
                    <a:pt x="805925" y="81726"/>
                    <a:pt x="802285" y="83234"/>
                    <a:pt x="798490" y="83234"/>
                  </a:cubicBezTo>
                  <a:lnTo>
                    <a:pt x="14310" y="83234"/>
                  </a:lnTo>
                  <a:cubicBezTo>
                    <a:pt x="10515" y="83234"/>
                    <a:pt x="6875" y="81726"/>
                    <a:pt x="4191" y="79042"/>
                  </a:cubicBezTo>
                  <a:cubicBezTo>
                    <a:pt x="1508" y="76359"/>
                    <a:pt x="0" y="72719"/>
                    <a:pt x="0" y="68924"/>
                  </a:cubicBezTo>
                  <a:lnTo>
                    <a:pt x="0" y="14310"/>
                  </a:lnTo>
                  <a:cubicBezTo>
                    <a:pt x="0" y="10515"/>
                    <a:pt x="1508" y="6875"/>
                    <a:pt x="4191" y="4191"/>
                  </a:cubicBezTo>
                  <a:cubicBezTo>
                    <a:pt x="6875" y="1508"/>
                    <a:pt x="10515" y="0"/>
                    <a:pt x="14310" y="0"/>
                  </a:cubicBezTo>
                  <a:close/>
                </a:path>
              </a:pathLst>
            </a:custGeom>
            <a:ln w="19050" cap="rnd">
              <a:solidFill>
                <a:srgbClr val="532822"/>
              </a:solidFill>
              <a:prstDash val="solid"/>
              <a:round/>
            </a:ln>
          </p:spPr>
        </p:sp>
        <p:sp>
          <p:nvSpPr>
            <p:cNvPr name="TextBox 4" id="4"/>
            <p:cNvSpPr txBox="true"/>
            <p:nvPr/>
          </p:nvSpPr>
          <p:spPr>
            <a:xfrm>
              <a:off x="0" y="-28575"/>
              <a:ext cx="812800" cy="111809"/>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1028700" y="5454415"/>
            <a:ext cx="16230600" cy="1662073"/>
            <a:chOff x="0" y="0"/>
            <a:chExt cx="812800" cy="83234"/>
          </a:xfrm>
        </p:grpSpPr>
        <p:sp>
          <p:nvSpPr>
            <p:cNvPr name="Freeform 6" id="6"/>
            <p:cNvSpPr/>
            <p:nvPr/>
          </p:nvSpPr>
          <p:spPr>
            <a:xfrm flipH="false" flipV="false" rot="0">
              <a:off x="0" y="0"/>
              <a:ext cx="812800" cy="83234"/>
            </a:xfrm>
            <a:custGeom>
              <a:avLst/>
              <a:gdLst/>
              <a:ahLst/>
              <a:cxnLst/>
              <a:rect r="r" b="b" t="t" l="l"/>
              <a:pathLst>
                <a:path h="83234" w="812800">
                  <a:moveTo>
                    <a:pt x="14310" y="0"/>
                  </a:moveTo>
                  <a:lnTo>
                    <a:pt x="798490" y="0"/>
                  </a:lnTo>
                  <a:cubicBezTo>
                    <a:pt x="802285" y="0"/>
                    <a:pt x="805925" y="1508"/>
                    <a:pt x="808609" y="4191"/>
                  </a:cubicBezTo>
                  <a:cubicBezTo>
                    <a:pt x="811292" y="6875"/>
                    <a:pt x="812800" y="10515"/>
                    <a:pt x="812800" y="14310"/>
                  </a:cubicBezTo>
                  <a:lnTo>
                    <a:pt x="812800" y="68924"/>
                  </a:lnTo>
                  <a:cubicBezTo>
                    <a:pt x="812800" y="72719"/>
                    <a:pt x="811292" y="76359"/>
                    <a:pt x="808609" y="79042"/>
                  </a:cubicBezTo>
                  <a:cubicBezTo>
                    <a:pt x="805925" y="81726"/>
                    <a:pt x="802285" y="83234"/>
                    <a:pt x="798490" y="83234"/>
                  </a:cubicBezTo>
                  <a:lnTo>
                    <a:pt x="14310" y="83234"/>
                  </a:lnTo>
                  <a:cubicBezTo>
                    <a:pt x="10515" y="83234"/>
                    <a:pt x="6875" y="81726"/>
                    <a:pt x="4191" y="79042"/>
                  </a:cubicBezTo>
                  <a:cubicBezTo>
                    <a:pt x="1508" y="76359"/>
                    <a:pt x="0" y="72719"/>
                    <a:pt x="0" y="68924"/>
                  </a:cubicBezTo>
                  <a:lnTo>
                    <a:pt x="0" y="14310"/>
                  </a:lnTo>
                  <a:cubicBezTo>
                    <a:pt x="0" y="10515"/>
                    <a:pt x="1508" y="6875"/>
                    <a:pt x="4191" y="4191"/>
                  </a:cubicBezTo>
                  <a:cubicBezTo>
                    <a:pt x="6875" y="1508"/>
                    <a:pt x="10515" y="0"/>
                    <a:pt x="14310" y="0"/>
                  </a:cubicBezTo>
                  <a:close/>
                </a:path>
              </a:pathLst>
            </a:custGeom>
            <a:ln w="19050" cap="rnd">
              <a:solidFill>
                <a:srgbClr val="532822"/>
              </a:solidFill>
              <a:prstDash val="solid"/>
              <a:round/>
            </a:ln>
          </p:spPr>
        </p:sp>
        <p:sp>
          <p:nvSpPr>
            <p:cNvPr name="TextBox 7" id="7"/>
            <p:cNvSpPr txBox="true"/>
            <p:nvPr/>
          </p:nvSpPr>
          <p:spPr>
            <a:xfrm>
              <a:off x="0" y="-28575"/>
              <a:ext cx="812800" cy="111809"/>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1022857">
            <a:off x="15790508" y="-440176"/>
            <a:ext cx="2937583" cy="2937753"/>
            <a:chOff x="0" y="0"/>
            <a:chExt cx="812800" cy="812800"/>
          </a:xfrm>
        </p:grpSpPr>
        <p:sp>
          <p:nvSpPr>
            <p:cNvPr name="Freeform 9" id="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10" id="1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1022857">
            <a:off x="10058576" y="470126"/>
            <a:ext cx="915817" cy="915870"/>
            <a:chOff x="0" y="0"/>
            <a:chExt cx="812800" cy="812800"/>
          </a:xfrm>
        </p:grpSpPr>
        <p:sp>
          <p:nvSpPr>
            <p:cNvPr name="Freeform 12" id="1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532822"/>
            </a:solidFill>
            <a:ln cap="rnd">
              <a:noFill/>
              <a:prstDash val="solid"/>
              <a:round/>
            </a:ln>
          </p:spPr>
        </p:sp>
        <p:sp>
          <p:nvSpPr>
            <p:cNvPr name="TextBox 13" id="1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1022857">
            <a:off x="16544886" y="318225"/>
            <a:ext cx="1428828" cy="1428910"/>
            <a:chOff x="0" y="0"/>
            <a:chExt cx="812800" cy="812800"/>
          </a:xfrm>
        </p:grpSpPr>
        <p:sp>
          <p:nvSpPr>
            <p:cNvPr name="Freeform 15" id="15"/>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6" id="16"/>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2971816">
            <a:off x="13324160" y="290346"/>
            <a:ext cx="2497745" cy="929260"/>
            <a:chOff x="0" y="0"/>
            <a:chExt cx="1092357" cy="406400"/>
          </a:xfrm>
        </p:grpSpPr>
        <p:sp>
          <p:nvSpPr>
            <p:cNvPr name="Freeform 18" id="18"/>
            <p:cNvSpPr/>
            <p:nvPr/>
          </p:nvSpPr>
          <p:spPr>
            <a:xfrm flipH="false" flipV="false" rot="0">
              <a:off x="0" y="0"/>
              <a:ext cx="1092357" cy="406400"/>
            </a:xfrm>
            <a:custGeom>
              <a:avLst/>
              <a:gdLst/>
              <a:ahLst/>
              <a:cxnLst/>
              <a:rect r="r" b="b" t="t" l="l"/>
              <a:pathLst>
                <a:path h="406400" w="1092357">
                  <a:moveTo>
                    <a:pt x="889157" y="0"/>
                  </a:moveTo>
                  <a:cubicBezTo>
                    <a:pt x="1001382" y="0"/>
                    <a:pt x="1092357" y="90976"/>
                    <a:pt x="1092357" y="203200"/>
                  </a:cubicBezTo>
                  <a:cubicBezTo>
                    <a:pt x="1092357" y="315424"/>
                    <a:pt x="1001382" y="406400"/>
                    <a:pt x="889157" y="406400"/>
                  </a:cubicBezTo>
                  <a:lnTo>
                    <a:pt x="203200" y="406400"/>
                  </a:lnTo>
                  <a:cubicBezTo>
                    <a:pt x="90976" y="406400"/>
                    <a:pt x="0" y="315424"/>
                    <a:pt x="0" y="203200"/>
                  </a:cubicBezTo>
                  <a:cubicBezTo>
                    <a:pt x="0" y="90976"/>
                    <a:pt x="90976" y="0"/>
                    <a:pt x="203200" y="0"/>
                  </a:cubicBezTo>
                  <a:close/>
                </a:path>
              </a:pathLst>
            </a:custGeom>
            <a:solidFill>
              <a:srgbClr val="43A574"/>
            </a:solidFill>
          </p:spPr>
        </p:sp>
        <p:sp>
          <p:nvSpPr>
            <p:cNvPr name="TextBox 19" id="19"/>
            <p:cNvSpPr txBox="true"/>
            <p:nvPr/>
          </p:nvSpPr>
          <p:spPr>
            <a:xfrm>
              <a:off x="0" y="-28575"/>
              <a:ext cx="1092357" cy="434975"/>
            </a:xfrm>
            <a:prstGeom prst="rect">
              <a:avLst/>
            </a:prstGeom>
          </p:spPr>
          <p:txBody>
            <a:bodyPr anchor="ctr" rtlCol="false" tIns="50800" lIns="50800" bIns="50800" rIns="50800"/>
            <a:lstStyle/>
            <a:p>
              <a:pPr algn="ctr">
                <a:lnSpc>
                  <a:spcPts val="1960"/>
                </a:lnSpc>
              </a:pPr>
            </a:p>
          </p:txBody>
        </p:sp>
      </p:grpSp>
      <p:sp>
        <p:nvSpPr>
          <p:cNvPr name="Freeform 20" id="20"/>
          <p:cNvSpPr/>
          <p:nvPr/>
        </p:nvSpPr>
        <p:spPr>
          <a:xfrm flipH="false" flipV="false" rot="1288990">
            <a:off x="13034493" y="1560749"/>
            <a:ext cx="891743" cy="891743"/>
          </a:xfrm>
          <a:custGeom>
            <a:avLst/>
            <a:gdLst/>
            <a:ahLst/>
            <a:cxnLst/>
            <a:rect r="r" b="b" t="t" l="l"/>
            <a:pathLst>
              <a:path h="891743" w="891743">
                <a:moveTo>
                  <a:pt x="0" y="0"/>
                </a:moveTo>
                <a:lnTo>
                  <a:pt x="891743" y="0"/>
                </a:lnTo>
                <a:lnTo>
                  <a:pt x="891743" y="891744"/>
                </a:lnTo>
                <a:lnTo>
                  <a:pt x="0" y="891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1" id="21"/>
          <p:cNvGrpSpPr/>
          <p:nvPr/>
        </p:nvGrpSpPr>
        <p:grpSpPr>
          <a:xfrm rot="0">
            <a:off x="11797618" y="-106053"/>
            <a:ext cx="1034114" cy="103411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C6FE"/>
            </a:solidFill>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4" id="24"/>
          <p:cNvGrpSpPr/>
          <p:nvPr/>
        </p:nvGrpSpPr>
        <p:grpSpPr>
          <a:xfrm rot="-1671180">
            <a:off x="11175628" y="1624265"/>
            <a:ext cx="1059068" cy="600726"/>
            <a:chOff x="0" y="0"/>
            <a:chExt cx="660400" cy="374593"/>
          </a:xfrm>
        </p:grpSpPr>
        <p:sp>
          <p:nvSpPr>
            <p:cNvPr name="Freeform 25" id="25"/>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FBD05C"/>
            </a:solidFill>
          </p:spPr>
        </p:sp>
        <p:sp>
          <p:nvSpPr>
            <p:cNvPr name="TextBox 26" id="26"/>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sp>
        <p:nvSpPr>
          <p:cNvPr name="TextBox 27" id="27"/>
          <p:cNvSpPr txBox="true"/>
          <p:nvPr/>
        </p:nvSpPr>
        <p:spPr>
          <a:xfrm rot="0">
            <a:off x="1028700" y="407554"/>
            <a:ext cx="8873675" cy="2184874"/>
          </a:xfrm>
          <a:prstGeom prst="rect">
            <a:avLst/>
          </a:prstGeom>
        </p:spPr>
        <p:txBody>
          <a:bodyPr anchor="t" rtlCol="false" tIns="0" lIns="0" bIns="0" rIns="0">
            <a:spAutoFit/>
          </a:bodyPr>
          <a:lstStyle/>
          <a:p>
            <a:pPr algn="l">
              <a:lnSpc>
                <a:spcPts val="17973"/>
              </a:lnSpc>
            </a:pPr>
            <a:r>
              <a:rPr lang="en-US" sz="12837" spc="-898" b="true">
                <a:solidFill>
                  <a:srgbClr val="532822"/>
                </a:solidFill>
                <a:latin typeface="Open Sauce Bold"/>
                <a:ea typeface="Open Sauce Bold"/>
                <a:cs typeface="Open Sauce Bold"/>
                <a:sym typeface="Open Sauce Bold"/>
              </a:rPr>
              <a:t>Refrence</a:t>
            </a:r>
          </a:p>
        </p:txBody>
      </p:sp>
      <p:sp>
        <p:nvSpPr>
          <p:cNvPr name="TextBox 28" id="28"/>
          <p:cNvSpPr txBox="true"/>
          <p:nvPr/>
        </p:nvSpPr>
        <p:spPr>
          <a:xfrm rot="0">
            <a:off x="1418596" y="3756184"/>
            <a:ext cx="1520582" cy="1094740"/>
          </a:xfrm>
          <a:prstGeom prst="rect">
            <a:avLst/>
          </a:prstGeom>
        </p:spPr>
        <p:txBody>
          <a:bodyPr anchor="t" rtlCol="false" tIns="0" lIns="0" bIns="0" rIns="0">
            <a:spAutoFit/>
          </a:bodyPr>
          <a:lstStyle/>
          <a:p>
            <a:pPr algn="l">
              <a:lnSpc>
                <a:spcPts val="8959"/>
              </a:lnSpc>
            </a:pPr>
            <a:r>
              <a:rPr lang="en-US" sz="6399" spc="-447" b="true">
                <a:solidFill>
                  <a:srgbClr val="532822"/>
                </a:solidFill>
                <a:latin typeface="Open Sauce Bold"/>
                <a:ea typeface="Open Sauce Bold"/>
                <a:cs typeface="Open Sauce Bold"/>
                <a:sym typeface="Open Sauce Bold"/>
              </a:rPr>
              <a:t>01.</a:t>
            </a:r>
          </a:p>
        </p:txBody>
      </p:sp>
      <p:sp>
        <p:nvSpPr>
          <p:cNvPr name="TextBox 29" id="29"/>
          <p:cNvSpPr txBox="true"/>
          <p:nvPr/>
        </p:nvSpPr>
        <p:spPr>
          <a:xfrm rot="0">
            <a:off x="1418596" y="5654343"/>
            <a:ext cx="1520582" cy="1094740"/>
          </a:xfrm>
          <a:prstGeom prst="rect">
            <a:avLst/>
          </a:prstGeom>
        </p:spPr>
        <p:txBody>
          <a:bodyPr anchor="t" rtlCol="false" tIns="0" lIns="0" bIns="0" rIns="0">
            <a:spAutoFit/>
          </a:bodyPr>
          <a:lstStyle/>
          <a:p>
            <a:pPr algn="l">
              <a:lnSpc>
                <a:spcPts val="8959"/>
              </a:lnSpc>
            </a:pPr>
            <a:r>
              <a:rPr lang="en-US" sz="6399" spc="-447" b="true">
                <a:solidFill>
                  <a:srgbClr val="532822"/>
                </a:solidFill>
                <a:latin typeface="Open Sauce Bold"/>
                <a:ea typeface="Open Sauce Bold"/>
                <a:cs typeface="Open Sauce Bold"/>
                <a:sym typeface="Open Sauce Bold"/>
              </a:rPr>
              <a:t>02.</a:t>
            </a:r>
          </a:p>
        </p:txBody>
      </p:sp>
      <p:sp>
        <p:nvSpPr>
          <p:cNvPr name="TextBox 30" id="30"/>
          <p:cNvSpPr txBox="true"/>
          <p:nvPr/>
        </p:nvSpPr>
        <p:spPr>
          <a:xfrm rot="0">
            <a:off x="2866221" y="3864769"/>
            <a:ext cx="13779733" cy="986155"/>
          </a:xfrm>
          <a:prstGeom prst="rect">
            <a:avLst/>
          </a:prstGeom>
        </p:spPr>
        <p:txBody>
          <a:bodyPr anchor="t" rtlCol="false" tIns="0" lIns="0" bIns="0" rIns="0">
            <a:spAutoFit/>
          </a:bodyPr>
          <a:lstStyle/>
          <a:p>
            <a:pPr algn="l">
              <a:lnSpc>
                <a:spcPts val="3919"/>
              </a:lnSpc>
            </a:pPr>
            <a:r>
              <a:rPr lang="en-US" sz="2799" spc="-195">
                <a:solidFill>
                  <a:srgbClr val="532822"/>
                </a:solidFill>
                <a:latin typeface="Open Sauce"/>
                <a:ea typeface="Open Sauce"/>
                <a:cs typeface="Open Sauce"/>
                <a:sym typeface="Open Sauce"/>
              </a:rPr>
              <a:t>Lorem ipsum dolor sit amet, consectetur adipiscing elit. Maecenas scelerisque sapien quam, et ornare tortor faucibus at. Nullam elementum dolor quis mollis eleifend.</a:t>
            </a:r>
          </a:p>
        </p:txBody>
      </p:sp>
      <p:sp>
        <p:nvSpPr>
          <p:cNvPr name="TextBox 31" id="31"/>
          <p:cNvSpPr txBox="true"/>
          <p:nvPr/>
        </p:nvSpPr>
        <p:spPr>
          <a:xfrm rot="0">
            <a:off x="2866221" y="5762928"/>
            <a:ext cx="13779733" cy="986155"/>
          </a:xfrm>
          <a:prstGeom prst="rect">
            <a:avLst/>
          </a:prstGeom>
        </p:spPr>
        <p:txBody>
          <a:bodyPr anchor="t" rtlCol="false" tIns="0" lIns="0" bIns="0" rIns="0">
            <a:spAutoFit/>
          </a:bodyPr>
          <a:lstStyle/>
          <a:p>
            <a:pPr algn="l">
              <a:lnSpc>
                <a:spcPts val="3919"/>
              </a:lnSpc>
            </a:pPr>
            <a:r>
              <a:rPr lang="en-US" sz="2799" spc="-195">
                <a:solidFill>
                  <a:srgbClr val="532822"/>
                </a:solidFill>
                <a:latin typeface="Open Sauce"/>
                <a:ea typeface="Open Sauce"/>
                <a:cs typeface="Open Sauce"/>
                <a:sym typeface="Open Sauce"/>
              </a:rPr>
              <a:t>Lorem ipsum dolor sit amet, consectetur adipiscing elit. Maecenas scelerisque sapien quam, et ornare tortor faucibus at. Nullam elementum dolor quis mollis eleifend.</a:t>
            </a:r>
          </a:p>
        </p:txBody>
      </p:sp>
      <p:grpSp>
        <p:nvGrpSpPr>
          <p:cNvPr name="Group 32" id="32"/>
          <p:cNvGrpSpPr/>
          <p:nvPr/>
        </p:nvGrpSpPr>
        <p:grpSpPr>
          <a:xfrm rot="0">
            <a:off x="1028700" y="7352574"/>
            <a:ext cx="16230600" cy="1662073"/>
            <a:chOff x="0" y="0"/>
            <a:chExt cx="812800" cy="83234"/>
          </a:xfrm>
        </p:grpSpPr>
        <p:sp>
          <p:nvSpPr>
            <p:cNvPr name="Freeform 33" id="33"/>
            <p:cNvSpPr/>
            <p:nvPr/>
          </p:nvSpPr>
          <p:spPr>
            <a:xfrm flipH="false" flipV="false" rot="0">
              <a:off x="0" y="0"/>
              <a:ext cx="812800" cy="83234"/>
            </a:xfrm>
            <a:custGeom>
              <a:avLst/>
              <a:gdLst/>
              <a:ahLst/>
              <a:cxnLst/>
              <a:rect r="r" b="b" t="t" l="l"/>
              <a:pathLst>
                <a:path h="83234" w="812800">
                  <a:moveTo>
                    <a:pt x="14310" y="0"/>
                  </a:moveTo>
                  <a:lnTo>
                    <a:pt x="798490" y="0"/>
                  </a:lnTo>
                  <a:cubicBezTo>
                    <a:pt x="802285" y="0"/>
                    <a:pt x="805925" y="1508"/>
                    <a:pt x="808609" y="4191"/>
                  </a:cubicBezTo>
                  <a:cubicBezTo>
                    <a:pt x="811292" y="6875"/>
                    <a:pt x="812800" y="10515"/>
                    <a:pt x="812800" y="14310"/>
                  </a:cubicBezTo>
                  <a:lnTo>
                    <a:pt x="812800" y="68924"/>
                  </a:lnTo>
                  <a:cubicBezTo>
                    <a:pt x="812800" y="72719"/>
                    <a:pt x="811292" y="76359"/>
                    <a:pt x="808609" y="79042"/>
                  </a:cubicBezTo>
                  <a:cubicBezTo>
                    <a:pt x="805925" y="81726"/>
                    <a:pt x="802285" y="83234"/>
                    <a:pt x="798490" y="83234"/>
                  </a:cubicBezTo>
                  <a:lnTo>
                    <a:pt x="14310" y="83234"/>
                  </a:lnTo>
                  <a:cubicBezTo>
                    <a:pt x="10515" y="83234"/>
                    <a:pt x="6875" y="81726"/>
                    <a:pt x="4191" y="79042"/>
                  </a:cubicBezTo>
                  <a:cubicBezTo>
                    <a:pt x="1508" y="76359"/>
                    <a:pt x="0" y="72719"/>
                    <a:pt x="0" y="68924"/>
                  </a:cubicBezTo>
                  <a:lnTo>
                    <a:pt x="0" y="14310"/>
                  </a:lnTo>
                  <a:cubicBezTo>
                    <a:pt x="0" y="10515"/>
                    <a:pt x="1508" y="6875"/>
                    <a:pt x="4191" y="4191"/>
                  </a:cubicBezTo>
                  <a:cubicBezTo>
                    <a:pt x="6875" y="1508"/>
                    <a:pt x="10515" y="0"/>
                    <a:pt x="14310" y="0"/>
                  </a:cubicBezTo>
                  <a:close/>
                </a:path>
              </a:pathLst>
            </a:custGeom>
            <a:ln w="19050" cap="rnd">
              <a:solidFill>
                <a:srgbClr val="532822"/>
              </a:solidFill>
              <a:prstDash val="solid"/>
              <a:round/>
            </a:ln>
          </p:spPr>
        </p:sp>
        <p:sp>
          <p:nvSpPr>
            <p:cNvPr name="TextBox 34" id="34"/>
            <p:cNvSpPr txBox="true"/>
            <p:nvPr/>
          </p:nvSpPr>
          <p:spPr>
            <a:xfrm>
              <a:off x="0" y="-28575"/>
              <a:ext cx="812800" cy="111809"/>
            </a:xfrm>
            <a:prstGeom prst="rect">
              <a:avLst/>
            </a:prstGeom>
          </p:spPr>
          <p:txBody>
            <a:bodyPr anchor="ctr" rtlCol="false" tIns="50800" lIns="50800" bIns="50800" rIns="50800"/>
            <a:lstStyle/>
            <a:p>
              <a:pPr algn="ctr">
                <a:lnSpc>
                  <a:spcPts val="1960"/>
                </a:lnSpc>
              </a:pPr>
            </a:p>
          </p:txBody>
        </p:sp>
      </p:grpSp>
      <p:sp>
        <p:nvSpPr>
          <p:cNvPr name="TextBox 35" id="35"/>
          <p:cNvSpPr txBox="true"/>
          <p:nvPr/>
        </p:nvSpPr>
        <p:spPr>
          <a:xfrm rot="0">
            <a:off x="1418596" y="7552502"/>
            <a:ext cx="1520582" cy="1094740"/>
          </a:xfrm>
          <a:prstGeom prst="rect">
            <a:avLst/>
          </a:prstGeom>
        </p:spPr>
        <p:txBody>
          <a:bodyPr anchor="t" rtlCol="false" tIns="0" lIns="0" bIns="0" rIns="0">
            <a:spAutoFit/>
          </a:bodyPr>
          <a:lstStyle/>
          <a:p>
            <a:pPr algn="l">
              <a:lnSpc>
                <a:spcPts val="8959"/>
              </a:lnSpc>
            </a:pPr>
            <a:r>
              <a:rPr lang="en-US" sz="6399" spc="-447" b="true">
                <a:solidFill>
                  <a:srgbClr val="532822"/>
                </a:solidFill>
                <a:latin typeface="Open Sauce Bold"/>
                <a:ea typeface="Open Sauce Bold"/>
                <a:cs typeface="Open Sauce Bold"/>
                <a:sym typeface="Open Sauce Bold"/>
              </a:rPr>
              <a:t>03.</a:t>
            </a:r>
          </a:p>
        </p:txBody>
      </p:sp>
      <p:sp>
        <p:nvSpPr>
          <p:cNvPr name="TextBox 36" id="36"/>
          <p:cNvSpPr txBox="true"/>
          <p:nvPr/>
        </p:nvSpPr>
        <p:spPr>
          <a:xfrm rot="0">
            <a:off x="2866221" y="7661087"/>
            <a:ext cx="13779733" cy="986155"/>
          </a:xfrm>
          <a:prstGeom prst="rect">
            <a:avLst/>
          </a:prstGeom>
        </p:spPr>
        <p:txBody>
          <a:bodyPr anchor="t" rtlCol="false" tIns="0" lIns="0" bIns="0" rIns="0">
            <a:spAutoFit/>
          </a:bodyPr>
          <a:lstStyle/>
          <a:p>
            <a:pPr algn="l">
              <a:lnSpc>
                <a:spcPts val="3919"/>
              </a:lnSpc>
            </a:pPr>
            <a:r>
              <a:rPr lang="en-US" sz="2799" spc="-195">
                <a:solidFill>
                  <a:srgbClr val="532822"/>
                </a:solidFill>
                <a:latin typeface="Open Sauce"/>
                <a:ea typeface="Open Sauce"/>
                <a:cs typeface="Open Sauce"/>
                <a:sym typeface="Open Sauce"/>
              </a:rPr>
              <a:t>Lorem ipsum dolor sit amet, consectetur adipiscing elit. Maecenas scelerisque sapien quam, et ornare tortor faucibus at. Nullam elementum dolor quis mollis eleifend.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4EA"/>
        </a:solidFill>
      </p:bgPr>
    </p:bg>
    <p:spTree>
      <p:nvGrpSpPr>
        <p:cNvPr id="1" name=""/>
        <p:cNvGrpSpPr/>
        <p:nvPr/>
      </p:nvGrpSpPr>
      <p:grpSpPr>
        <a:xfrm>
          <a:off x="0" y="0"/>
          <a:ext cx="0" cy="0"/>
          <a:chOff x="0" y="0"/>
          <a:chExt cx="0" cy="0"/>
        </a:xfrm>
      </p:grpSpPr>
      <p:grpSp>
        <p:nvGrpSpPr>
          <p:cNvPr name="Group 2" id="2"/>
          <p:cNvGrpSpPr/>
          <p:nvPr/>
        </p:nvGrpSpPr>
        <p:grpSpPr>
          <a:xfrm rot="-1022857">
            <a:off x="15104714" y="-781722"/>
            <a:ext cx="2937583" cy="2937753"/>
            <a:chOff x="0" y="0"/>
            <a:chExt cx="812800" cy="812800"/>
          </a:xfrm>
        </p:grpSpPr>
        <p:sp>
          <p:nvSpPr>
            <p:cNvPr name="Freeform 3" id="3"/>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C9499"/>
            </a:solidFill>
            <a:ln cap="rnd">
              <a:noFill/>
              <a:prstDash val="solid"/>
              <a:round/>
            </a:ln>
          </p:spPr>
        </p:sp>
        <p:sp>
          <p:nvSpPr>
            <p:cNvPr name="TextBox 4" id="4"/>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1022857">
            <a:off x="5869355" y="-969847"/>
            <a:ext cx="1427911" cy="1427994"/>
            <a:chOff x="0" y="0"/>
            <a:chExt cx="812800" cy="812800"/>
          </a:xfrm>
        </p:grpSpPr>
        <p:sp>
          <p:nvSpPr>
            <p:cNvPr name="Freeform 6" id="6"/>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43A574"/>
            </a:solidFill>
            <a:ln cap="rnd">
              <a:noFill/>
              <a:prstDash val="solid"/>
              <a:round/>
            </a:ln>
          </p:spPr>
        </p:sp>
        <p:sp>
          <p:nvSpPr>
            <p:cNvPr name="TextBox 7" id="7"/>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1874693">
            <a:off x="2047390" y="9156194"/>
            <a:ext cx="1416078" cy="1416159"/>
            <a:chOff x="0" y="0"/>
            <a:chExt cx="812800" cy="812800"/>
          </a:xfrm>
        </p:grpSpPr>
        <p:sp>
          <p:nvSpPr>
            <p:cNvPr name="Freeform 9" id="9"/>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8AC6FE"/>
            </a:solidFill>
            <a:ln cap="rnd">
              <a:noFill/>
              <a:prstDash val="solid"/>
              <a:round/>
            </a:ln>
          </p:spPr>
        </p:sp>
        <p:sp>
          <p:nvSpPr>
            <p:cNvPr name="TextBox 10" id="10"/>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1022857">
            <a:off x="15859092" y="-23321"/>
            <a:ext cx="1428828" cy="1428910"/>
            <a:chOff x="0" y="0"/>
            <a:chExt cx="812800" cy="812800"/>
          </a:xfrm>
        </p:grpSpPr>
        <p:sp>
          <p:nvSpPr>
            <p:cNvPr name="Freeform 12" id="12"/>
            <p:cNvSpPr/>
            <p:nvPr/>
          </p:nvSpPr>
          <p:spPr>
            <a:xfrm flipH="false" flipV="false" rot="0">
              <a:off x="31957" y="30806"/>
              <a:ext cx="748886" cy="749918"/>
            </a:xfrm>
            <a:custGeom>
              <a:avLst/>
              <a:gdLst/>
              <a:ahLst/>
              <a:cxnLst/>
              <a:rect r="r" b="b" t="t" l="l"/>
              <a:pathLst>
                <a:path h="749918" w="748886">
                  <a:moveTo>
                    <a:pt x="436038" y="23169"/>
                  </a:moveTo>
                  <a:lnTo>
                    <a:pt x="436038" y="23169"/>
                  </a:lnTo>
                  <a:cubicBezTo>
                    <a:pt x="475998" y="58185"/>
                    <a:pt x="526330" y="79146"/>
                    <a:pt x="579332" y="82844"/>
                  </a:cubicBezTo>
                  <a:lnTo>
                    <a:pt x="580222" y="82906"/>
                  </a:lnTo>
                  <a:cubicBezTo>
                    <a:pt x="626724" y="86150"/>
                    <a:pt x="663635" y="123330"/>
                    <a:pt x="666543" y="169854"/>
                  </a:cubicBezTo>
                  <a:lnTo>
                    <a:pt x="666543" y="169854"/>
                  </a:lnTo>
                  <a:cubicBezTo>
                    <a:pt x="669837" y="222551"/>
                    <a:pt x="690497" y="272673"/>
                    <a:pt x="725295" y="312384"/>
                  </a:cubicBezTo>
                  <a:lnTo>
                    <a:pt x="725598" y="312729"/>
                  </a:lnTo>
                  <a:cubicBezTo>
                    <a:pt x="756529" y="348027"/>
                    <a:pt x="756663" y="400738"/>
                    <a:pt x="725912" y="436192"/>
                  </a:cubicBezTo>
                  <a:lnTo>
                    <a:pt x="724984" y="437262"/>
                  </a:lnTo>
                  <a:cubicBezTo>
                    <a:pt x="690372" y="477167"/>
                    <a:pt x="669838" y="527343"/>
                    <a:pt x="666543" y="580064"/>
                  </a:cubicBezTo>
                  <a:lnTo>
                    <a:pt x="666543" y="580064"/>
                  </a:lnTo>
                  <a:cubicBezTo>
                    <a:pt x="663635" y="626588"/>
                    <a:pt x="626724" y="663768"/>
                    <a:pt x="580222" y="667012"/>
                  </a:cubicBezTo>
                  <a:lnTo>
                    <a:pt x="579332" y="667074"/>
                  </a:lnTo>
                  <a:cubicBezTo>
                    <a:pt x="526330" y="670772"/>
                    <a:pt x="475998" y="691733"/>
                    <a:pt x="436038" y="726749"/>
                  </a:cubicBezTo>
                  <a:lnTo>
                    <a:pt x="436038" y="726749"/>
                  </a:lnTo>
                  <a:cubicBezTo>
                    <a:pt x="400785" y="757641"/>
                    <a:pt x="348101" y="757641"/>
                    <a:pt x="312848" y="726749"/>
                  </a:cubicBezTo>
                  <a:lnTo>
                    <a:pt x="312848" y="726749"/>
                  </a:lnTo>
                  <a:cubicBezTo>
                    <a:pt x="272888" y="691733"/>
                    <a:pt x="222556" y="670772"/>
                    <a:pt x="169554" y="667074"/>
                  </a:cubicBezTo>
                  <a:lnTo>
                    <a:pt x="168664" y="667012"/>
                  </a:lnTo>
                  <a:cubicBezTo>
                    <a:pt x="122162" y="663768"/>
                    <a:pt x="85251" y="626588"/>
                    <a:pt x="82343" y="580064"/>
                  </a:cubicBezTo>
                  <a:lnTo>
                    <a:pt x="82343" y="580064"/>
                  </a:lnTo>
                  <a:cubicBezTo>
                    <a:pt x="79048" y="527343"/>
                    <a:pt x="58514" y="477167"/>
                    <a:pt x="23902" y="437262"/>
                  </a:cubicBezTo>
                  <a:lnTo>
                    <a:pt x="22974" y="436192"/>
                  </a:lnTo>
                  <a:cubicBezTo>
                    <a:pt x="-7777" y="400738"/>
                    <a:pt x="-7643" y="348027"/>
                    <a:pt x="23288" y="312729"/>
                  </a:cubicBezTo>
                  <a:lnTo>
                    <a:pt x="23591" y="312384"/>
                  </a:lnTo>
                  <a:cubicBezTo>
                    <a:pt x="58389" y="272673"/>
                    <a:pt x="79049" y="222551"/>
                    <a:pt x="82343" y="169854"/>
                  </a:cubicBezTo>
                  <a:lnTo>
                    <a:pt x="82343" y="169854"/>
                  </a:lnTo>
                  <a:cubicBezTo>
                    <a:pt x="85251" y="123330"/>
                    <a:pt x="122162" y="86150"/>
                    <a:pt x="168664" y="82906"/>
                  </a:cubicBezTo>
                  <a:lnTo>
                    <a:pt x="169554" y="82844"/>
                  </a:lnTo>
                  <a:cubicBezTo>
                    <a:pt x="222556" y="79146"/>
                    <a:pt x="272888" y="58185"/>
                    <a:pt x="312848" y="23169"/>
                  </a:cubicBezTo>
                  <a:lnTo>
                    <a:pt x="312848" y="23169"/>
                  </a:lnTo>
                  <a:cubicBezTo>
                    <a:pt x="348101" y="-7723"/>
                    <a:pt x="400785" y="-7723"/>
                    <a:pt x="436038" y="23169"/>
                  </a:cubicBezTo>
                  <a:close/>
                </a:path>
              </a:pathLst>
            </a:custGeom>
            <a:solidFill>
              <a:srgbClr val="FEF4EA"/>
            </a:solidFill>
            <a:ln cap="rnd">
              <a:noFill/>
              <a:prstDash val="solid"/>
              <a:round/>
            </a:ln>
          </p:spPr>
        </p:sp>
        <p:sp>
          <p:nvSpPr>
            <p:cNvPr name="TextBox 13" id="13"/>
            <p:cNvSpPr txBox="true"/>
            <p:nvPr/>
          </p:nvSpPr>
          <p:spPr>
            <a:xfrm>
              <a:off x="108739" y="79503"/>
              <a:ext cx="595322" cy="623897"/>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0">
            <a:off x="13089641" y="-594651"/>
            <a:ext cx="1285786" cy="128578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2822"/>
            </a:solidFill>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851835">
            <a:off x="-899047" y="8953171"/>
            <a:ext cx="2467501" cy="246750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0" id="20"/>
          <p:cNvGrpSpPr/>
          <p:nvPr/>
        </p:nvGrpSpPr>
        <p:grpSpPr>
          <a:xfrm rot="0">
            <a:off x="17792758" y="1845748"/>
            <a:ext cx="1285786" cy="128578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23" id="23"/>
          <p:cNvGrpSpPr/>
          <p:nvPr/>
        </p:nvGrpSpPr>
        <p:grpSpPr>
          <a:xfrm rot="6160057">
            <a:off x="13173364" y="1838147"/>
            <a:ext cx="1765954" cy="1001687"/>
            <a:chOff x="0" y="0"/>
            <a:chExt cx="660400" cy="374593"/>
          </a:xfrm>
        </p:grpSpPr>
        <p:sp>
          <p:nvSpPr>
            <p:cNvPr name="Freeform 24" id="24"/>
            <p:cNvSpPr/>
            <p:nvPr/>
          </p:nvSpPr>
          <p:spPr>
            <a:xfrm flipH="false" flipV="false" rot="0">
              <a:off x="0" y="0"/>
              <a:ext cx="660400" cy="374593"/>
            </a:xfrm>
            <a:custGeom>
              <a:avLst/>
              <a:gdLst/>
              <a:ahLst/>
              <a:cxnLst/>
              <a:rect r="r" b="b" t="t" l="l"/>
              <a:pathLst>
                <a:path h="374593" w="660400">
                  <a:moveTo>
                    <a:pt x="220252" y="355524"/>
                  </a:moveTo>
                  <a:cubicBezTo>
                    <a:pt x="254109" y="367038"/>
                    <a:pt x="292600" y="374593"/>
                    <a:pt x="330378" y="374593"/>
                  </a:cubicBezTo>
                  <a:cubicBezTo>
                    <a:pt x="368157" y="374593"/>
                    <a:pt x="404509" y="368116"/>
                    <a:pt x="438009" y="356602"/>
                  </a:cubicBezTo>
                  <a:cubicBezTo>
                    <a:pt x="438723" y="356243"/>
                    <a:pt x="439435" y="356243"/>
                    <a:pt x="440148" y="355884"/>
                  </a:cubicBezTo>
                  <a:cubicBezTo>
                    <a:pt x="565955" y="309828"/>
                    <a:pt x="658618" y="188214"/>
                    <a:pt x="660400" y="55825"/>
                  </a:cubicBezTo>
                  <a:lnTo>
                    <a:pt x="660400" y="0"/>
                  </a:lnTo>
                  <a:lnTo>
                    <a:pt x="0" y="0"/>
                  </a:lnTo>
                  <a:lnTo>
                    <a:pt x="0" y="55784"/>
                  </a:lnTo>
                  <a:cubicBezTo>
                    <a:pt x="1782" y="188933"/>
                    <a:pt x="93019" y="310548"/>
                    <a:pt x="220252" y="355524"/>
                  </a:cubicBezTo>
                  <a:close/>
                </a:path>
              </a:pathLst>
            </a:custGeom>
            <a:solidFill>
              <a:srgbClr val="43A574"/>
            </a:solidFill>
          </p:spPr>
        </p:sp>
        <p:sp>
          <p:nvSpPr>
            <p:cNvPr name="TextBox 25" id="25"/>
            <p:cNvSpPr txBox="true"/>
            <p:nvPr/>
          </p:nvSpPr>
          <p:spPr>
            <a:xfrm>
              <a:off x="0" y="-28575"/>
              <a:ext cx="660400" cy="276168"/>
            </a:xfrm>
            <a:prstGeom prst="rect">
              <a:avLst/>
            </a:prstGeom>
          </p:spPr>
          <p:txBody>
            <a:bodyPr anchor="ctr" rtlCol="false" tIns="50800" lIns="50800" bIns="50800" rIns="50800"/>
            <a:lstStyle/>
            <a:p>
              <a:pPr algn="ctr">
                <a:lnSpc>
                  <a:spcPts val="1960"/>
                </a:lnSpc>
              </a:pPr>
            </a:p>
          </p:txBody>
        </p:sp>
      </p:grpSp>
      <p:grpSp>
        <p:nvGrpSpPr>
          <p:cNvPr name="Group 26" id="26"/>
          <p:cNvGrpSpPr/>
          <p:nvPr/>
        </p:nvGrpSpPr>
        <p:grpSpPr>
          <a:xfrm rot="3970398">
            <a:off x="15413994" y="2912118"/>
            <a:ext cx="1858519" cy="929260"/>
            <a:chOff x="0" y="0"/>
            <a:chExt cx="812800" cy="406400"/>
          </a:xfrm>
        </p:grpSpPr>
        <p:sp>
          <p:nvSpPr>
            <p:cNvPr name="Freeform 27" id="27"/>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BD05C"/>
            </a:solidFill>
          </p:spPr>
        </p:sp>
        <p:sp>
          <p:nvSpPr>
            <p:cNvPr name="TextBox 28" id="28"/>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29" id="29"/>
          <p:cNvGrpSpPr/>
          <p:nvPr/>
        </p:nvGrpSpPr>
        <p:grpSpPr>
          <a:xfrm rot="998279">
            <a:off x="213231" y="7680158"/>
            <a:ext cx="1343829" cy="671914"/>
            <a:chOff x="0" y="0"/>
            <a:chExt cx="812800" cy="406400"/>
          </a:xfrm>
        </p:grpSpPr>
        <p:sp>
          <p:nvSpPr>
            <p:cNvPr name="Freeform 30" id="30"/>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31" id="31"/>
            <p:cNvSpPr txBox="true"/>
            <p:nvPr/>
          </p:nvSpPr>
          <p:spPr>
            <a:xfrm>
              <a:off x="0" y="-28575"/>
              <a:ext cx="812800" cy="434975"/>
            </a:xfrm>
            <a:prstGeom prst="rect">
              <a:avLst/>
            </a:prstGeom>
          </p:spPr>
          <p:txBody>
            <a:bodyPr anchor="ctr" rtlCol="false" tIns="50800" lIns="50800" bIns="50800" rIns="50800"/>
            <a:lstStyle/>
            <a:p>
              <a:pPr algn="ctr">
                <a:lnSpc>
                  <a:spcPts val="1960"/>
                </a:lnSpc>
              </a:pPr>
            </a:p>
          </p:txBody>
        </p:sp>
      </p:grpSp>
      <p:grpSp>
        <p:nvGrpSpPr>
          <p:cNvPr name="Group 32" id="32"/>
          <p:cNvGrpSpPr/>
          <p:nvPr/>
        </p:nvGrpSpPr>
        <p:grpSpPr>
          <a:xfrm rot="-1523678">
            <a:off x="17341962" y="4246648"/>
            <a:ext cx="2187379" cy="795043"/>
            <a:chOff x="0" y="0"/>
            <a:chExt cx="1118117" cy="406400"/>
          </a:xfrm>
        </p:grpSpPr>
        <p:sp>
          <p:nvSpPr>
            <p:cNvPr name="Freeform 33" id="33"/>
            <p:cNvSpPr/>
            <p:nvPr/>
          </p:nvSpPr>
          <p:spPr>
            <a:xfrm flipH="false" flipV="false" rot="0">
              <a:off x="0" y="0"/>
              <a:ext cx="1118117" cy="406400"/>
            </a:xfrm>
            <a:custGeom>
              <a:avLst/>
              <a:gdLst/>
              <a:ahLst/>
              <a:cxnLst/>
              <a:rect r="r" b="b" t="t" l="l"/>
              <a:pathLst>
                <a:path h="406400" w="1118117">
                  <a:moveTo>
                    <a:pt x="914917" y="0"/>
                  </a:moveTo>
                  <a:cubicBezTo>
                    <a:pt x="1027141" y="0"/>
                    <a:pt x="1118117" y="90976"/>
                    <a:pt x="1118117" y="203200"/>
                  </a:cubicBezTo>
                  <a:cubicBezTo>
                    <a:pt x="1118117" y="315424"/>
                    <a:pt x="1027141" y="406400"/>
                    <a:pt x="914917" y="406400"/>
                  </a:cubicBezTo>
                  <a:lnTo>
                    <a:pt x="203200" y="406400"/>
                  </a:lnTo>
                  <a:cubicBezTo>
                    <a:pt x="90976" y="406400"/>
                    <a:pt x="0" y="315424"/>
                    <a:pt x="0" y="203200"/>
                  </a:cubicBezTo>
                  <a:cubicBezTo>
                    <a:pt x="0" y="90976"/>
                    <a:pt x="90976" y="0"/>
                    <a:pt x="203200" y="0"/>
                  </a:cubicBezTo>
                  <a:close/>
                </a:path>
              </a:pathLst>
            </a:custGeom>
            <a:solidFill>
              <a:srgbClr val="532822"/>
            </a:solidFill>
          </p:spPr>
        </p:sp>
        <p:sp>
          <p:nvSpPr>
            <p:cNvPr name="TextBox 34" id="34"/>
            <p:cNvSpPr txBox="true"/>
            <p:nvPr/>
          </p:nvSpPr>
          <p:spPr>
            <a:xfrm>
              <a:off x="0" y="-28575"/>
              <a:ext cx="1118117" cy="434975"/>
            </a:xfrm>
            <a:prstGeom prst="rect">
              <a:avLst/>
            </a:prstGeom>
          </p:spPr>
          <p:txBody>
            <a:bodyPr anchor="ctr" rtlCol="false" tIns="50800" lIns="50800" bIns="50800" rIns="50800"/>
            <a:lstStyle/>
            <a:p>
              <a:pPr algn="ctr">
                <a:lnSpc>
                  <a:spcPts val="1960"/>
                </a:lnSpc>
              </a:pPr>
            </a:p>
          </p:txBody>
        </p:sp>
      </p:grpSp>
      <p:grpSp>
        <p:nvGrpSpPr>
          <p:cNvPr name="Group 35" id="35"/>
          <p:cNvGrpSpPr/>
          <p:nvPr/>
        </p:nvGrpSpPr>
        <p:grpSpPr>
          <a:xfrm rot="462639">
            <a:off x="8216433" y="-573000"/>
            <a:ext cx="3362839" cy="1066338"/>
            <a:chOff x="0" y="0"/>
            <a:chExt cx="1281636" cy="406400"/>
          </a:xfrm>
        </p:grpSpPr>
        <p:sp>
          <p:nvSpPr>
            <p:cNvPr name="Freeform 36" id="36"/>
            <p:cNvSpPr/>
            <p:nvPr/>
          </p:nvSpPr>
          <p:spPr>
            <a:xfrm flipH="false" flipV="false" rot="0">
              <a:off x="0" y="0"/>
              <a:ext cx="1281636" cy="406400"/>
            </a:xfrm>
            <a:custGeom>
              <a:avLst/>
              <a:gdLst/>
              <a:ahLst/>
              <a:cxnLst/>
              <a:rect r="r" b="b" t="t" l="l"/>
              <a:pathLst>
                <a:path h="406400" w="1281636">
                  <a:moveTo>
                    <a:pt x="1078436" y="0"/>
                  </a:moveTo>
                  <a:cubicBezTo>
                    <a:pt x="1190660" y="0"/>
                    <a:pt x="1281636" y="90976"/>
                    <a:pt x="1281636" y="203200"/>
                  </a:cubicBezTo>
                  <a:cubicBezTo>
                    <a:pt x="1281636" y="315424"/>
                    <a:pt x="1190660" y="406400"/>
                    <a:pt x="1078436" y="406400"/>
                  </a:cubicBezTo>
                  <a:lnTo>
                    <a:pt x="203200" y="406400"/>
                  </a:lnTo>
                  <a:cubicBezTo>
                    <a:pt x="90976" y="406400"/>
                    <a:pt x="0" y="315424"/>
                    <a:pt x="0" y="203200"/>
                  </a:cubicBezTo>
                  <a:cubicBezTo>
                    <a:pt x="0" y="90976"/>
                    <a:pt x="90976" y="0"/>
                    <a:pt x="203200" y="0"/>
                  </a:cubicBezTo>
                  <a:close/>
                </a:path>
              </a:pathLst>
            </a:custGeom>
            <a:solidFill>
              <a:srgbClr val="FC9499"/>
            </a:solidFill>
          </p:spPr>
        </p:sp>
        <p:sp>
          <p:nvSpPr>
            <p:cNvPr name="TextBox 37" id="37"/>
            <p:cNvSpPr txBox="true"/>
            <p:nvPr/>
          </p:nvSpPr>
          <p:spPr>
            <a:xfrm>
              <a:off x="0" y="-28575"/>
              <a:ext cx="1281636" cy="434975"/>
            </a:xfrm>
            <a:prstGeom prst="rect">
              <a:avLst/>
            </a:prstGeom>
          </p:spPr>
          <p:txBody>
            <a:bodyPr anchor="ctr" rtlCol="false" tIns="50800" lIns="50800" bIns="50800" rIns="50800"/>
            <a:lstStyle/>
            <a:p>
              <a:pPr algn="ctr">
                <a:lnSpc>
                  <a:spcPts val="1960"/>
                </a:lnSpc>
              </a:pPr>
            </a:p>
          </p:txBody>
        </p:sp>
      </p:grpSp>
      <p:sp>
        <p:nvSpPr>
          <p:cNvPr name="Freeform 38" id="38"/>
          <p:cNvSpPr/>
          <p:nvPr/>
        </p:nvSpPr>
        <p:spPr>
          <a:xfrm flipH="false" flipV="false" rot="1288990">
            <a:off x="14308586" y="3764961"/>
            <a:ext cx="848605" cy="848605"/>
          </a:xfrm>
          <a:custGeom>
            <a:avLst/>
            <a:gdLst/>
            <a:ahLst/>
            <a:cxnLst/>
            <a:rect r="r" b="b" t="t" l="l"/>
            <a:pathLst>
              <a:path h="848605" w="848605">
                <a:moveTo>
                  <a:pt x="0" y="0"/>
                </a:moveTo>
                <a:lnTo>
                  <a:pt x="848605" y="0"/>
                </a:lnTo>
                <a:lnTo>
                  <a:pt x="848605" y="848605"/>
                </a:lnTo>
                <a:lnTo>
                  <a:pt x="0" y="8486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9" id="39"/>
          <p:cNvSpPr/>
          <p:nvPr/>
        </p:nvSpPr>
        <p:spPr>
          <a:xfrm flipH="false" flipV="false" rot="-2968204">
            <a:off x="2085137" y="8047315"/>
            <a:ext cx="579448" cy="579448"/>
          </a:xfrm>
          <a:custGeom>
            <a:avLst/>
            <a:gdLst/>
            <a:ahLst/>
            <a:cxnLst/>
            <a:rect r="r" b="b" t="t" l="l"/>
            <a:pathLst>
              <a:path h="579448" w="579448">
                <a:moveTo>
                  <a:pt x="0" y="0"/>
                </a:moveTo>
                <a:lnTo>
                  <a:pt x="579448" y="0"/>
                </a:lnTo>
                <a:lnTo>
                  <a:pt x="579448" y="579447"/>
                </a:lnTo>
                <a:lnTo>
                  <a:pt x="0" y="5794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0" id="40"/>
          <p:cNvGrpSpPr/>
          <p:nvPr/>
        </p:nvGrpSpPr>
        <p:grpSpPr>
          <a:xfrm rot="0">
            <a:off x="1658162" y="2831655"/>
            <a:ext cx="8622007" cy="3183988"/>
            <a:chOff x="0" y="0"/>
            <a:chExt cx="1100501" cy="406400"/>
          </a:xfrm>
        </p:grpSpPr>
        <p:sp>
          <p:nvSpPr>
            <p:cNvPr name="Freeform 41" id="41"/>
            <p:cNvSpPr/>
            <p:nvPr/>
          </p:nvSpPr>
          <p:spPr>
            <a:xfrm flipH="false" flipV="false" rot="0">
              <a:off x="0" y="0"/>
              <a:ext cx="1100501" cy="406400"/>
            </a:xfrm>
            <a:custGeom>
              <a:avLst/>
              <a:gdLst/>
              <a:ahLst/>
              <a:cxnLst/>
              <a:rect r="r" b="b" t="t" l="l"/>
              <a:pathLst>
                <a:path h="406400" w="1100501">
                  <a:moveTo>
                    <a:pt x="897301" y="0"/>
                  </a:moveTo>
                  <a:cubicBezTo>
                    <a:pt x="1009526" y="0"/>
                    <a:pt x="1100501" y="90976"/>
                    <a:pt x="1100501" y="203200"/>
                  </a:cubicBezTo>
                  <a:cubicBezTo>
                    <a:pt x="1100501" y="315424"/>
                    <a:pt x="1009526" y="406400"/>
                    <a:pt x="897301"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2" id="42"/>
            <p:cNvSpPr txBox="true"/>
            <p:nvPr/>
          </p:nvSpPr>
          <p:spPr>
            <a:xfrm>
              <a:off x="0" y="-28575"/>
              <a:ext cx="1100501" cy="434975"/>
            </a:xfrm>
            <a:prstGeom prst="rect">
              <a:avLst/>
            </a:prstGeom>
          </p:spPr>
          <p:txBody>
            <a:bodyPr anchor="ctr" rtlCol="false" tIns="50800" lIns="50800" bIns="50800" rIns="50800"/>
            <a:lstStyle/>
            <a:p>
              <a:pPr algn="ctr">
                <a:lnSpc>
                  <a:spcPts val="1960"/>
                </a:lnSpc>
              </a:pPr>
            </a:p>
          </p:txBody>
        </p:sp>
      </p:grpSp>
      <p:grpSp>
        <p:nvGrpSpPr>
          <p:cNvPr name="Group 43" id="43"/>
          <p:cNvGrpSpPr/>
          <p:nvPr/>
        </p:nvGrpSpPr>
        <p:grpSpPr>
          <a:xfrm rot="0">
            <a:off x="4831686" y="6278365"/>
            <a:ext cx="6490079" cy="3183988"/>
            <a:chOff x="0" y="0"/>
            <a:chExt cx="828385" cy="406400"/>
          </a:xfrm>
        </p:grpSpPr>
        <p:sp>
          <p:nvSpPr>
            <p:cNvPr name="Freeform 44" id="44"/>
            <p:cNvSpPr/>
            <p:nvPr/>
          </p:nvSpPr>
          <p:spPr>
            <a:xfrm flipH="false" flipV="false" rot="0">
              <a:off x="0" y="0"/>
              <a:ext cx="828385" cy="406400"/>
            </a:xfrm>
            <a:custGeom>
              <a:avLst/>
              <a:gdLst/>
              <a:ahLst/>
              <a:cxnLst/>
              <a:rect r="r" b="b" t="t" l="l"/>
              <a:pathLst>
                <a:path h="406400" w="828385">
                  <a:moveTo>
                    <a:pt x="625185" y="0"/>
                  </a:moveTo>
                  <a:cubicBezTo>
                    <a:pt x="737409" y="0"/>
                    <a:pt x="828385" y="90976"/>
                    <a:pt x="828385" y="203200"/>
                  </a:cubicBezTo>
                  <a:cubicBezTo>
                    <a:pt x="828385" y="315424"/>
                    <a:pt x="737409" y="406400"/>
                    <a:pt x="625185"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5" id="45"/>
            <p:cNvSpPr txBox="true"/>
            <p:nvPr/>
          </p:nvSpPr>
          <p:spPr>
            <a:xfrm>
              <a:off x="0" y="-28575"/>
              <a:ext cx="828385" cy="434975"/>
            </a:xfrm>
            <a:prstGeom prst="rect">
              <a:avLst/>
            </a:prstGeom>
          </p:spPr>
          <p:txBody>
            <a:bodyPr anchor="ctr" rtlCol="false" tIns="50800" lIns="50800" bIns="50800" rIns="50800"/>
            <a:lstStyle/>
            <a:p>
              <a:pPr algn="ctr">
                <a:lnSpc>
                  <a:spcPts val="1960"/>
                </a:lnSpc>
              </a:pPr>
            </a:p>
          </p:txBody>
        </p:sp>
      </p:grpSp>
      <p:grpSp>
        <p:nvGrpSpPr>
          <p:cNvPr name="Group 46" id="46"/>
          <p:cNvGrpSpPr/>
          <p:nvPr/>
        </p:nvGrpSpPr>
        <p:grpSpPr>
          <a:xfrm rot="0">
            <a:off x="12182875" y="7899978"/>
            <a:ext cx="3595753" cy="704959"/>
            <a:chOff x="0" y="0"/>
            <a:chExt cx="2072908" cy="406400"/>
          </a:xfrm>
        </p:grpSpPr>
        <p:sp>
          <p:nvSpPr>
            <p:cNvPr name="Freeform 47" id="47"/>
            <p:cNvSpPr/>
            <p:nvPr/>
          </p:nvSpPr>
          <p:spPr>
            <a:xfrm flipH="false" flipV="false" rot="0">
              <a:off x="0" y="0"/>
              <a:ext cx="2072908" cy="406400"/>
            </a:xfrm>
            <a:custGeom>
              <a:avLst/>
              <a:gdLst/>
              <a:ahLst/>
              <a:cxnLst/>
              <a:rect r="r" b="b" t="t" l="l"/>
              <a:pathLst>
                <a:path h="406400" w="2072908">
                  <a:moveTo>
                    <a:pt x="1869708" y="0"/>
                  </a:moveTo>
                  <a:cubicBezTo>
                    <a:pt x="1981932" y="0"/>
                    <a:pt x="2072908" y="90976"/>
                    <a:pt x="2072908" y="203200"/>
                  </a:cubicBezTo>
                  <a:cubicBezTo>
                    <a:pt x="2072908" y="315424"/>
                    <a:pt x="1981932" y="406400"/>
                    <a:pt x="1869708" y="406400"/>
                  </a:cubicBezTo>
                  <a:lnTo>
                    <a:pt x="203200" y="406400"/>
                  </a:lnTo>
                  <a:cubicBezTo>
                    <a:pt x="90976" y="406400"/>
                    <a:pt x="0" y="315424"/>
                    <a:pt x="0" y="203200"/>
                  </a:cubicBezTo>
                  <a:cubicBezTo>
                    <a:pt x="0" y="90976"/>
                    <a:pt x="90976" y="0"/>
                    <a:pt x="203200" y="0"/>
                  </a:cubicBezTo>
                  <a:close/>
                </a:path>
              </a:pathLst>
            </a:custGeom>
            <a:ln w="19050" cap="sq">
              <a:solidFill>
                <a:srgbClr val="532822"/>
              </a:solidFill>
              <a:prstDash val="solid"/>
              <a:miter/>
            </a:ln>
          </p:spPr>
        </p:sp>
        <p:sp>
          <p:nvSpPr>
            <p:cNvPr name="TextBox 48" id="48"/>
            <p:cNvSpPr txBox="true"/>
            <p:nvPr/>
          </p:nvSpPr>
          <p:spPr>
            <a:xfrm>
              <a:off x="0" y="-28575"/>
              <a:ext cx="2072908" cy="434975"/>
            </a:xfrm>
            <a:prstGeom prst="rect">
              <a:avLst/>
            </a:prstGeom>
          </p:spPr>
          <p:txBody>
            <a:bodyPr anchor="ctr" rtlCol="false" tIns="50800" lIns="50800" bIns="50800" rIns="50800"/>
            <a:lstStyle/>
            <a:p>
              <a:pPr algn="ctr">
                <a:lnSpc>
                  <a:spcPts val="1960"/>
                </a:lnSpc>
              </a:pPr>
            </a:p>
          </p:txBody>
        </p:sp>
      </p:grpSp>
      <p:grpSp>
        <p:nvGrpSpPr>
          <p:cNvPr name="Group 49" id="49"/>
          <p:cNvGrpSpPr/>
          <p:nvPr/>
        </p:nvGrpSpPr>
        <p:grpSpPr>
          <a:xfrm rot="0">
            <a:off x="12182875" y="8730417"/>
            <a:ext cx="3595753" cy="704959"/>
            <a:chOff x="0" y="0"/>
            <a:chExt cx="2072908" cy="406400"/>
          </a:xfrm>
        </p:grpSpPr>
        <p:sp>
          <p:nvSpPr>
            <p:cNvPr name="Freeform 50" id="50"/>
            <p:cNvSpPr/>
            <p:nvPr/>
          </p:nvSpPr>
          <p:spPr>
            <a:xfrm flipH="false" flipV="false" rot="0">
              <a:off x="0" y="0"/>
              <a:ext cx="2072908" cy="406400"/>
            </a:xfrm>
            <a:custGeom>
              <a:avLst/>
              <a:gdLst/>
              <a:ahLst/>
              <a:cxnLst/>
              <a:rect r="r" b="b" t="t" l="l"/>
              <a:pathLst>
                <a:path h="406400" w="2072908">
                  <a:moveTo>
                    <a:pt x="1869708" y="0"/>
                  </a:moveTo>
                  <a:cubicBezTo>
                    <a:pt x="1981932" y="0"/>
                    <a:pt x="2072908" y="90976"/>
                    <a:pt x="2072908" y="203200"/>
                  </a:cubicBezTo>
                  <a:cubicBezTo>
                    <a:pt x="2072908" y="315424"/>
                    <a:pt x="1981932" y="406400"/>
                    <a:pt x="1869708" y="406400"/>
                  </a:cubicBezTo>
                  <a:lnTo>
                    <a:pt x="203200" y="406400"/>
                  </a:lnTo>
                  <a:cubicBezTo>
                    <a:pt x="90976" y="406400"/>
                    <a:pt x="0" y="315424"/>
                    <a:pt x="0" y="203200"/>
                  </a:cubicBezTo>
                  <a:cubicBezTo>
                    <a:pt x="0" y="90976"/>
                    <a:pt x="90976" y="0"/>
                    <a:pt x="203200" y="0"/>
                  </a:cubicBezTo>
                  <a:close/>
                </a:path>
              </a:pathLst>
            </a:custGeom>
            <a:solidFill>
              <a:srgbClr val="532822"/>
            </a:solidFill>
            <a:ln w="19050" cap="sq">
              <a:solidFill>
                <a:srgbClr val="532822"/>
              </a:solidFill>
              <a:prstDash val="solid"/>
              <a:miter/>
            </a:ln>
          </p:spPr>
        </p:sp>
        <p:sp>
          <p:nvSpPr>
            <p:cNvPr name="TextBox 51" id="51"/>
            <p:cNvSpPr txBox="true"/>
            <p:nvPr/>
          </p:nvSpPr>
          <p:spPr>
            <a:xfrm>
              <a:off x="0" y="-28575"/>
              <a:ext cx="2072908" cy="434975"/>
            </a:xfrm>
            <a:prstGeom prst="rect">
              <a:avLst/>
            </a:prstGeom>
          </p:spPr>
          <p:txBody>
            <a:bodyPr anchor="ctr" rtlCol="false" tIns="50800" lIns="50800" bIns="50800" rIns="50800"/>
            <a:lstStyle/>
            <a:p>
              <a:pPr algn="ctr">
                <a:lnSpc>
                  <a:spcPts val="1960"/>
                </a:lnSpc>
              </a:pPr>
            </a:p>
          </p:txBody>
        </p:sp>
      </p:grpSp>
      <p:sp>
        <p:nvSpPr>
          <p:cNvPr name="TextBox 52" id="52"/>
          <p:cNvSpPr txBox="true"/>
          <p:nvPr/>
        </p:nvSpPr>
        <p:spPr>
          <a:xfrm rot="0">
            <a:off x="6031185" y="6183876"/>
            <a:ext cx="4296505" cy="2815132"/>
          </a:xfrm>
          <a:prstGeom prst="rect">
            <a:avLst/>
          </a:prstGeom>
        </p:spPr>
        <p:txBody>
          <a:bodyPr anchor="t" rtlCol="false" tIns="0" lIns="0" bIns="0" rIns="0">
            <a:spAutoFit/>
          </a:bodyPr>
          <a:lstStyle/>
          <a:p>
            <a:pPr algn="l">
              <a:lnSpc>
                <a:spcPts val="23000"/>
              </a:lnSpc>
            </a:pPr>
            <a:r>
              <a:rPr lang="en-US" sz="16428" spc="-1150" b="true">
                <a:solidFill>
                  <a:srgbClr val="532822"/>
                </a:solidFill>
                <a:latin typeface="Open Sauce Bold"/>
                <a:ea typeface="Open Sauce Bold"/>
                <a:cs typeface="Open Sauce Bold"/>
                <a:sym typeface="Open Sauce Bold"/>
              </a:rPr>
              <a:t>You</a:t>
            </a:r>
          </a:p>
        </p:txBody>
      </p:sp>
      <p:grpSp>
        <p:nvGrpSpPr>
          <p:cNvPr name="Group 53" id="53"/>
          <p:cNvGrpSpPr/>
          <p:nvPr/>
        </p:nvGrpSpPr>
        <p:grpSpPr>
          <a:xfrm rot="0">
            <a:off x="9686974" y="8290811"/>
            <a:ext cx="283743" cy="283743"/>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8342"/>
            </a:solidFill>
          </p:spPr>
        </p:sp>
        <p:sp>
          <p:nvSpPr>
            <p:cNvPr name="TextBox 55" id="55"/>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56" id="56"/>
          <p:cNvSpPr txBox="true"/>
          <p:nvPr/>
        </p:nvSpPr>
        <p:spPr>
          <a:xfrm rot="0">
            <a:off x="2774684" y="2737165"/>
            <a:ext cx="7156220" cy="2815132"/>
          </a:xfrm>
          <a:prstGeom prst="rect">
            <a:avLst/>
          </a:prstGeom>
        </p:spPr>
        <p:txBody>
          <a:bodyPr anchor="t" rtlCol="false" tIns="0" lIns="0" bIns="0" rIns="0">
            <a:spAutoFit/>
          </a:bodyPr>
          <a:lstStyle/>
          <a:p>
            <a:pPr algn="l">
              <a:lnSpc>
                <a:spcPts val="23000"/>
              </a:lnSpc>
            </a:pPr>
            <a:r>
              <a:rPr lang="en-US" sz="16428" spc="-1150" b="true">
                <a:solidFill>
                  <a:srgbClr val="532822"/>
                </a:solidFill>
                <a:latin typeface="Open Sauce Bold"/>
                <a:ea typeface="Open Sauce Bold"/>
                <a:cs typeface="Open Sauce Bold"/>
                <a:sym typeface="Open Sauce Bold"/>
              </a:rPr>
              <a:t>Thank</a:t>
            </a:r>
          </a:p>
        </p:txBody>
      </p:sp>
      <p:sp>
        <p:nvSpPr>
          <p:cNvPr name="TextBox 57" id="57"/>
          <p:cNvSpPr txBox="true"/>
          <p:nvPr/>
        </p:nvSpPr>
        <p:spPr>
          <a:xfrm rot="0">
            <a:off x="12495317" y="8025763"/>
            <a:ext cx="2961005" cy="405765"/>
          </a:xfrm>
          <a:prstGeom prst="rect">
            <a:avLst/>
          </a:prstGeom>
        </p:spPr>
        <p:txBody>
          <a:bodyPr anchor="t" rtlCol="false" tIns="0" lIns="0" bIns="0" rIns="0">
            <a:spAutoFit/>
          </a:bodyPr>
          <a:lstStyle/>
          <a:p>
            <a:pPr algn="l">
              <a:lnSpc>
                <a:spcPts val="3359"/>
              </a:lnSpc>
            </a:pPr>
            <a:r>
              <a:rPr lang="en-US" sz="2400" spc="-168">
                <a:solidFill>
                  <a:srgbClr val="532822"/>
                </a:solidFill>
                <a:latin typeface="Open Sauce"/>
                <a:ea typeface="Open Sauce"/>
                <a:cs typeface="Open Sauce"/>
                <a:sym typeface="Open Sauce"/>
              </a:rPr>
              <a:t>Presented by :</a:t>
            </a:r>
          </a:p>
        </p:txBody>
      </p:sp>
      <p:sp>
        <p:nvSpPr>
          <p:cNvPr name="TextBox 58" id="58"/>
          <p:cNvSpPr txBox="true"/>
          <p:nvPr/>
        </p:nvSpPr>
        <p:spPr>
          <a:xfrm rot="0">
            <a:off x="12495317" y="8844012"/>
            <a:ext cx="2961005" cy="405765"/>
          </a:xfrm>
          <a:prstGeom prst="rect">
            <a:avLst/>
          </a:prstGeom>
        </p:spPr>
        <p:txBody>
          <a:bodyPr anchor="t" rtlCol="false" tIns="0" lIns="0" bIns="0" rIns="0">
            <a:spAutoFit/>
          </a:bodyPr>
          <a:lstStyle/>
          <a:p>
            <a:pPr algn="l">
              <a:lnSpc>
                <a:spcPts val="3359"/>
              </a:lnSpc>
            </a:pPr>
            <a:r>
              <a:rPr lang="en-US" sz="2400" spc="-168" b="true">
                <a:solidFill>
                  <a:srgbClr val="FEF4EA"/>
                </a:solidFill>
                <a:latin typeface="Open Sauce Bold"/>
                <a:ea typeface="Open Sauce Bold"/>
                <a:cs typeface="Open Sauce Bold"/>
                <a:sym typeface="Open Sauce Bold"/>
              </a:rPr>
              <a:t>Samira Hadid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DAHWY4GIwFo</dc:identifier>
  <dcterms:modified xsi:type="dcterms:W3CDTF">2011-08-01T06:04:30Z</dcterms:modified>
  <cp:revision>1</cp:revision>
  <dc:title>Blue And White Futuristic Electronics Presentation</dc:title>
</cp:coreProperties>
</file>
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Noto Serif ExtraCondensed Bold" charset="1" panose="02020502060505020204"/>
      <p:regular r:id="rId18"/>
    </p:embeddedFont>
    <p:embeddedFont>
      <p:font typeface="Inclusive Sans" charset="1" panose="00000000000000000000"/>
      <p:regular r:id="rId19"/>
    </p:embeddedFont>
    <p:embeddedFont>
      <p:font typeface="Inclusive Sans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jpe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3.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4797913"/>
            <a:ext cx="5489087" cy="5489087"/>
          </a:xfrm>
          <a:custGeom>
            <a:avLst/>
            <a:gdLst/>
            <a:ahLst/>
            <a:cxnLst/>
            <a:rect r="r" b="b" t="t" l="l"/>
            <a:pathLst>
              <a:path h="5489087" w="5489087">
                <a:moveTo>
                  <a:pt x="0" y="0"/>
                </a:moveTo>
                <a:lnTo>
                  <a:pt x="5489087" y="0"/>
                </a:lnTo>
                <a:lnTo>
                  <a:pt x="5489087" y="5489087"/>
                </a:lnTo>
                <a:lnTo>
                  <a:pt x="0" y="54890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3704432" cy="3536048"/>
          </a:xfrm>
          <a:custGeom>
            <a:avLst/>
            <a:gdLst/>
            <a:ahLst/>
            <a:cxnLst/>
            <a:rect r="r" b="b" t="t" l="l"/>
            <a:pathLst>
              <a:path h="3536048" w="3704432">
                <a:moveTo>
                  <a:pt x="3704432" y="3536048"/>
                </a:moveTo>
                <a:lnTo>
                  <a:pt x="0" y="3536048"/>
                </a:lnTo>
                <a:lnTo>
                  <a:pt x="0" y="0"/>
                </a:lnTo>
                <a:lnTo>
                  <a:pt x="3704432" y="0"/>
                </a:lnTo>
                <a:lnTo>
                  <a:pt x="3704432" y="35360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365063" y="1596832"/>
            <a:ext cx="872142" cy="1047332"/>
          </a:xfrm>
          <a:custGeom>
            <a:avLst/>
            <a:gdLst/>
            <a:ahLst/>
            <a:cxnLst/>
            <a:rect r="r" b="b" t="t" l="l"/>
            <a:pathLst>
              <a:path h="1047332" w="872142">
                <a:moveTo>
                  <a:pt x="0" y="0"/>
                </a:moveTo>
                <a:lnTo>
                  <a:pt x="872142" y="0"/>
                </a:lnTo>
                <a:lnTo>
                  <a:pt x="872142" y="1047332"/>
                </a:lnTo>
                <a:lnTo>
                  <a:pt x="0" y="1047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745515" y="3663083"/>
            <a:ext cx="10111238" cy="3536914"/>
          </a:xfrm>
          <a:prstGeom prst="rect">
            <a:avLst/>
          </a:prstGeom>
        </p:spPr>
        <p:txBody>
          <a:bodyPr anchor="t" rtlCol="false" tIns="0" lIns="0" bIns="0" rIns="0">
            <a:spAutoFit/>
          </a:bodyPr>
          <a:lstStyle/>
          <a:p>
            <a:pPr algn="ctr">
              <a:lnSpc>
                <a:spcPts val="13312"/>
              </a:lnSpc>
            </a:pPr>
            <a:r>
              <a:rPr lang="en-US" b="true" sz="15302" spc="-688">
                <a:solidFill>
                  <a:srgbClr val="FFFFFF"/>
                </a:solidFill>
                <a:latin typeface="Noto Serif ExtraCondensed Bold"/>
                <a:ea typeface="Noto Serif ExtraCondensed Bold"/>
                <a:cs typeface="Noto Serif ExtraCondensed Bold"/>
                <a:sym typeface="Noto Serif ExtraCondensed Bold"/>
              </a:rPr>
              <a:t>Project</a:t>
            </a:r>
          </a:p>
          <a:p>
            <a:pPr algn="ctr">
              <a:lnSpc>
                <a:spcPts val="13312"/>
              </a:lnSpc>
            </a:pPr>
            <a:r>
              <a:rPr lang="en-US" b="true" sz="15302" spc="-688">
                <a:solidFill>
                  <a:srgbClr val="FFFFFF"/>
                </a:solidFill>
                <a:latin typeface="Noto Serif ExtraCondensed Bold"/>
                <a:ea typeface="Noto Serif ExtraCondensed Bold"/>
                <a:cs typeface="Noto Serif ExtraCondensed Bold"/>
                <a:sym typeface="Noto Serif ExtraCondensed Bold"/>
              </a:rPr>
              <a:t>Presentation</a:t>
            </a:r>
          </a:p>
        </p:txBody>
      </p:sp>
      <p:sp>
        <p:nvSpPr>
          <p:cNvPr name="Freeform 6" id="6"/>
          <p:cNvSpPr/>
          <p:nvPr/>
        </p:nvSpPr>
        <p:spPr>
          <a:xfrm flipH="false" flipV="false" rot="0">
            <a:off x="13357462" y="1241662"/>
            <a:ext cx="7803676" cy="7803676"/>
          </a:xfrm>
          <a:custGeom>
            <a:avLst/>
            <a:gdLst/>
            <a:ahLst/>
            <a:cxnLst/>
            <a:rect r="r" b="b" t="t" l="l"/>
            <a:pathLst>
              <a:path h="7803676" w="7803676">
                <a:moveTo>
                  <a:pt x="0" y="0"/>
                </a:moveTo>
                <a:lnTo>
                  <a:pt x="7803676" y="0"/>
                </a:lnTo>
                <a:lnTo>
                  <a:pt x="7803676" y="7803676"/>
                </a:lnTo>
                <a:lnTo>
                  <a:pt x="0" y="7803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09682" y="7243620"/>
            <a:ext cx="2782904" cy="363914"/>
          </a:xfrm>
          <a:prstGeom prst="rect">
            <a:avLst/>
          </a:prstGeom>
        </p:spPr>
        <p:txBody>
          <a:bodyPr anchor="t" rtlCol="false" tIns="0" lIns="0" bIns="0" rIns="0">
            <a:spAutoFit/>
          </a:bodyPr>
          <a:lstStyle/>
          <a:p>
            <a:pPr algn="ctr">
              <a:lnSpc>
                <a:spcPts val="2913"/>
              </a:lnSpc>
              <a:spcBef>
                <a:spcPct val="0"/>
              </a:spcBef>
            </a:pPr>
            <a:r>
              <a:rPr lang="en-US" sz="2081">
                <a:solidFill>
                  <a:srgbClr val="FFFFFF"/>
                </a:solidFill>
                <a:latin typeface="Inclusive Sans"/>
                <a:ea typeface="Inclusive Sans"/>
                <a:cs typeface="Inclusive Sans"/>
                <a:sym typeface="Inclusive Sans"/>
              </a:rPr>
              <a:t>Presented by:</a:t>
            </a:r>
          </a:p>
        </p:txBody>
      </p:sp>
      <p:sp>
        <p:nvSpPr>
          <p:cNvPr name="TextBox 8" id="8"/>
          <p:cNvSpPr txBox="true"/>
          <p:nvPr/>
        </p:nvSpPr>
        <p:spPr>
          <a:xfrm rot="0">
            <a:off x="4395580" y="7550384"/>
            <a:ext cx="4811108" cy="448609"/>
          </a:xfrm>
          <a:prstGeom prst="rect">
            <a:avLst/>
          </a:prstGeom>
        </p:spPr>
        <p:txBody>
          <a:bodyPr anchor="t" rtlCol="false" tIns="0" lIns="0" bIns="0" rIns="0">
            <a:spAutoFit/>
          </a:bodyPr>
          <a:lstStyle/>
          <a:p>
            <a:pPr algn="ctr">
              <a:lnSpc>
                <a:spcPts val="3623"/>
              </a:lnSpc>
              <a:spcBef>
                <a:spcPct val="0"/>
              </a:spcBef>
            </a:pPr>
            <a:r>
              <a:rPr lang="en-US" b="true" sz="2588">
                <a:solidFill>
                  <a:srgbClr val="FFFFFF"/>
                </a:solidFill>
                <a:latin typeface="Inclusive Sans Bold"/>
                <a:ea typeface="Inclusive Sans Bold"/>
                <a:cs typeface="Inclusive Sans Bold"/>
                <a:sym typeface="Inclusive Sans Bold"/>
              </a:rPr>
              <a:t>Farah Begum</a:t>
            </a:r>
          </a:p>
        </p:txBody>
      </p:sp>
      <p:sp>
        <p:nvSpPr>
          <p:cNvPr name="TextBox 9" id="9"/>
          <p:cNvSpPr txBox="true"/>
          <p:nvPr/>
        </p:nvSpPr>
        <p:spPr>
          <a:xfrm rot="0">
            <a:off x="4987167" y="2710839"/>
            <a:ext cx="3627935" cy="342815"/>
          </a:xfrm>
          <a:prstGeom prst="rect">
            <a:avLst/>
          </a:prstGeom>
        </p:spPr>
        <p:txBody>
          <a:bodyPr anchor="t" rtlCol="false" tIns="0" lIns="0" bIns="0" rIns="0">
            <a:spAutoFit/>
          </a:bodyPr>
          <a:lstStyle/>
          <a:p>
            <a:pPr algn="ctr">
              <a:lnSpc>
                <a:spcPts val="2732"/>
              </a:lnSpc>
              <a:spcBef>
                <a:spcPct val="0"/>
              </a:spcBef>
            </a:pPr>
            <a:r>
              <a:rPr lang="en-US" sz="1951">
                <a:solidFill>
                  <a:srgbClr val="FFFFFF"/>
                </a:solidFill>
                <a:latin typeface="Inclusive Sans"/>
                <a:ea typeface="Inclusive Sans"/>
                <a:cs typeface="Inclusive Sans"/>
                <a:sym typeface="Inclusive Sans"/>
              </a:rPr>
              <a:t>Cent</a:t>
            </a:r>
            <a:r>
              <a:rPr lang="en-US" sz="1951">
                <a:solidFill>
                  <a:srgbClr val="FFFFFF"/>
                </a:solidFill>
                <a:latin typeface="Inclusive Sans"/>
                <a:ea typeface="Inclusive Sans"/>
                <a:cs typeface="Inclusive Sans"/>
                <a:sym typeface="Inclusive Sans"/>
              </a:rPr>
              <a:t>ral Supply Co.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625262" y="535898"/>
            <a:ext cx="1726153" cy="985603"/>
            <a:chOff x="0" y="0"/>
            <a:chExt cx="2301538" cy="1314137"/>
          </a:xfrm>
        </p:grpSpPr>
        <p:sp>
          <p:nvSpPr>
            <p:cNvPr name="Freeform 3" id="3"/>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grpSp>
        <p:nvGrpSpPr>
          <p:cNvPr name="Group 5" id="5"/>
          <p:cNvGrpSpPr/>
          <p:nvPr/>
        </p:nvGrpSpPr>
        <p:grpSpPr>
          <a:xfrm rot="0">
            <a:off x="11466424" y="0"/>
            <a:ext cx="6821576" cy="10287000"/>
            <a:chOff x="0" y="0"/>
            <a:chExt cx="1056841" cy="1593725"/>
          </a:xfrm>
        </p:grpSpPr>
        <p:sp>
          <p:nvSpPr>
            <p:cNvPr name="Freeform 6" id="6"/>
            <p:cNvSpPr/>
            <p:nvPr/>
          </p:nvSpPr>
          <p:spPr>
            <a:xfrm flipH="false" flipV="false" rot="0">
              <a:off x="0" y="0"/>
              <a:ext cx="1056841" cy="1593725"/>
            </a:xfrm>
            <a:custGeom>
              <a:avLst/>
              <a:gdLst/>
              <a:ahLst/>
              <a:cxnLst/>
              <a:rect r="r" b="b" t="t" l="l"/>
              <a:pathLst>
                <a:path h="1593725" w="1056841">
                  <a:moveTo>
                    <a:pt x="0" y="0"/>
                  </a:moveTo>
                  <a:lnTo>
                    <a:pt x="1056841" y="0"/>
                  </a:lnTo>
                  <a:lnTo>
                    <a:pt x="1056841" y="1593725"/>
                  </a:lnTo>
                  <a:lnTo>
                    <a:pt x="0" y="1593725"/>
                  </a:lnTo>
                  <a:close/>
                </a:path>
              </a:pathLst>
            </a:custGeom>
            <a:blipFill>
              <a:blip r:embed="rId4"/>
              <a:stretch>
                <a:fillRect l="-6481" t="0" r="-6481" b="0"/>
              </a:stretch>
            </a:blipFill>
          </p:spPr>
        </p:sp>
      </p:grpSp>
      <p:sp>
        <p:nvSpPr>
          <p:cNvPr name="Freeform 7" id="7"/>
          <p:cNvSpPr/>
          <p:nvPr/>
        </p:nvSpPr>
        <p:spPr>
          <a:xfrm flipH="false" flipV="false" rot="5400000">
            <a:off x="8730490" y="1425291"/>
            <a:ext cx="3833858" cy="1222575"/>
          </a:xfrm>
          <a:custGeom>
            <a:avLst/>
            <a:gdLst/>
            <a:ahLst/>
            <a:cxnLst/>
            <a:rect r="r" b="b" t="t" l="l"/>
            <a:pathLst>
              <a:path h="1222575" w="3833858">
                <a:moveTo>
                  <a:pt x="0" y="0"/>
                </a:moveTo>
                <a:lnTo>
                  <a:pt x="3833858" y="0"/>
                </a:lnTo>
                <a:lnTo>
                  <a:pt x="3833858" y="1222575"/>
                </a:lnTo>
                <a:lnTo>
                  <a:pt x="0" y="12225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8" id="8"/>
          <p:cNvSpPr/>
          <p:nvPr/>
        </p:nvSpPr>
        <p:spPr>
          <a:xfrm>
            <a:off x="625262" y="9144000"/>
            <a:ext cx="649224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TextBox 9" id="9"/>
          <p:cNvSpPr txBox="true"/>
          <p:nvPr/>
        </p:nvSpPr>
        <p:spPr>
          <a:xfrm rot="0">
            <a:off x="1679153" y="2613160"/>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Ove</a:t>
            </a:r>
            <a:r>
              <a:rPr lang="en-US" b="true" sz="9267" spc="-417">
                <a:solidFill>
                  <a:srgbClr val="FFFFFF"/>
                </a:solidFill>
                <a:latin typeface="Noto Serif ExtraCondensed Bold"/>
                <a:ea typeface="Noto Serif ExtraCondensed Bold"/>
                <a:cs typeface="Noto Serif ExtraCondensed Bold"/>
                <a:sym typeface="Noto Serif ExtraCondensed Bold"/>
              </a:rPr>
              <a:t>rview</a:t>
            </a:r>
          </a:p>
        </p:txBody>
      </p:sp>
      <p:sp>
        <p:nvSpPr>
          <p:cNvPr name="TextBox 10" id="10"/>
          <p:cNvSpPr txBox="true"/>
          <p:nvPr/>
        </p:nvSpPr>
        <p:spPr>
          <a:xfrm rot="0">
            <a:off x="1679153" y="4041640"/>
            <a:ext cx="8588830" cy="392747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63772"/>
            <a:ext cx="5185965" cy="10223228"/>
          </a:xfrm>
          <a:custGeom>
            <a:avLst/>
            <a:gdLst/>
            <a:ahLst/>
            <a:cxnLst/>
            <a:rect r="r" b="b" t="t" l="l"/>
            <a:pathLst>
              <a:path h="10223228" w="5185965">
                <a:moveTo>
                  <a:pt x="0" y="0"/>
                </a:moveTo>
                <a:lnTo>
                  <a:pt x="5185965" y="0"/>
                </a:lnTo>
                <a:lnTo>
                  <a:pt x="5185965" y="10223228"/>
                </a:lnTo>
                <a:lnTo>
                  <a:pt x="0" y="10223228"/>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25262" y="535898"/>
            <a:ext cx="1726153" cy="985603"/>
            <a:chOff x="0" y="0"/>
            <a:chExt cx="2301538" cy="1314137"/>
          </a:xfrm>
        </p:grpSpPr>
        <p:sp>
          <p:nvSpPr>
            <p:cNvPr name="Freeform 4" id="4"/>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grpSp>
        <p:nvGrpSpPr>
          <p:cNvPr name="Group 6" id="6"/>
          <p:cNvGrpSpPr/>
          <p:nvPr/>
        </p:nvGrpSpPr>
        <p:grpSpPr>
          <a:xfrm rot="0">
            <a:off x="9144000" y="5584658"/>
            <a:ext cx="9144000" cy="4702342"/>
            <a:chOff x="0" y="0"/>
            <a:chExt cx="3326513" cy="1710674"/>
          </a:xfrm>
        </p:grpSpPr>
        <p:sp>
          <p:nvSpPr>
            <p:cNvPr name="Freeform 7" id="7"/>
            <p:cNvSpPr/>
            <p:nvPr/>
          </p:nvSpPr>
          <p:spPr>
            <a:xfrm flipH="false" flipV="false" rot="0">
              <a:off x="0" y="0"/>
              <a:ext cx="3326513" cy="1710674"/>
            </a:xfrm>
            <a:custGeom>
              <a:avLst/>
              <a:gdLst/>
              <a:ahLst/>
              <a:cxnLst/>
              <a:rect r="r" b="b" t="t" l="l"/>
              <a:pathLst>
                <a:path h="1710674" w="3326513">
                  <a:moveTo>
                    <a:pt x="0" y="0"/>
                  </a:moveTo>
                  <a:lnTo>
                    <a:pt x="3326513" y="0"/>
                  </a:lnTo>
                  <a:lnTo>
                    <a:pt x="3326513" y="1710674"/>
                  </a:lnTo>
                  <a:lnTo>
                    <a:pt x="0" y="1710674"/>
                  </a:lnTo>
                  <a:close/>
                </a:path>
              </a:pathLst>
            </a:custGeom>
            <a:blipFill>
              <a:blip r:embed="rId6"/>
              <a:stretch>
                <a:fillRect l="0" t="-14877" r="0" b="-14877"/>
              </a:stretch>
            </a:blipFill>
          </p:spPr>
        </p:sp>
      </p:grpSp>
      <p:sp>
        <p:nvSpPr>
          <p:cNvPr name="AutoShape 8" id="8"/>
          <p:cNvSpPr/>
          <p:nvPr/>
        </p:nvSpPr>
        <p:spPr>
          <a:xfrm flipH="true">
            <a:off x="7450896" y="1143000"/>
            <a:ext cx="1011584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TextBox 9" id="9"/>
          <p:cNvSpPr txBox="true"/>
          <p:nvPr/>
        </p:nvSpPr>
        <p:spPr>
          <a:xfrm rot="0">
            <a:off x="1679153" y="3332827"/>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Int</a:t>
            </a:r>
            <a:r>
              <a:rPr lang="en-US" b="true" sz="9267" spc="-417">
                <a:solidFill>
                  <a:srgbClr val="FFFFFF"/>
                </a:solidFill>
                <a:latin typeface="Noto Serif ExtraCondensed Bold"/>
                <a:ea typeface="Noto Serif ExtraCondensed Bold"/>
                <a:cs typeface="Noto Serif ExtraCondensed Bold"/>
                <a:sym typeface="Noto Serif ExtraCondensed Bold"/>
              </a:rPr>
              <a:t>roduction</a:t>
            </a:r>
          </a:p>
        </p:txBody>
      </p:sp>
      <p:sp>
        <p:nvSpPr>
          <p:cNvPr name="TextBox 10" id="10"/>
          <p:cNvSpPr txBox="true"/>
          <p:nvPr/>
        </p:nvSpPr>
        <p:spPr>
          <a:xfrm rot="0">
            <a:off x="1679153" y="4990712"/>
            <a:ext cx="7013623" cy="34893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a:t>
            </a:r>
          </a:p>
        </p:txBody>
      </p:sp>
      <p:sp>
        <p:nvSpPr>
          <p:cNvPr name="TextBox 11" id="11"/>
          <p:cNvSpPr txBox="true"/>
          <p:nvPr/>
        </p:nvSpPr>
        <p:spPr>
          <a:xfrm rot="0">
            <a:off x="9144000" y="2270260"/>
            <a:ext cx="7013623" cy="217487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625262" y="535898"/>
            <a:ext cx="1726153" cy="985603"/>
            <a:chOff x="0" y="0"/>
            <a:chExt cx="2301538" cy="1314137"/>
          </a:xfrm>
        </p:grpSpPr>
        <p:sp>
          <p:nvSpPr>
            <p:cNvPr name="Freeform 3" id="3"/>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sp>
        <p:nvSpPr>
          <p:cNvPr name="Freeform 5" id="5"/>
          <p:cNvSpPr/>
          <p:nvPr/>
        </p:nvSpPr>
        <p:spPr>
          <a:xfrm flipH="false" flipV="true" rot="0">
            <a:off x="28464" y="0"/>
            <a:ext cx="14360025" cy="10287000"/>
          </a:xfrm>
          <a:custGeom>
            <a:avLst/>
            <a:gdLst/>
            <a:ahLst/>
            <a:cxnLst/>
            <a:rect r="r" b="b" t="t" l="l"/>
            <a:pathLst>
              <a:path h="10287000" w="14360025">
                <a:moveTo>
                  <a:pt x="0" y="10287000"/>
                </a:moveTo>
                <a:lnTo>
                  <a:pt x="14360026" y="10287000"/>
                </a:lnTo>
                <a:lnTo>
                  <a:pt x="14360026" y="0"/>
                </a:lnTo>
                <a:lnTo>
                  <a:pt x="0" y="0"/>
                </a:lnTo>
                <a:lnTo>
                  <a:pt x="0" y="1028700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4232" y="2056845"/>
            <a:ext cx="9144000" cy="4187989"/>
            <a:chOff x="0" y="0"/>
            <a:chExt cx="3326513" cy="1523556"/>
          </a:xfrm>
        </p:grpSpPr>
        <p:sp>
          <p:nvSpPr>
            <p:cNvPr name="Freeform 7" id="7"/>
            <p:cNvSpPr/>
            <p:nvPr/>
          </p:nvSpPr>
          <p:spPr>
            <a:xfrm flipH="false" flipV="false" rot="0">
              <a:off x="0" y="0"/>
              <a:ext cx="3326513" cy="1523556"/>
            </a:xfrm>
            <a:custGeom>
              <a:avLst/>
              <a:gdLst/>
              <a:ahLst/>
              <a:cxnLst/>
              <a:rect r="r" b="b" t="t" l="l"/>
              <a:pathLst>
                <a:path h="1523556" w="3326513">
                  <a:moveTo>
                    <a:pt x="0" y="0"/>
                  </a:moveTo>
                  <a:lnTo>
                    <a:pt x="3326513" y="0"/>
                  </a:lnTo>
                  <a:lnTo>
                    <a:pt x="3326513" y="1523556"/>
                  </a:lnTo>
                  <a:lnTo>
                    <a:pt x="0" y="1523556"/>
                  </a:lnTo>
                  <a:close/>
                </a:path>
              </a:pathLst>
            </a:custGeom>
            <a:blipFill>
              <a:blip r:embed="rId6"/>
              <a:stretch>
                <a:fillRect l="0" t="-31777" r="0" b="-31777"/>
              </a:stretch>
            </a:blipFill>
          </p:spPr>
        </p:sp>
      </p:grpSp>
      <p:sp>
        <p:nvSpPr>
          <p:cNvPr name="AutoShape 8" id="8"/>
          <p:cNvSpPr/>
          <p:nvPr/>
        </p:nvSpPr>
        <p:spPr>
          <a:xfrm flipH="true">
            <a:off x="8172160" y="787258"/>
            <a:ext cx="1011584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Freeform 9" id="9"/>
          <p:cNvSpPr/>
          <p:nvPr/>
        </p:nvSpPr>
        <p:spPr>
          <a:xfrm flipH="false" flipV="false" rot="0">
            <a:off x="10972800" y="992816"/>
            <a:ext cx="7315200" cy="1064029"/>
          </a:xfrm>
          <a:custGeom>
            <a:avLst/>
            <a:gdLst/>
            <a:ahLst/>
            <a:cxnLst/>
            <a:rect r="r" b="b" t="t" l="l"/>
            <a:pathLst>
              <a:path h="1064029" w="7315200">
                <a:moveTo>
                  <a:pt x="0" y="0"/>
                </a:moveTo>
                <a:lnTo>
                  <a:pt x="7315200" y="0"/>
                </a:lnTo>
                <a:lnTo>
                  <a:pt x="7315200" y="1064029"/>
                </a:lnTo>
                <a:lnTo>
                  <a:pt x="0" y="10640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9989171" y="3406436"/>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Backg</a:t>
            </a:r>
            <a:r>
              <a:rPr lang="en-US" b="true" sz="9267" spc="-417">
                <a:solidFill>
                  <a:srgbClr val="FFFFFF"/>
                </a:solidFill>
                <a:latin typeface="Noto Serif ExtraCondensed Bold"/>
                <a:ea typeface="Noto Serif ExtraCondensed Bold"/>
                <a:cs typeface="Noto Serif ExtraCondensed Bold"/>
                <a:sym typeface="Noto Serif ExtraCondensed Bold"/>
              </a:rPr>
              <a:t>round</a:t>
            </a:r>
          </a:p>
        </p:txBody>
      </p:sp>
      <p:sp>
        <p:nvSpPr>
          <p:cNvPr name="TextBox 11" id="11"/>
          <p:cNvSpPr txBox="true"/>
          <p:nvPr/>
        </p:nvSpPr>
        <p:spPr>
          <a:xfrm rot="0">
            <a:off x="9989171" y="5169692"/>
            <a:ext cx="7013623" cy="34893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a:t>
            </a:r>
          </a:p>
        </p:txBody>
      </p:sp>
      <p:sp>
        <p:nvSpPr>
          <p:cNvPr name="TextBox 12" id="12"/>
          <p:cNvSpPr txBox="true"/>
          <p:nvPr/>
        </p:nvSpPr>
        <p:spPr>
          <a:xfrm rot="0">
            <a:off x="1028700" y="6890543"/>
            <a:ext cx="8129532" cy="17367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625262" y="535898"/>
            <a:ext cx="1726153" cy="985603"/>
            <a:chOff x="0" y="0"/>
            <a:chExt cx="2301538" cy="1314137"/>
          </a:xfrm>
        </p:grpSpPr>
        <p:sp>
          <p:nvSpPr>
            <p:cNvPr name="Freeform 3" id="3"/>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sp>
        <p:nvSpPr>
          <p:cNvPr name="Freeform 5" id="5"/>
          <p:cNvSpPr/>
          <p:nvPr/>
        </p:nvSpPr>
        <p:spPr>
          <a:xfrm flipH="false" flipV="true" rot="5400000">
            <a:off x="12450937" y="-1333977"/>
            <a:ext cx="4459778" cy="7214347"/>
          </a:xfrm>
          <a:custGeom>
            <a:avLst/>
            <a:gdLst/>
            <a:ahLst/>
            <a:cxnLst/>
            <a:rect r="r" b="b" t="t" l="l"/>
            <a:pathLst>
              <a:path h="7214347" w="4459778">
                <a:moveTo>
                  <a:pt x="0" y="7214347"/>
                </a:moveTo>
                <a:lnTo>
                  <a:pt x="4459779" y="7214347"/>
                </a:lnTo>
                <a:lnTo>
                  <a:pt x="4459779" y="0"/>
                </a:lnTo>
                <a:lnTo>
                  <a:pt x="0" y="0"/>
                </a:lnTo>
                <a:lnTo>
                  <a:pt x="0" y="7214347"/>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flipH="true">
            <a:off x="11402940" y="2259073"/>
            <a:ext cx="688506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TextBox 7" id="7"/>
          <p:cNvSpPr txBox="true"/>
          <p:nvPr/>
        </p:nvSpPr>
        <p:spPr>
          <a:xfrm rot="0">
            <a:off x="9082282" y="5686425"/>
            <a:ext cx="2869061" cy="522508"/>
          </a:xfrm>
          <a:prstGeom prst="rect">
            <a:avLst/>
          </a:prstGeom>
        </p:spPr>
        <p:txBody>
          <a:bodyPr anchor="t" rtlCol="false" tIns="0" lIns="0" bIns="0" rIns="0">
            <a:spAutoFit/>
          </a:bodyPr>
          <a:lstStyle/>
          <a:p>
            <a:pPr algn="l">
              <a:lnSpc>
                <a:spcPts val="3777"/>
              </a:lnSpc>
            </a:pPr>
            <a:r>
              <a:rPr lang="en-US" sz="4341" spc="-195" b="true">
                <a:solidFill>
                  <a:srgbClr val="FFFFFF"/>
                </a:solidFill>
                <a:latin typeface="Noto Serif ExtraCondensed Bold"/>
                <a:ea typeface="Noto Serif ExtraCondensed Bold"/>
                <a:cs typeface="Noto Serif ExtraCondensed Bold"/>
                <a:sym typeface="Noto Serif ExtraCondensed Bold"/>
              </a:rPr>
              <a:t>Problem 2</a:t>
            </a:r>
          </a:p>
        </p:txBody>
      </p:sp>
      <p:sp>
        <p:nvSpPr>
          <p:cNvPr name="AutoShape 8" id="8"/>
          <p:cNvSpPr/>
          <p:nvPr/>
        </p:nvSpPr>
        <p:spPr>
          <a:xfrm flipH="true">
            <a:off x="11402940" y="5881004"/>
            <a:ext cx="688506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Freeform 9" id="9"/>
          <p:cNvSpPr/>
          <p:nvPr/>
        </p:nvSpPr>
        <p:spPr>
          <a:xfrm flipH="false" flipV="false" rot="0">
            <a:off x="625262" y="1874602"/>
            <a:ext cx="7779758" cy="7383698"/>
          </a:xfrm>
          <a:custGeom>
            <a:avLst/>
            <a:gdLst/>
            <a:ahLst/>
            <a:cxnLst/>
            <a:rect r="r" b="b" t="t" l="l"/>
            <a:pathLst>
              <a:path h="7383698" w="7779758">
                <a:moveTo>
                  <a:pt x="0" y="0"/>
                </a:moveTo>
                <a:lnTo>
                  <a:pt x="7779758" y="0"/>
                </a:lnTo>
                <a:lnTo>
                  <a:pt x="7779758" y="7383698"/>
                </a:lnTo>
                <a:lnTo>
                  <a:pt x="0" y="7383698"/>
                </a:lnTo>
                <a:lnTo>
                  <a:pt x="0" y="0"/>
                </a:lnTo>
                <a:close/>
              </a:path>
            </a:pathLst>
          </a:custGeom>
          <a:blipFill>
            <a:blip r:embed="rId6">
              <a:alphaModFix amt="43999"/>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632497" y="7403073"/>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The P</a:t>
            </a:r>
            <a:r>
              <a:rPr lang="en-US" b="true" sz="9267" spc="-417">
                <a:solidFill>
                  <a:srgbClr val="FFFFFF"/>
                </a:solidFill>
                <a:latin typeface="Noto Serif ExtraCondensed Bold"/>
                <a:ea typeface="Noto Serif ExtraCondensed Bold"/>
                <a:cs typeface="Noto Serif ExtraCondensed Bold"/>
                <a:sym typeface="Noto Serif ExtraCondensed Bold"/>
              </a:rPr>
              <a:t>roblems</a:t>
            </a:r>
          </a:p>
        </p:txBody>
      </p:sp>
      <p:sp>
        <p:nvSpPr>
          <p:cNvPr name="TextBox 11" id="11"/>
          <p:cNvSpPr txBox="true"/>
          <p:nvPr/>
        </p:nvSpPr>
        <p:spPr>
          <a:xfrm rot="0">
            <a:off x="9082282" y="2994110"/>
            <a:ext cx="7833374" cy="17367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a:t>
            </a:r>
          </a:p>
        </p:txBody>
      </p:sp>
      <p:sp>
        <p:nvSpPr>
          <p:cNvPr name="TextBox 12" id="12"/>
          <p:cNvSpPr txBox="true"/>
          <p:nvPr/>
        </p:nvSpPr>
        <p:spPr>
          <a:xfrm rot="0">
            <a:off x="9082282" y="2064494"/>
            <a:ext cx="2869061" cy="522508"/>
          </a:xfrm>
          <a:prstGeom prst="rect">
            <a:avLst/>
          </a:prstGeom>
        </p:spPr>
        <p:txBody>
          <a:bodyPr anchor="t" rtlCol="false" tIns="0" lIns="0" bIns="0" rIns="0">
            <a:spAutoFit/>
          </a:bodyPr>
          <a:lstStyle/>
          <a:p>
            <a:pPr algn="l">
              <a:lnSpc>
                <a:spcPts val="3777"/>
              </a:lnSpc>
            </a:pPr>
            <a:r>
              <a:rPr lang="en-US" sz="4341" spc="-195" b="true">
                <a:solidFill>
                  <a:srgbClr val="FFFFFF"/>
                </a:solidFill>
                <a:latin typeface="Noto Serif ExtraCondensed Bold"/>
                <a:ea typeface="Noto Serif ExtraCondensed Bold"/>
                <a:cs typeface="Noto Serif ExtraCondensed Bold"/>
                <a:sym typeface="Noto Serif ExtraCondensed Bold"/>
              </a:rPr>
              <a:t>Problem 1</a:t>
            </a:r>
          </a:p>
        </p:txBody>
      </p:sp>
      <p:sp>
        <p:nvSpPr>
          <p:cNvPr name="TextBox 13" id="13"/>
          <p:cNvSpPr txBox="true"/>
          <p:nvPr/>
        </p:nvSpPr>
        <p:spPr>
          <a:xfrm rot="0">
            <a:off x="9082282" y="6616040"/>
            <a:ext cx="7833374" cy="17367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2760038" y="2750891"/>
            <a:ext cx="10222906" cy="4721124"/>
          </a:xfrm>
          <a:custGeom>
            <a:avLst/>
            <a:gdLst/>
            <a:ahLst/>
            <a:cxnLst/>
            <a:rect r="r" b="b" t="t" l="l"/>
            <a:pathLst>
              <a:path h="4721124" w="10222906">
                <a:moveTo>
                  <a:pt x="0" y="0"/>
                </a:moveTo>
                <a:lnTo>
                  <a:pt x="10222907" y="0"/>
                </a:lnTo>
                <a:lnTo>
                  <a:pt x="10222907" y="4721124"/>
                </a:lnTo>
                <a:lnTo>
                  <a:pt x="0" y="472112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25262" y="535898"/>
            <a:ext cx="1726153" cy="985603"/>
            <a:chOff x="0" y="0"/>
            <a:chExt cx="2301538" cy="1314137"/>
          </a:xfrm>
        </p:grpSpPr>
        <p:sp>
          <p:nvSpPr>
            <p:cNvPr name="Freeform 4" id="4"/>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sp>
        <p:nvSpPr>
          <p:cNvPr name="AutoShape 6" id="6"/>
          <p:cNvSpPr/>
          <p:nvPr/>
        </p:nvSpPr>
        <p:spPr>
          <a:xfrm>
            <a:off x="6393848" y="4800257"/>
            <a:ext cx="0" cy="3370654"/>
          </a:xfrm>
          <a:prstGeom prst="line">
            <a:avLst/>
          </a:prstGeom>
          <a:ln cap="flat" w="219075">
            <a:gradFill>
              <a:gsLst>
                <a:gs pos="0">
                  <a:srgbClr val="20E5F6">
                    <a:alpha val="100000"/>
                  </a:srgbClr>
                </a:gs>
                <a:gs pos="100000">
                  <a:srgbClr val="9B9B9B">
                    <a:alpha val="0"/>
                  </a:srgbClr>
                </a:gs>
              </a:gsLst>
              <a:lin ang="0"/>
            </a:gradFill>
            <a:prstDash val="solid"/>
            <a:headEnd type="none" len="sm" w="sm"/>
            <a:tailEnd type="none" len="sm" w="sm"/>
          </a:ln>
        </p:spPr>
      </p:sp>
      <p:sp>
        <p:nvSpPr>
          <p:cNvPr name="AutoShape 7" id="7"/>
          <p:cNvSpPr/>
          <p:nvPr/>
        </p:nvSpPr>
        <p:spPr>
          <a:xfrm>
            <a:off x="12086934" y="4800257"/>
            <a:ext cx="0" cy="3370654"/>
          </a:xfrm>
          <a:prstGeom prst="line">
            <a:avLst/>
          </a:prstGeom>
          <a:ln cap="flat" w="219075">
            <a:gradFill>
              <a:gsLst>
                <a:gs pos="0">
                  <a:srgbClr val="20E5F6">
                    <a:alpha val="100000"/>
                  </a:srgbClr>
                </a:gs>
                <a:gs pos="100000">
                  <a:srgbClr val="9B9B9B">
                    <a:alpha val="0"/>
                  </a:srgbClr>
                </a:gs>
              </a:gsLst>
              <a:lin ang="0"/>
            </a:gradFill>
            <a:prstDash val="solid"/>
            <a:headEnd type="none" len="sm" w="sm"/>
            <a:tailEnd type="none" len="sm" w="sm"/>
          </a:ln>
        </p:spPr>
      </p:sp>
      <p:sp>
        <p:nvSpPr>
          <p:cNvPr name="Freeform 8" id="8"/>
          <p:cNvSpPr/>
          <p:nvPr/>
        </p:nvSpPr>
        <p:spPr>
          <a:xfrm flipH="false" flipV="false" rot="0">
            <a:off x="6215040" y="578629"/>
            <a:ext cx="7315200" cy="538542"/>
          </a:xfrm>
          <a:custGeom>
            <a:avLst/>
            <a:gdLst/>
            <a:ahLst/>
            <a:cxnLst/>
            <a:rect r="r" b="b" t="t" l="l"/>
            <a:pathLst>
              <a:path h="538542" w="7315200">
                <a:moveTo>
                  <a:pt x="0" y="0"/>
                </a:moveTo>
                <a:lnTo>
                  <a:pt x="7315200" y="0"/>
                </a:lnTo>
                <a:lnTo>
                  <a:pt x="7315200" y="538542"/>
                </a:lnTo>
                <a:lnTo>
                  <a:pt x="0" y="5385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0">
            <a:off x="13885821" y="578629"/>
            <a:ext cx="3793097" cy="4114800"/>
          </a:xfrm>
          <a:custGeom>
            <a:avLst/>
            <a:gdLst/>
            <a:ahLst/>
            <a:cxnLst/>
            <a:rect r="r" b="b" t="t" l="l"/>
            <a:pathLst>
              <a:path h="4114800" w="3793097">
                <a:moveTo>
                  <a:pt x="3793098" y="0"/>
                </a:moveTo>
                <a:lnTo>
                  <a:pt x="0" y="0"/>
                </a:lnTo>
                <a:lnTo>
                  <a:pt x="0" y="4114800"/>
                </a:lnTo>
                <a:lnTo>
                  <a:pt x="3793098" y="4114800"/>
                </a:lnTo>
                <a:lnTo>
                  <a:pt x="379309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100670" y="2886410"/>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The Goals</a:t>
            </a:r>
          </a:p>
        </p:txBody>
      </p:sp>
      <p:sp>
        <p:nvSpPr>
          <p:cNvPr name="TextBox 11" id="11"/>
          <p:cNvSpPr txBox="true"/>
          <p:nvPr/>
        </p:nvSpPr>
        <p:spPr>
          <a:xfrm rot="0">
            <a:off x="1100670" y="5672492"/>
            <a:ext cx="4772457" cy="2163708"/>
          </a:xfrm>
          <a:prstGeom prst="rect">
            <a:avLst/>
          </a:prstGeom>
        </p:spPr>
        <p:txBody>
          <a:bodyPr anchor="t" rtlCol="false" tIns="0" lIns="0" bIns="0" rIns="0">
            <a:spAutoFit/>
          </a:bodyPr>
          <a:lstStyle/>
          <a:p>
            <a:pPr algn="l">
              <a:lnSpc>
                <a:spcPts val="2899"/>
              </a:lnSpc>
              <a:spcBef>
                <a:spcPct val="0"/>
              </a:spcBef>
            </a:pPr>
            <a:r>
              <a:rPr lang="en-US" sz="207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071">
                <a:solidFill>
                  <a:srgbClr val="FFFFFF"/>
                </a:solidFill>
                <a:latin typeface="Inclusive Sans"/>
                <a:ea typeface="Inclusive Sans"/>
                <a:cs typeface="Inclusive Sans"/>
                <a:sym typeface="Inclusive Sans"/>
              </a:rPr>
              <a:t>aboris nisi ut</a:t>
            </a:r>
          </a:p>
        </p:txBody>
      </p:sp>
      <p:sp>
        <p:nvSpPr>
          <p:cNvPr name="TextBox 12" id="12"/>
          <p:cNvSpPr txBox="true"/>
          <p:nvPr/>
        </p:nvSpPr>
        <p:spPr>
          <a:xfrm rot="0">
            <a:off x="1100670" y="4933607"/>
            <a:ext cx="2742898" cy="495928"/>
          </a:xfrm>
          <a:prstGeom prst="rect">
            <a:avLst/>
          </a:prstGeom>
        </p:spPr>
        <p:txBody>
          <a:bodyPr anchor="t" rtlCol="false" tIns="0" lIns="0" bIns="0" rIns="0">
            <a:spAutoFit/>
          </a:bodyPr>
          <a:lstStyle/>
          <a:p>
            <a:pPr algn="l">
              <a:lnSpc>
                <a:spcPts val="3611"/>
              </a:lnSpc>
            </a:pPr>
            <a:r>
              <a:rPr lang="en-US" sz="4151" spc="-186" b="true">
                <a:solidFill>
                  <a:srgbClr val="FFFFFF"/>
                </a:solidFill>
                <a:latin typeface="Noto Serif ExtraCondensed Bold"/>
                <a:ea typeface="Noto Serif ExtraCondensed Bold"/>
                <a:cs typeface="Noto Serif ExtraCondensed Bold"/>
                <a:sym typeface="Noto Serif ExtraCondensed Bold"/>
              </a:rPr>
              <a:t>Goal 1</a:t>
            </a:r>
          </a:p>
        </p:txBody>
      </p:sp>
      <p:sp>
        <p:nvSpPr>
          <p:cNvPr name="TextBox 13" id="13"/>
          <p:cNvSpPr txBox="true"/>
          <p:nvPr/>
        </p:nvSpPr>
        <p:spPr>
          <a:xfrm rot="0">
            <a:off x="6793756" y="5672492"/>
            <a:ext cx="4772457" cy="2163708"/>
          </a:xfrm>
          <a:prstGeom prst="rect">
            <a:avLst/>
          </a:prstGeom>
        </p:spPr>
        <p:txBody>
          <a:bodyPr anchor="t" rtlCol="false" tIns="0" lIns="0" bIns="0" rIns="0">
            <a:spAutoFit/>
          </a:bodyPr>
          <a:lstStyle/>
          <a:p>
            <a:pPr algn="l">
              <a:lnSpc>
                <a:spcPts val="2899"/>
              </a:lnSpc>
              <a:spcBef>
                <a:spcPct val="0"/>
              </a:spcBef>
            </a:pPr>
            <a:r>
              <a:rPr lang="en-US" sz="207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071">
                <a:solidFill>
                  <a:srgbClr val="FFFFFF"/>
                </a:solidFill>
                <a:latin typeface="Inclusive Sans"/>
                <a:ea typeface="Inclusive Sans"/>
                <a:cs typeface="Inclusive Sans"/>
                <a:sym typeface="Inclusive Sans"/>
              </a:rPr>
              <a:t>aboris nisi ut</a:t>
            </a:r>
          </a:p>
        </p:txBody>
      </p:sp>
      <p:sp>
        <p:nvSpPr>
          <p:cNvPr name="TextBox 14" id="14"/>
          <p:cNvSpPr txBox="true"/>
          <p:nvPr/>
        </p:nvSpPr>
        <p:spPr>
          <a:xfrm rot="0">
            <a:off x="6793756" y="4933607"/>
            <a:ext cx="2742898" cy="495928"/>
          </a:xfrm>
          <a:prstGeom prst="rect">
            <a:avLst/>
          </a:prstGeom>
        </p:spPr>
        <p:txBody>
          <a:bodyPr anchor="t" rtlCol="false" tIns="0" lIns="0" bIns="0" rIns="0">
            <a:spAutoFit/>
          </a:bodyPr>
          <a:lstStyle/>
          <a:p>
            <a:pPr algn="l">
              <a:lnSpc>
                <a:spcPts val="3611"/>
              </a:lnSpc>
            </a:pPr>
            <a:r>
              <a:rPr lang="en-US" sz="4151" spc="-186" b="true">
                <a:solidFill>
                  <a:srgbClr val="FFFFFF"/>
                </a:solidFill>
                <a:latin typeface="Noto Serif ExtraCondensed Bold"/>
                <a:ea typeface="Noto Serif ExtraCondensed Bold"/>
                <a:cs typeface="Noto Serif ExtraCondensed Bold"/>
                <a:sym typeface="Noto Serif ExtraCondensed Bold"/>
              </a:rPr>
              <a:t>Goal 2</a:t>
            </a:r>
          </a:p>
        </p:txBody>
      </p:sp>
      <p:sp>
        <p:nvSpPr>
          <p:cNvPr name="TextBox 15" id="15"/>
          <p:cNvSpPr txBox="true"/>
          <p:nvPr/>
        </p:nvSpPr>
        <p:spPr>
          <a:xfrm rot="0">
            <a:off x="12486843" y="5672492"/>
            <a:ext cx="4772457" cy="2163708"/>
          </a:xfrm>
          <a:prstGeom prst="rect">
            <a:avLst/>
          </a:prstGeom>
        </p:spPr>
        <p:txBody>
          <a:bodyPr anchor="t" rtlCol="false" tIns="0" lIns="0" bIns="0" rIns="0">
            <a:spAutoFit/>
          </a:bodyPr>
          <a:lstStyle/>
          <a:p>
            <a:pPr algn="l">
              <a:lnSpc>
                <a:spcPts val="2899"/>
              </a:lnSpc>
              <a:spcBef>
                <a:spcPct val="0"/>
              </a:spcBef>
            </a:pPr>
            <a:r>
              <a:rPr lang="en-US" sz="207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071">
                <a:solidFill>
                  <a:srgbClr val="FFFFFF"/>
                </a:solidFill>
                <a:latin typeface="Inclusive Sans"/>
                <a:ea typeface="Inclusive Sans"/>
                <a:cs typeface="Inclusive Sans"/>
                <a:sym typeface="Inclusive Sans"/>
              </a:rPr>
              <a:t>aboris nisi ut</a:t>
            </a:r>
          </a:p>
        </p:txBody>
      </p:sp>
      <p:sp>
        <p:nvSpPr>
          <p:cNvPr name="TextBox 16" id="16"/>
          <p:cNvSpPr txBox="true"/>
          <p:nvPr/>
        </p:nvSpPr>
        <p:spPr>
          <a:xfrm rot="0">
            <a:off x="12486843" y="4933607"/>
            <a:ext cx="2742898" cy="495928"/>
          </a:xfrm>
          <a:prstGeom prst="rect">
            <a:avLst/>
          </a:prstGeom>
        </p:spPr>
        <p:txBody>
          <a:bodyPr anchor="t" rtlCol="false" tIns="0" lIns="0" bIns="0" rIns="0">
            <a:spAutoFit/>
          </a:bodyPr>
          <a:lstStyle/>
          <a:p>
            <a:pPr algn="l">
              <a:lnSpc>
                <a:spcPts val="3611"/>
              </a:lnSpc>
            </a:pPr>
            <a:r>
              <a:rPr lang="en-US" sz="4151" spc="-186" b="true">
                <a:solidFill>
                  <a:srgbClr val="FFFFFF"/>
                </a:solidFill>
                <a:latin typeface="Noto Serif ExtraCondensed Bold"/>
                <a:ea typeface="Noto Serif ExtraCondensed Bold"/>
                <a:cs typeface="Noto Serif ExtraCondensed Bold"/>
                <a:sym typeface="Noto Serif ExtraCondensed Bold"/>
              </a:rPr>
              <a:t>Goal 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612371" cy="6885953"/>
          </a:xfrm>
          <a:custGeom>
            <a:avLst/>
            <a:gdLst/>
            <a:ahLst/>
            <a:cxnLst/>
            <a:rect r="r" b="b" t="t" l="l"/>
            <a:pathLst>
              <a:path h="6885953" w="9612371">
                <a:moveTo>
                  <a:pt x="0" y="0"/>
                </a:moveTo>
                <a:lnTo>
                  <a:pt x="9612371" y="0"/>
                </a:lnTo>
                <a:lnTo>
                  <a:pt x="9612371" y="6885953"/>
                </a:lnTo>
                <a:lnTo>
                  <a:pt x="0" y="688595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25262" y="535898"/>
            <a:ext cx="1726153" cy="985603"/>
            <a:chOff x="0" y="0"/>
            <a:chExt cx="2301538" cy="1314137"/>
          </a:xfrm>
        </p:grpSpPr>
        <p:sp>
          <p:nvSpPr>
            <p:cNvPr name="Freeform 4" id="4"/>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grpSp>
        <p:nvGrpSpPr>
          <p:cNvPr name="Group 6" id="6"/>
          <p:cNvGrpSpPr/>
          <p:nvPr/>
        </p:nvGrpSpPr>
        <p:grpSpPr>
          <a:xfrm rot="0">
            <a:off x="0" y="5595205"/>
            <a:ext cx="18288000" cy="4693410"/>
            <a:chOff x="0" y="0"/>
            <a:chExt cx="2833290" cy="727132"/>
          </a:xfrm>
        </p:grpSpPr>
        <p:sp>
          <p:nvSpPr>
            <p:cNvPr name="Freeform 7" id="7"/>
            <p:cNvSpPr/>
            <p:nvPr/>
          </p:nvSpPr>
          <p:spPr>
            <a:xfrm flipH="false" flipV="false" rot="0">
              <a:off x="0" y="0"/>
              <a:ext cx="2833290" cy="727132"/>
            </a:xfrm>
            <a:custGeom>
              <a:avLst/>
              <a:gdLst/>
              <a:ahLst/>
              <a:cxnLst/>
              <a:rect r="r" b="b" t="t" l="l"/>
              <a:pathLst>
                <a:path h="727132" w="2833290">
                  <a:moveTo>
                    <a:pt x="0" y="0"/>
                  </a:moveTo>
                  <a:lnTo>
                    <a:pt x="2833290" y="0"/>
                  </a:lnTo>
                  <a:lnTo>
                    <a:pt x="2833290" y="727132"/>
                  </a:lnTo>
                  <a:lnTo>
                    <a:pt x="0" y="727132"/>
                  </a:lnTo>
                  <a:close/>
                </a:path>
              </a:pathLst>
            </a:custGeom>
            <a:blipFill>
              <a:blip r:embed="rId6"/>
              <a:stretch>
                <a:fillRect l="0" t="-77522" r="0" b="-77522"/>
              </a:stretch>
            </a:blipFill>
          </p:spPr>
        </p:sp>
      </p:grpSp>
      <p:sp>
        <p:nvSpPr>
          <p:cNvPr name="AutoShape 8" id="8"/>
          <p:cNvSpPr/>
          <p:nvPr/>
        </p:nvSpPr>
        <p:spPr>
          <a:xfrm>
            <a:off x="6918455" y="1408878"/>
            <a:ext cx="649224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TextBox 9" id="9"/>
          <p:cNvSpPr txBox="true"/>
          <p:nvPr/>
        </p:nvSpPr>
        <p:spPr>
          <a:xfrm rot="0">
            <a:off x="1488339" y="3945467"/>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Planning</a:t>
            </a:r>
          </a:p>
        </p:txBody>
      </p:sp>
      <p:sp>
        <p:nvSpPr>
          <p:cNvPr name="TextBox 10" id="10"/>
          <p:cNvSpPr txBox="true"/>
          <p:nvPr/>
        </p:nvSpPr>
        <p:spPr>
          <a:xfrm rot="0">
            <a:off x="6918455" y="2228028"/>
            <a:ext cx="10212257" cy="26130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 occaecat cupidatat non proident, sunt in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90962"/>
            <a:ext cx="6415467" cy="10377962"/>
          </a:xfrm>
          <a:custGeom>
            <a:avLst/>
            <a:gdLst/>
            <a:ahLst/>
            <a:cxnLst/>
            <a:rect r="r" b="b" t="t" l="l"/>
            <a:pathLst>
              <a:path h="10377962" w="6415467">
                <a:moveTo>
                  <a:pt x="0" y="0"/>
                </a:moveTo>
                <a:lnTo>
                  <a:pt x="6415467" y="0"/>
                </a:lnTo>
                <a:lnTo>
                  <a:pt x="6415467" y="10377962"/>
                </a:lnTo>
                <a:lnTo>
                  <a:pt x="0" y="10377962"/>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25262" y="535898"/>
            <a:ext cx="1726153" cy="985603"/>
            <a:chOff x="0" y="0"/>
            <a:chExt cx="2301538" cy="1314137"/>
          </a:xfrm>
        </p:grpSpPr>
        <p:sp>
          <p:nvSpPr>
            <p:cNvPr name="Freeform 4" id="4"/>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sp>
        <p:nvSpPr>
          <p:cNvPr name="AutoShape 6" id="6"/>
          <p:cNvSpPr/>
          <p:nvPr/>
        </p:nvSpPr>
        <p:spPr>
          <a:xfrm>
            <a:off x="7349652" y="5143500"/>
            <a:ext cx="7356908" cy="0"/>
          </a:xfrm>
          <a:prstGeom prst="line">
            <a:avLst/>
          </a:prstGeom>
          <a:ln cap="flat" w="219075">
            <a:gradFill>
              <a:gsLst>
                <a:gs pos="0">
                  <a:srgbClr val="20E5F6">
                    <a:alpha val="100000"/>
                  </a:srgbClr>
                </a:gs>
                <a:gs pos="100000">
                  <a:srgbClr val="9B9B9B">
                    <a:alpha val="0"/>
                  </a:srgbClr>
                </a:gs>
              </a:gsLst>
              <a:lin ang="0"/>
            </a:gradFill>
            <a:prstDash val="solid"/>
            <a:headEnd type="none" len="sm" w="sm"/>
            <a:tailEnd type="none" len="sm" w="sm"/>
          </a:ln>
        </p:spPr>
      </p:sp>
      <p:sp>
        <p:nvSpPr>
          <p:cNvPr name="Freeform 7" id="7"/>
          <p:cNvSpPr/>
          <p:nvPr/>
        </p:nvSpPr>
        <p:spPr>
          <a:xfrm flipH="false" flipV="false" rot="0">
            <a:off x="1391833" y="4474444"/>
            <a:ext cx="3770653" cy="4114800"/>
          </a:xfrm>
          <a:custGeom>
            <a:avLst/>
            <a:gdLst/>
            <a:ahLst/>
            <a:cxnLst/>
            <a:rect r="r" b="b" t="t" l="l"/>
            <a:pathLst>
              <a:path h="4114800" w="3770653">
                <a:moveTo>
                  <a:pt x="0" y="0"/>
                </a:moveTo>
                <a:lnTo>
                  <a:pt x="3770653" y="0"/>
                </a:lnTo>
                <a:lnTo>
                  <a:pt x="377065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488339" y="2590610"/>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Strategy</a:t>
            </a:r>
          </a:p>
        </p:txBody>
      </p:sp>
      <p:sp>
        <p:nvSpPr>
          <p:cNvPr name="TextBox 9" id="9"/>
          <p:cNvSpPr txBox="true"/>
          <p:nvPr/>
        </p:nvSpPr>
        <p:spPr>
          <a:xfrm rot="0">
            <a:off x="7349652" y="2247710"/>
            <a:ext cx="4518960" cy="2060327"/>
          </a:xfrm>
          <a:prstGeom prst="rect">
            <a:avLst/>
          </a:prstGeom>
        </p:spPr>
        <p:txBody>
          <a:bodyPr anchor="t" rtlCol="false" tIns="0" lIns="0" bIns="0" rIns="0">
            <a:spAutoFit/>
          </a:bodyPr>
          <a:lstStyle/>
          <a:p>
            <a:pPr algn="l">
              <a:lnSpc>
                <a:spcPts val="2745"/>
              </a:lnSpc>
              <a:spcBef>
                <a:spcPct val="0"/>
              </a:spcBef>
            </a:pPr>
            <a:r>
              <a:rPr lang="en-US" sz="196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1961">
                <a:solidFill>
                  <a:srgbClr val="FFFFFF"/>
                </a:solidFill>
                <a:latin typeface="Inclusive Sans"/>
                <a:ea typeface="Inclusive Sans"/>
                <a:cs typeface="Inclusive Sans"/>
                <a:sym typeface="Inclusive Sans"/>
              </a:rPr>
              <a:t>aboris nisi ut</a:t>
            </a:r>
          </a:p>
        </p:txBody>
      </p:sp>
      <p:sp>
        <p:nvSpPr>
          <p:cNvPr name="TextBox 10" id="10"/>
          <p:cNvSpPr txBox="true"/>
          <p:nvPr/>
        </p:nvSpPr>
        <p:spPr>
          <a:xfrm rot="0">
            <a:off x="7349652" y="1557180"/>
            <a:ext cx="2597204" cy="472028"/>
          </a:xfrm>
          <a:prstGeom prst="rect">
            <a:avLst/>
          </a:prstGeom>
        </p:spPr>
        <p:txBody>
          <a:bodyPr anchor="t" rtlCol="false" tIns="0" lIns="0" bIns="0" rIns="0">
            <a:spAutoFit/>
          </a:bodyPr>
          <a:lstStyle/>
          <a:p>
            <a:pPr algn="l">
              <a:lnSpc>
                <a:spcPts val="3419"/>
              </a:lnSpc>
            </a:pPr>
            <a:r>
              <a:rPr lang="en-US" sz="3930" spc="-176" b="true">
                <a:solidFill>
                  <a:srgbClr val="FFFFFF"/>
                </a:solidFill>
                <a:latin typeface="Noto Serif ExtraCondensed Bold"/>
                <a:ea typeface="Noto Serif ExtraCondensed Bold"/>
                <a:cs typeface="Noto Serif ExtraCondensed Bold"/>
                <a:sym typeface="Noto Serif ExtraCondensed Bold"/>
              </a:rPr>
              <a:t>Strategy 1</a:t>
            </a:r>
          </a:p>
        </p:txBody>
      </p:sp>
      <p:sp>
        <p:nvSpPr>
          <p:cNvPr name="TextBox 11" id="11"/>
          <p:cNvSpPr txBox="true"/>
          <p:nvPr/>
        </p:nvSpPr>
        <p:spPr>
          <a:xfrm rot="0">
            <a:off x="12740340" y="2247710"/>
            <a:ext cx="4518960" cy="2060327"/>
          </a:xfrm>
          <a:prstGeom prst="rect">
            <a:avLst/>
          </a:prstGeom>
        </p:spPr>
        <p:txBody>
          <a:bodyPr anchor="t" rtlCol="false" tIns="0" lIns="0" bIns="0" rIns="0">
            <a:spAutoFit/>
          </a:bodyPr>
          <a:lstStyle/>
          <a:p>
            <a:pPr algn="l">
              <a:lnSpc>
                <a:spcPts val="2745"/>
              </a:lnSpc>
              <a:spcBef>
                <a:spcPct val="0"/>
              </a:spcBef>
            </a:pPr>
            <a:r>
              <a:rPr lang="en-US" sz="196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1961">
                <a:solidFill>
                  <a:srgbClr val="FFFFFF"/>
                </a:solidFill>
                <a:latin typeface="Inclusive Sans"/>
                <a:ea typeface="Inclusive Sans"/>
                <a:cs typeface="Inclusive Sans"/>
                <a:sym typeface="Inclusive Sans"/>
              </a:rPr>
              <a:t>aboris nisi ut</a:t>
            </a:r>
          </a:p>
        </p:txBody>
      </p:sp>
      <p:sp>
        <p:nvSpPr>
          <p:cNvPr name="TextBox 12" id="12"/>
          <p:cNvSpPr txBox="true"/>
          <p:nvPr/>
        </p:nvSpPr>
        <p:spPr>
          <a:xfrm rot="0">
            <a:off x="12740340" y="1557180"/>
            <a:ext cx="2597204" cy="472028"/>
          </a:xfrm>
          <a:prstGeom prst="rect">
            <a:avLst/>
          </a:prstGeom>
        </p:spPr>
        <p:txBody>
          <a:bodyPr anchor="t" rtlCol="false" tIns="0" lIns="0" bIns="0" rIns="0">
            <a:spAutoFit/>
          </a:bodyPr>
          <a:lstStyle/>
          <a:p>
            <a:pPr algn="l">
              <a:lnSpc>
                <a:spcPts val="3419"/>
              </a:lnSpc>
            </a:pPr>
            <a:r>
              <a:rPr lang="en-US" sz="3930" spc="-176" b="true">
                <a:solidFill>
                  <a:srgbClr val="FFFFFF"/>
                </a:solidFill>
                <a:latin typeface="Noto Serif ExtraCondensed Bold"/>
                <a:ea typeface="Noto Serif ExtraCondensed Bold"/>
                <a:cs typeface="Noto Serif ExtraCondensed Bold"/>
                <a:sym typeface="Noto Serif ExtraCondensed Bold"/>
              </a:rPr>
              <a:t>Strategy 2</a:t>
            </a:r>
          </a:p>
        </p:txBody>
      </p:sp>
      <p:sp>
        <p:nvSpPr>
          <p:cNvPr name="TextBox 13" id="13"/>
          <p:cNvSpPr txBox="true"/>
          <p:nvPr/>
        </p:nvSpPr>
        <p:spPr>
          <a:xfrm rot="0">
            <a:off x="7349652" y="6793318"/>
            <a:ext cx="4518960" cy="2060327"/>
          </a:xfrm>
          <a:prstGeom prst="rect">
            <a:avLst/>
          </a:prstGeom>
        </p:spPr>
        <p:txBody>
          <a:bodyPr anchor="t" rtlCol="false" tIns="0" lIns="0" bIns="0" rIns="0">
            <a:spAutoFit/>
          </a:bodyPr>
          <a:lstStyle/>
          <a:p>
            <a:pPr algn="l">
              <a:lnSpc>
                <a:spcPts val="2745"/>
              </a:lnSpc>
              <a:spcBef>
                <a:spcPct val="0"/>
              </a:spcBef>
            </a:pPr>
            <a:r>
              <a:rPr lang="en-US" sz="196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1961">
                <a:solidFill>
                  <a:srgbClr val="FFFFFF"/>
                </a:solidFill>
                <a:latin typeface="Inclusive Sans"/>
                <a:ea typeface="Inclusive Sans"/>
                <a:cs typeface="Inclusive Sans"/>
                <a:sym typeface="Inclusive Sans"/>
              </a:rPr>
              <a:t>aboris nisi ut</a:t>
            </a:r>
          </a:p>
        </p:txBody>
      </p:sp>
      <p:sp>
        <p:nvSpPr>
          <p:cNvPr name="TextBox 14" id="14"/>
          <p:cNvSpPr txBox="true"/>
          <p:nvPr/>
        </p:nvSpPr>
        <p:spPr>
          <a:xfrm rot="0">
            <a:off x="7349652" y="6102787"/>
            <a:ext cx="2597204" cy="472028"/>
          </a:xfrm>
          <a:prstGeom prst="rect">
            <a:avLst/>
          </a:prstGeom>
        </p:spPr>
        <p:txBody>
          <a:bodyPr anchor="t" rtlCol="false" tIns="0" lIns="0" bIns="0" rIns="0">
            <a:spAutoFit/>
          </a:bodyPr>
          <a:lstStyle/>
          <a:p>
            <a:pPr algn="l">
              <a:lnSpc>
                <a:spcPts val="3419"/>
              </a:lnSpc>
            </a:pPr>
            <a:r>
              <a:rPr lang="en-US" sz="3930" spc="-176" b="true">
                <a:solidFill>
                  <a:srgbClr val="FFFFFF"/>
                </a:solidFill>
                <a:latin typeface="Noto Serif ExtraCondensed Bold"/>
                <a:ea typeface="Noto Serif ExtraCondensed Bold"/>
                <a:cs typeface="Noto Serif ExtraCondensed Bold"/>
                <a:sym typeface="Noto Serif ExtraCondensed Bold"/>
              </a:rPr>
              <a:t>Strategy 3</a:t>
            </a:r>
          </a:p>
        </p:txBody>
      </p:sp>
      <p:sp>
        <p:nvSpPr>
          <p:cNvPr name="TextBox 15" id="15"/>
          <p:cNvSpPr txBox="true"/>
          <p:nvPr/>
        </p:nvSpPr>
        <p:spPr>
          <a:xfrm rot="0">
            <a:off x="12740340" y="6793318"/>
            <a:ext cx="4518960" cy="2060327"/>
          </a:xfrm>
          <a:prstGeom prst="rect">
            <a:avLst/>
          </a:prstGeom>
        </p:spPr>
        <p:txBody>
          <a:bodyPr anchor="t" rtlCol="false" tIns="0" lIns="0" bIns="0" rIns="0">
            <a:spAutoFit/>
          </a:bodyPr>
          <a:lstStyle/>
          <a:p>
            <a:pPr algn="l">
              <a:lnSpc>
                <a:spcPts val="2745"/>
              </a:lnSpc>
              <a:spcBef>
                <a:spcPct val="0"/>
              </a:spcBef>
            </a:pPr>
            <a:r>
              <a:rPr lang="en-US" sz="1961">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1961">
                <a:solidFill>
                  <a:srgbClr val="FFFFFF"/>
                </a:solidFill>
                <a:latin typeface="Inclusive Sans"/>
                <a:ea typeface="Inclusive Sans"/>
                <a:cs typeface="Inclusive Sans"/>
                <a:sym typeface="Inclusive Sans"/>
              </a:rPr>
              <a:t>aboris nisi ut</a:t>
            </a:r>
          </a:p>
        </p:txBody>
      </p:sp>
      <p:sp>
        <p:nvSpPr>
          <p:cNvPr name="TextBox 16" id="16"/>
          <p:cNvSpPr txBox="true"/>
          <p:nvPr/>
        </p:nvSpPr>
        <p:spPr>
          <a:xfrm rot="0">
            <a:off x="12740340" y="6102787"/>
            <a:ext cx="2597204" cy="472028"/>
          </a:xfrm>
          <a:prstGeom prst="rect">
            <a:avLst/>
          </a:prstGeom>
        </p:spPr>
        <p:txBody>
          <a:bodyPr anchor="t" rtlCol="false" tIns="0" lIns="0" bIns="0" rIns="0">
            <a:spAutoFit/>
          </a:bodyPr>
          <a:lstStyle/>
          <a:p>
            <a:pPr algn="l">
              <a:lnSpc>
                <a:spcPts val="3419"/>
              </a:lnSpc>
            </a:pPr>
            <a:r>
              <a:rPr lang="en-US" sz="3930" spc="-176" b="true">
                <a:solidFill>
                  <a:srgbClr val="FFFFFF"/>
                </a:solidFill>
                <a:latin typeface="Noto Serif ExtraCondensed Bold"/>
                <a:ea typeface="Noto Serif ExtraCondensed Bold"/>
                <a:cs typeface="Noto Serif ExtraCondensed Bold"/>
                <a:sym typeface="Noto Serif ExtraCondensed Bold"/>
              </a:rPr>
              <a:t>Strategy 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625262" y="535898"/>
            <a:ext cx="1726153" cy="985603"/>
            <a:chOff x="0" y="0"/>
            <a:chExt cx="2301538" cy="1314137"/>
          </a:xfrm>
        </p:grpSpPr>
        <p:sp>
          <p:nvSpPr>
            <p:cNvPr name="Freeform 3" id="3"/>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sp>
        <p:nvSpPr>
          <p:cNvPr name="TextBox 5" id="5"/>
          <p:cNvSpPr txBox="true"/>
          <p:nvPr/>
        </p:nvSpPr>
        <p:spPr>
          <a:xfrm rot="0">
            <a:off x="1488339" y="2516836"/>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Progress 1</a:t>
            </a:r>
          </a:p>
        </p:txBody>
      </p:sp>
      <p:sp>
        <p:nvSpPr>
          <p:cNvPr name="AutoShape 6" id="6"/>
          <p:cNvSpPr/>
          <p:nvPr/>
        </p:nvSpPr>
        <p:spPr>
          <a:xfrm flipH="true">
            <a:off x="10931092" y="645436"/>
            <a:ext cx="7356908" cy="0"/>
          </a:xfrm>
          <a:prstGeom prst="line">
            <a:avLst/>
          </a:prstGeom>
          <a:ln cap="flat" w="219075">
            <a:gradFill>
              <a:gsLst>
                <a:gs pos="0">
                  <a:srgbClr val="20E5F6">
                    <a:alpha val="100000"/>
                  </a:srgbClr>
                </a:gs>
                <a:gs pos="100000">
                  <a:srgbClr val="9B9B9B">
                    <a:alpha val="0"/>
                  </a:srgbClr>
                </a:gs>
              </a:gsLst>
              <a:lin ang="0"/>
            </a:gradFill>
            <a:prstDash val="solid"/>
            <a:headEnd type="none" len="sm" w="sm"/>
            <a:tailEnd type="none" len="sm" w="sm"/>
          </a:ln>
        </p:spPr>
      </p:sp>
      <p:pic>
        <p:nvPicPr>
          <p:cNvPr name="Picture 7" id="7"/>
          <p:cNvPicPr>
            <a:picLocks noChangeAspect="true"/>
          </p:cNvPicPr>
          <p:nvPr/>
        </p:nvPicPr>
        <p:blipFill>
          <a:blip r:embed="rId4"/>
          <a:stretch>
            <a:fillRect/>
          </a:stretch>
        </p:blipFill>
        <p:spPr>
          <a:xfrm rot="0">
            <a:off x="8714931" y="1757520"/>
            <a:ext cx="9321130" cy="8277541"/>
          </a:xfrm>
          <a:prstGeom prst="rect">
            <a:avLst/>
          </a:prstGeom>
        </p:spPr>
      </p:pic>
      <p:sp>
        <p:nvSpPr>
          <p:cNvPr name="AutoShape 8" id="8"/>
          <p:cNvSpPr/>
          <p:nvPr/>
        </p:nvSpPr>
        <p:spPr>
          <a:xfrm flipH="true">
            <a:off x="8302650" y="1199674"/>
            <a:ext cx="9719838" cy="0"/>
          </a:xfrm>
          <a:prstGeom prst="line">
            <a:avLst/>
          </a:prstGeom>
          <a:ln cap="flat" w="219075">
            <a:gradFill>
              <a:gsLst>
                <a:gs pos="0">
                  <a:srgbClr val="20E5F6">
                    <a:alpha val="100000"/>
                  </a:srgbClr>
                </a:gs>
                <a:gs pos="100000">
                  <a:srgbClr val="9B9B9B">
                    <a:alpha val="0"/>
                  </a:srgbClr>
                </a:gs>
              </a:gsLst>
              <a:lin ang="0"/>
            </a:gradFill>
            <a:prstDash val="solid"/>
            <a:headEnd type="none" len="sm" w="sm"/>
            <a:tailEnd type="none" len="sm" w="sm"/>
          </a:ln>
        </p:spPr>
      </p:sp>
      <p:sp>
        <p:nvSpPr>
          <p:cNvPr name="TextBox 9" id="9"/>
          <p:cNvSpPr txBox="true"/>
          <p:nvPr/>
        </p:nvSpPr>
        <p:spPr>
          <a:xfrm rot="0">
            <a:off x="1488339" y="4957832"/>
            <a:ext cx="6997550" cy="392747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 occaecat cupidatat non proident, </a:t>
            </a:r>
          </a:p>
        </p:txBody>
      </p:sp>
      <p:sp>
        <p:nvSpPr>
          <p:cNvPr name="Freeform 10" id="10"/>
          <p:cNvSpPr/>
          <p:nvPr/>
        </p:nvSpPr>
        <p:spPr>
          <a:xfrm flipH="false" flipV="false" rot="0">
            <a:off x="3386091" y="457472"/>
            <a:ext cx="7315200" cy="1064029"/>
          </a:xfrm>
          <a:custGeom>
            <a:avLst/>
            <a:gdLst/>
            <a:ahLst/>
            <a:cxnLst/>
            <a:rect r="r" b="b" t="t" l="l"/>
            <a:pathLst>
              <a:path h="1064029" w="7315200">
                <a:moveTo>
                  <a:pt x="0" y="0"/>
                </a:moveTo>
                <a:lnTo>
                  <a:pt x="7315200" y="0"/>
                </a:lnTo>
                <a:lnTo>
                  <a:pt x="7315200" y="1064030"/>
                </a:lnTo>
                <a:lnTo>
                  <a:pt x="0" y="1064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625262" y="535898"/>
            <a:ext cx="1726153" cy="985603"/>
            <a:chOff x="0" y="0"/>
            <a:chExt cx="2301538" cy="1314137"/>
          </a:xfrm>
        </p:grpSpPr>
        <p:sp>
          <p:nvSpPr>
            <p:cNvPr name="Freeform 3" id="3"/>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sp>
        <p:nvSpPr>
          <p:cNvPr name="AutoShape 5" id="5"/>
          <p:cNvSpPr/>
          <p:nvPr/>
        </p:nvSpPr>
        <p:spPr>
          <a:xfrm flipH="true">
            <a:off x="9343961" y="1138237"/>
            <a:ext cx="9719838" cy="0"/>
          </a:xfrm>
          <a:prstGeom prst="line">
            <a:avLst/>
          </a:prstGeom>
          <a:ln cap="flat" w="219075">
            <a:gradFill>
              <a:gsLst>
                <a:gs pos="0">
                  <a:srgbClr val="20E5F6">
                    <a:alpha val="100000"/>
                  </a:srgbClr>
                </a:gs>
                <a:gs pos="100000">
                  <a:srgbClr val="9B9B9B">
                    <a:alpha val="0"/>
                  </a:srgbClr>
                </a:gs>
              </a:gsLst>
              <a:lin ang="0"/>
            </a:gradFill>
            <a:prstDash val="solid"/>
            <a:headEnd type="none" len="sm" w="sm"/>
            <a:tailEnd type="none" len="sm" w="sm"/>
          </a:ln>
        </p:spPr>
      </p:sp>
      <p:pic>
        <p:nvPicPr>
          <p:cNvPr name="Picture 6" id="6"/>
          <p:cNvPicPr>
            <a:picLocks noChangeAspect="true"/>
          </p:cNvPicPr>
          <p:nvPr/>
        </p:nvPicPr>
        <p:blipFill>
          <a:blip r:embed="rId4"/>
          <a:stretch>
            <a:fillRect/>
          </a:stretch>
        </p:blipFill>
        <p:spPr>
          <a:xfrm rot="0">
            <a:off x="702777" y="3346951"/>
            <a:ext cx="9426748" cy="6573953"/>
          </a:xfrm>
          <a:prstGeom prst="rect">
            <a:avLst/>
          </a:prstGeom>
        </p:spPr>
      </p:pic>
      <p:sp>
        <p:nvSpPr>
          <p:cNvPr name="Freeform 7" id="7"/>
          <p:cNvSpPr/>
          <p:nvPr/>
        </p:nvSpPr>
        <p:spPr>
          <a:xfrm flipH="false" flipV="false" rot="0">
            <a:off x="9545000" y="1521502"/>
            <a:ext cx="7315200" cy="1064029"/>
          </a:xfrm>
          <a:custGeom>
            <a:avLst/>
            <a:gdLst/>
            <a:ahLst/>
            <a:cxnLst/>
            <a:rect r="r" b="b" t="t" l="l"/>
            <a:pathLst>
              <a:path h="1064029" w="7315200">
                <a:moveTo>
                  <a:pt x="0" y="0"/>
                </a:moveTo>
                <a:lnTo>
                  <a:pt x="7315200" y="0"/>
                </a:lnTo>
                <a:lnTo>
                  <a:pt x="7315200" y="1064029"/>
                </a:lnTo>
                <a:lnTo>
                  <a:pt x="0" y="10640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488339" y="2516836"/>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Progress 2</a:t>
            </a:r>
          </a:p>
        </p:txBody>
      </p:sp>
      <p:sp>
        <p:nvSpPr>
          <p:cNvPr name="TextBox 9" id="9"/>
          <p:cNvSpPr txBox="true"/>
          <p:nvPr/>
        </p:nvSpPr>
        <p:spPr>
          <a:xfrm rot="0">
            <a:off x="10666327" y="4427302"/>
            <a:ext cx="6193873" cy="43656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 occaecat cupidatat non proident,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4963" y="57549"/>
            <a:ext cx="5189122" cy="10229451"/>
          </a:xfrm>
          <a:custGeom>
            <a:avLst/>
            <a:gdLst/>
            <a:ahLst/>
            <a:cxnLst/>
            <a:rect r="r" b="b" t="t" l="l"/>
            <a:pathLst>
              <a:path h="10229451" w="5189122">
                <a:moveTo>
                  <a:pt x="0" y="0"/>
                </a:moveTo>
                <a:lnTo>
                  <a:pt x="5189122" y="0"/>
                </a:lnTo>
                <a:lnTo>
                  <a:pt x="5189122" y="10229451"/>
                </a:lnTo>
                <a:lnTo>
                  <a:pt x="0" y="10229451"/>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25262" y="535898"/>
            <a:ext cx="1726153" cy="985603"/>
            <a:chOff x="0" y="0"/>
            <a:chExt cx="2301538" cy="1314137"/>
          </a:xfrm>
        </p:grpSpPr>
        <p:sp>
          <p:nvSpPr>
            <p:cNvPr name="Freeform 4" id="4"/>
            <p:cNvSpPr/>
            <p:nvPr/>
          </p:nvSpPr>
          <p:spPr>
            <a:xfrm flipH="false" flipV="false" rot="0">
              <a:off x="725658" y="0"/>
              <a:ext cx="850222" cy="1021009"/>
            </a:xfrm>
            <a:custGeom>
              <a:avLst/>
              <a:gdLst/>
              <a:ahLst/>
              <a:cxnLst/>
              <a:rect r="r" b="b" t="t" l="l"/>
              <a:pathLst>
                <a:path h="1021009" w="850222">
                  <a:moveTo>
                    <a:pt x="0" y="0"/>
                  </a:moveTo>
                  <a:lnTo>
                    <a:pt x="850222" y="0"/>
                  </a:lnTo>
                  <a:lnTo>
                    <a:pt x="850222" y="1021009"/>
                  </a:lnTo>
                  <a:lnTo>
                    <a:pt x="0" y="102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0" y="982909"/>
              <a:ext cx="2301538" cy="331228"/>
            </a:xfrm>
            <a:prstGeom prst="rect">
              <a:avLst/>
            </a:prstGeom>
          </p:spPr>
          <p:txBody>
            <a:bodyPr anchor="t" rtlCol="false" tIns="0" lIns="0" bIns="0" rIns="0">
              <a:spAutoFit/>
            </a:bodyPr>
            <a:lstStyle/>
            <a:p>
              <a:pPr algn="ctr">
                <a:lnSpc>
                  <a:spcPts val="2034"/>
                </a:lnSpc>
                <a:spcBef>
                  <a:spcPct val="0"/>
                </a:spcBef>
              </a:pPr>
              <a:r>
                <a:rPr lang="en-US" sz="1453">
                  <a:solidFill>
                    <a:srgbClr val="FFFFFF"/>
                  </a:solidFill>
                  <a:latin typeface="Inclusive Sans"/>
                  <a:ea typeface="Inclusive Sans"/>
                  <a:cs typeface="Inclusive Sans"/>
                  <a:sym typeface="Inclusive Sans"/>
                </a:rPr>
                <a:t>Cent</a:t>
              </a:r>
              <a:r>
                <a:rPr lang="en-US" sz="1453">
                  <a:solidFill>
                    <a:srgbClr val="FFFFFF"/>
                  </a:solidFill>
                  <a:latin typeface="Inclusive Sans"/>
                  <a:ea typeface="Inclusive Sans"/>
                  <a:cs typeface="Inclusive Sans"/>
                  <a:sym typeface="Inclusive Sans"/>
                </a:rPr>
                <a:t>ral Supply Co.</a:t>
              </a:r>
            </a:p>
          </p:txBody>
        </p:sp>
      </p:grpSp>
      <p:grpSp>
        <p:nvGrpSpPr>
          <p:cNvPr name="Group 6" id="6"/>
          <p:cNvGrpSpPr/>
          <p:nvPr/>
        </p:nvGrpSpPr>
        <p:grpSpPr>
          <a:xfrm rot="0">
            <a:off x="7994546" y="1907026"/>
            <a:ext cx="9264754" cy="3728998"/>
            <a:chOff x="0" y="0"/>
            <a:chExt cx="1435353" cy="577719"/>
          </a:xfrm>
        </p:grpSpPr>
        <p:sp>
          <p:nvSpPr>
            <p:cNvPr name="Freeform 7" id="7"/>
            <p:cNvSpPr/>
            <p:nvPr/>
          </p:nvSpPr>
          <p:spPr>
            <a:xfrm flipH="false" flipV="false" rot="0">
              <a:off x="0" y="0"/>
              <a:ext cx="1435353" cy="577719"/>
            </a:xfrm>
            <a:custGeom>
              <a:avLst/>
              <a:gdLst/>
              <a:ahLst/>
              <a:cxnLst/>
              <a:rect r="r" b="b" t="t" l="l"/>
              <a:pathLst>
                <a:path h="577719" w="1435353">
                  <a:moveTo>
                    <a:pt x="0" y="0"/>
                  </a:moveTo>
                  <a:lnTo>
                    <a:pt x="1435353" y="0"/>
                  </a:lnTo>
                  <a:lnTo>
                    <a:pt x="1435353" y="577719"/>
                  </a:lnTo>
                  <a:lnTo>
                    <a:pt x="0" y="577719"/>
                  </a:lnTo>
                  <a:close/>
                </a:path>
              </a:pathLst>
            </a:custGeom>
            <a:blipFill>
              <a:blip r:embed="rId6"/>
              <a:stretch>
                <a:fillRect l="0" t="-32892" r="0" b="-32892"/>
              </a:stretch>
            </a:blipFill>
          </p:spPr>
        </p:sp>
      </p:grpSp>
      <p:sp>
        <p:nvSpPr>
          <p:cNvPr name="AutoShape 8" id="8"/>
          <p:cNvSpPr/>
          <p:nvPr/>
        </p:nvSpPr>
        <p:spPr>
          <a:xfrm flipH="true">
            <a:off x="11282016" y="1143000"/>
            <a:ext cx="6492240" cy="0"/>
          </a:xfrm>
          <a:prstGeom prst="line">
            <a:avLst/>
          </a:prstGeom>
          <a:ln cap="flat" w="228600">
            <a:gradFill>
              <a:gsLst>
                <a:gs pos="0">
                  <a:srgbClr val="20E5F6">
                    <a:alpha val="100000"/>
                  </a:srgbClr>
                </a:gs>
                <a:gs pos="100000">
                  <a:srgbClr val="9B9B9B">
                    <a:alpha val="0"/>
                  </a:srgbClr>
                </a:gs>
              </a:gsLst>
              <a:lin ang="0"/>
            </a:gradFill>
            <a:prstDash val="solid"/>
            <a:headEnd type="none" len="sm" w="sm"/>
            <a:tailEnd type="none" len="sm" w="sm"/>
          </a:ln>
        </p:spPr>
      </p:sp>
      <p:sp>
        <p:nvSpPr>
          <p:cNvPr name="TextBox 9" id="9"/>
          <p:cNvSpPr txBox="true"/>
          <p:nvPr/>
        </p:nvSpPr>
        <p:spPr>
          <a:xfrm rot="0">
            <a:off x="1679153" y="2613160"/>
            <a:ext cx="6123797" cy="1112308"/>
          </a:xfrm>
          <a:prstGeom prst="rect">
            <a:avLst/>
          </a:prstGeom>
        </p:spPr>
        <p:txBody>
          <a:bodyPr anchor="t" rtlCol="false" tIns="0" lIns="0" bIns="0" rIns="0">
            <a:spAutoFit/>
          </a:bodyPr>
          <a:lstStyle/>
          <a:p>
            <a:pPr algn="l">
              <a:lnSpc>
                <a:spcPts val="8062"/>
              </a:lnSpc>
            </a:pPr>
            <a:r>
              <a:rPr lang="en-US" sz="9267" spc="-417" b="true">
                <a:solidFill>
                  <a:srgbClr val="FFFFFF"/>
                </a:solidFill>
                <a:latin typeface="Noto Serif ExtraCondensed Bold"/>
                <a:ea typeface="Noto Serif ExtraCondensed Bold"/>
                <a:cs typeface="Noto Serif ExtraCondensed Bold"/>
                <a:sym typeface="Noto Serif ExtraCondensed Bold"/>
              </a:rPr>
              <a:t>The Final</a:t>
            </a:r>
          </a:p>
        </p:txBody>
      </p:sp>
      <p:sp>
        <p:nvSpPr>
          <p:cNvPr name="TextBox 10" id="10"/>
          <p:cNvSpPr txBox="true"/>
          <p:nvPr/>
        </p:nvSpPr>
        <p:spPr>
          <a:xfrm rot="0">
            <a:off x="7994546" y="6175375"/>
            <a:ext cx="9264754" cy="26130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 Ut enim ad minim veniam, quis nostrud exercitation ullamco l</a:t>
            </a:r>
            <a:r>
              <a:rPr lang="en-US" sz="2499">
                <a:solidFill>
                  <a:srgbClr val="FFFFFF"/>
                </a:solidFill>
                <a:latin typeface="Inclusive Sans"/>
                <a:ea typeface="Inclusive Sans"/>
                <a:cs typeface="Inclusive Sans"/>
                <a:sym typeface="Inclusive Sans"/>
              </a:rPr>
              <a:t>aboris nisi ut aliquip ex ea commodo consequat. Duis aute irure dolor in reprehenderit in voluptate velit esse cillum dolore eu fugiat nulla pariatur. Excepteur sint occaecat</a:t>
            </a:r>
          </a:p>
        </p:txBody>
      </p:sp>
      <p:sp>
        <p:nvSpPr>
          <p:cNvPr name="TextBox 11" id="11"/>
          <p:cNvSpPr txBox="true"/>
          <p:nvPr/>
        </p:nvSpPr>
        <p:spPr>
          <a:xfrm rot="0">
            <a:off x="1488339" y="4743849"/>
            <a:ext cx="5567841"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a:t>
            </a:r>
          </a:p>
        </p:txBody>
      </p:sp>
      <p:sp>
        <p:nvSpPr>
          <p:cNvPr name="TextBox 12" id="12"/>
          <p:cNvSpPr txBox="true"/>
          <p:nvPr/>
        </p:nvSpPr>
        <p:spPr>
          <a:xfrm rot="0">
            <a:off x="1488339" y="7051675"/>
            <a:ext cx="5567841"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Inclusive Sans"/>
                <a:ea typeface="Inclusive Sans"/>
                <a:cs typeface="Inclusive Sans"/>
                <a:sym typeface="Inclusive Sans"/>
              </a:rPr>
              <a:t>Lorem ipsum dolor sit amet, consectetur adipiscing elit, sed do eiusmod tempor incididunt ut labore et dolore magna aliqua.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2AB1C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4797913"/>
            <a:ext cx="5489087" cy="5489087"/>
          </a:xfrm>
          <a:custGeom>
            <a:avLst/>
            <a:gdLst/>
            <a:ahLst/>
            <a:cxnLst/>
            <a:rect r="r" b="b" t="t" l="l"/>
            <a:pathLst>
              <a:path h="5489087" w="5489087">
                <a:moveTo>
                  <a:pt x="0" y="0"/>
                </a:moveTo>
                <a:lnTo>
                  <a:pt x="5489087" y="0"/>
                </a:lnTo>
                <a:lnTo>
                  <a:pt x="5489087" y="5489087"/>
                </a:lnTo>
                <a:lnTo>
                  <a:pt x="0" y="54890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3704432" cy="3536048"/>
          </a:xfrm>
          <a:custGeom>
            <a:avLst/>
            <a:gdLst/>
            <a:ahLst/>
            <a:cxnLst/>
            <a:rect r="r" b="b" t="t" l="l"/>
            <a:pathLst>
              <a:path h="3536048" w="3704432">
                <a:moveTo>
                  <a:pt x="3704432" y="3536048"/>
                </a:moveTo>
                <a:lnTo>
                  <a:pt x="0" y="3536048"/>
                </a:lnTo>
                <a:lnTo>
                  <a:pt x="0" y="0"/>
                </a:lnTo>
                <a:lnTo>
                  <a:pt x="3704432" y="0"/>
                </a:lnTo>
                <a:lnTo>
                  <a:pt x="3704432" y="35360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365063" y="1596832"/>
            <a:ext cx="872142" cy="1047332"/>
          </a:xfrm>
          <a:custGeom>
            <a:avLst/>
            <a:gdLst/>
            <a:ahLst/>
            <a:cxnLst/>
            <a:rect r="r" b="b" t="t" l="l"/>
            <a:pathLst>
              <a:path h="1047332" w="872142">
                <a:moveTo>
                  <a:pt x="0" y="0"/>
                </a:moveTo>
                <a:lnTo>
                  <a:pt x="872142" y="0"/>
                </a:lnTo>
                <a:lnTo>
                  <a:pt x="872142" y="1047332"/>
                </a:lnTo>
                <a:lnTo>
                  <a:pt x="0" y="1047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745515" y="4456130"/>
            <a:ext cx="10111238" cy="1850989"/>
          </a:xfrm>
          <a:prstGeom prst="rect">
            <a:avLst/>
          </a:prstGeom>
        </p:spPr>
        <p:txBody>
          <a:bodyPr anchor="t" rtlCol="false" tIns="0" lIns="0" bIns="0" rIns="0">
            <a:spAutoFit/>
          </a:bodyPr>
          <a:lstStyle/>
          <a:p>
            <a:pPr algn="ctr">
              <a:lnSpc>
                <a:spcPts val="13312"/>
              </a:lnSpc>
            </a:pPr>
            <a:r>
              <a:rPr lang="en-US" b="true" sz="15302" spc="-688">
                <a:solidFill>
                  <a:srgbClr val="FFFFFF"/>
                </a:solidFill>
                <a:latin typeface="Noto Serif ExtraCondensed Bold"/>
                <a:ea typeface="Noto Serif ExtraCondensed Bold"/>
                <a:cs typeface="Noto Serif ExtraCondensed Bold"/>
                <a:sym typeface="Noto Serif ExtraCondensed Bold"/>
              </a:rPr>
              <a:t>Thank You</a:t>
            </a:r>
          </a:p>
        </p:txBody>
      </p:sp>
      <p:sp>
        <p:nvSpPr>
          <p:cNvPr name="TextBox 6" id="6"/>
          <p:cNvSpPr txBox="true"/>
          <p:nvPr/>
        </p:nvSpPr>
        <p:spPr>
          <a:xfrm rot="0">
            <a:off x="5409682" y="7243620"/>
            <a:ext cx="2782904" cy="363914"/>
          </a:xfrm>
          <a:prstGeom prst="rect">
            <a:avLst/>
          </a:prstGeom>
        </p:spPr>
        <p:txBody>
          <a:bodyPr anchor="t" rtlCol="false" tIns="0" lIns="0" bIns="0" rIns="0">
            <a:spAutoFit/>
          </a:bodyPr>
          <a:lstStyle/>
          <a:p>
            <a:pPr algn="ctr">
              <a:lnSpc>
                <a:spcPts val="2913"/>
              </a:lnSpc>
              <a:spcBef>
                <a:spcPct val="0"/>
              </a:spcBef>
            </a:pPr>
            <a:r>
              <a:rPr lang="en-US" sz="2081">
                <a:solidFill>
                  <a:srgbClr val="FFFFFF"/>
                </a:solidFill>
                <a:latin typeface="Inclusive Sans"/>
                <a:ea typeface="Inclusive Sans"/>
                <a:cs typeface="Inclusive Sans"/>
                <a:sym typeface="Inclusive Sans"/>
              </a:rPr>
              <a:t>Presented by:</a:t>
            </a:r>
          </a:p>
        </p:txBody>
      </p:sp>
      <p:sp>
        <p:nvSpPr>
          <p:cNvPr name="TextBox 7" id="7"/>
          <p:cNvSpPr txBox="true"/>
          <p:nvPr/>
        </p:nvSpPr>
        <p:spPr>
          <a:xfrm rot="0">
            <a:off x="4395580" y="7550384"/>
            <a:ext cx="4811108" cy="448609"/>
          </a:xfrm>
          <a:prstGeom prst="rect">
            <a:avLst/>
          </a:prstGeom>
        </p:spPr>
        <p:txBody>
          <a:bodyPr anchor="t" rtlCol="false" tIns="0" lIns="0" bIns="0" rIns="0">
            <a:spAutoFit/>
          </a:bodyPr>
          <a:lstStyle/>
          <a:p>
            <a:pPr algn="ctr">
              <a:lnSpc>
                <a:spcPts val="3623"/>
              </a:lnSpc>
              <a:spcBef>
                <a:spcPct val="0"/>
              </a:spcBef>
            </a:pPr>
            <a:r>
              <a:rPr lang="en-US" b="true" sz="2588">
                <a:solidFill>
                  <a:srgbClr val="FFFFFF"/>
                </a:solidFill>
                <a:latin typeface="Inclusive Sans Bold"/>
                <a:ea typeface="Inclusive Sans Bold"/>
                <a:cs typeface="Inclusive Sans Bold"/>
                <a:sym typeface="Inclusive Sans Bold"/>
              </a:rPr>
              <a:t>Farah Begum</a:t>
            </a:r>
          </a:p>
        </p:txBody>
      </p:sp>
      <p:sp>
        <p:nvSpPr>
          <p:cNvPr name="TextBox 8" id="8"/>
          <p:cNvSpPr txBox="true"/>
          <p:nvPr/>
        </p:nvSpPr>
        <p:spPr>
          <a:xfrm rot="0">
            <a:off x="4987167" y="2710839"/>
            <a:ext cx="3627935" cy="342815"/>
          </a:xfrm>
          <a:prstGeom prst="rect">
            <a:avLst/>
          </a:prstGeom>
        </p:spPr>
        <p:txBody>
          <a:bodyPr anchor="t" rtlCol="false" tIns="0" lIns="0" bIns="0" rIns="0">
            <a:spAutoFit/>
          </a:bodyPr>
          <a:lstStyle/>
          <a:p>
            <a:pPr algn="ctr">
              <a:lnSpc>
                <a:spcPts val="2732"/>
              </a:lnSpc>
              <a:spcBef>
                <a:spcPct val="0"/>
              </a:spcBef>
            </a:pPr>
            <a:r>
              <a:rPr lang="en-US" sz="1951">
                <a:solidFill>
                  <a:srgbClr val="FFFFFF"/>
                </a:solidFill>
                <a:latin typeface="Inclusive Sans"/>
                <a:ea typeface="Inclusive Sans"/>
                <a:cs typeface="Inclusive Sans"/>
                <a:sym typeface="Inclusive Sans"/>
              </a:rPr>
              <a:t>Cent</a:t>
            </a:r>
            <a:r>
              <a:rPr lang="en-US" sz="1951">
                <a:solidFill>
                  <a:srgbClr val="FFFFFF"/>
                </a:solidFill>
                <a:latin typeface="Inclusive Sans"/>
                <a:ea typeface="Inclusive Sans"/>
                <a:cs typeface="Inclusive Sans"/>
                <a:sym typeface="Inclusive Sans"/>
              </a:rPr>
              <a:t>ral Supply Co.</a:t>
            </a:r>
          </a:p>
        </p:txBody>
      </p:sp>
      <p:sp>
        <p:nvSpPr>
          <p:cNvPr name="Freeform 9" id="9"/>
          <p:cNvSpPr/>
          <p:nvPr/>
        </p:nvSpPr>
        <p:spPr>
          <a:xfrm flipH="false" flipV="false" rot="0">
            <a:off x="13357462" y="1241662"/>
            <a:ext cx="7803676" cy="7803676"/>
          </a:xfrm>
          <a:custGeom>
            <a:avLst/>
            <a:gdLst/>
            <a:ahLst/>
            <a:cxnLst/>
            <a:rect r="r" b="b" t="t" l="l"/>
            <a:pathLst>
              <a:path h="7803676" w="7803676">
                <a:moveTo>
                  <a:pt x="0" y="0"/>
                </a:moveTo>
                <a:lnTo>
                  <a:pt x="7803676" y="0"/>
                </a:lnTo>
                <a:lnTo>
                  <a:pt x="7803676" y="7803676"/>
                </a:lnTo>
                <a:lnTo>
                  <a:pt x="0" y="7803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DAHWsUuAUJM</dc:identifier>
  <dcterms:modified xsi:type="dcterms:W3CDTF">2011-08-01T06:04:30Z</dcterms:modified>
  <cp:revision>1</cp:revision>
  <dc:title>Teal Black Modern Minimalist Gradient Technology Presentation</dc:title>
</cp:coreProperties>
</file>
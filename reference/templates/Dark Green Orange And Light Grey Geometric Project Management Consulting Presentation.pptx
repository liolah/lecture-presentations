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Narrow Bold" charset="1" panose="00000806000000000000"/>
      <p:regular r:id="rId16"/>
    </p:embeddedFont>
    <p:embeddedFont>
      <p:font typeface="Aileron" charset="1" panose="00000500000000000000"/>
      <p:regular r:id="rId17"/>
    </p:embeddedFont>
    <p:embeddedFont>
      <p:font typeface="Aileron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-108715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5639" y="886500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96162" y="1028700"/>
            <a:ext cx="2324862" cy="8229600"/>
          </a:xfrm>
          <a:custGeom>
            <a:avLst/>
            <a:gdLst/>
            <a:ahLst/>
            <a:cxnLst/>
            <a:rect r="r" b="b" t="t" l="l"/>
            <a:pathLst>
              <a:path h="8229600" w="2324862">
                <a:moveTo>
                  <a:pt x="0" y="0"/>
                </a:moveTo>
                <a:lnTo>
                  <a:pt x="2324862" y="0"/>
                </a:lnTo>
                <a:lnTo>
                  <a:pt x="23248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1028700"/>
            <a:ext cx="2324862" cy="8229600"/>
          </a:xfrm>
          <a:custGeom>
            <a:avLst/>
            <a:gdLst/>
            <a:ahLst/>
            <a:cxnLst/>
            <a:rect r="r" b="b" t="t" l="l"/>
            <a:pathLst>
              <a:path h="8229600" w="2324862">
                <a:moveTo>
                  <a:pt x="0" y="0"/>
                </a:moveTo>
                <a:lnTo>
                  <a:pt x="2324862" y="0"/>
                </a:lnTo>
                <a:lnTo>
                  <a:pt x="23248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133064" y="2778497"/>
            <a:ext cx="14021872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PROJECT MANAGEMENT CONSULTING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47420" y="6051178"/>
            <a:ext cx="1299316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ENSURING YOUR PROJECTS ARE COMPLETED EFFICIENTLY AND EFFECTIVELY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886500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72530" y="0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2571738"/>
            <a:ext cx="211758" cy="756370"/>
            <a:chOff x="0" y="0"/>
            <a:chExt cx="55772" cy="1992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772" cy="199209"/>
            </a:xfrm>
            <a:custGeom>
              <a:avLst/>
              <a:gdLst/>
              <a:ahLst/>
              <a:cxnLst/>
              <a:rect r="r" b="b" t="t" l="l"/>
              <a:pathLst>
                <a:path h="199209" w="55772">
                  <a:moveTo>
                    <a:pt x="0" y="0"/>
                  </a:moveTo>
                  <a:lnTo>
                    <a:pt x="55772" y="0"/>
                  </a:lnTo>
                  <a:lnTo>
                    <a:pt x="5577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77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3699583"/>
            <a:ext cx="211758" cy="756370"/>
            <a:chOff x="0" y="0"/>
            <a:chExt cx="55772" cy="199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772" cy="199209"/>
            </a:xfrm>
            <a:custGeom>
              <a:avLst/>
              <a:gdLst/>
              <a:ahLst/>
              <a:cxnLst/>
              <a:rect r="r" b="b" t="t" l="l"/>
              <a:pathLst>
                <a:path h="199209" w="55772">
                  <a:moveTo>
                    <a:pt x="0" y="0"/>
                  </a:moveTo>
                  <a:lnTo>
                    <a:pt x="55772" y="0"/>
                  </a:lnTo>
                  <a:lnTo>
                    <a:pt x="5577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577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190160" y="2571738"/>
            <a:ext cx="907651" cy="756370"/>
            <a:chOff x="0" y="0"/>
            <a:chExt cx="239052" cy="199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9052" cy="199209"/>
            </a:xfrm>
            <a:custGeom>
              <a:avLst/>
              <a:gdLst/>
              <a:ahLst/>
              <a:cxnLst/>
              <a:rect r="r" b="b" t="t" l="l"/>
              <a:pathLst>
                <a:path h="199209" w="239052">
                  <a:moveTo>
                    <a:pt x="0" y="0"/>
                  </a:moveTo>
                  <a:lnTo>
                    <a:pt x="239052" y="0"/>
                  </a:lnTo>
                  <a:lnTo>
                    <a:pt x="23905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905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190160" y="3699583"/>
            <a:ext cx="907651" cy="756370"/>
            <a:chOff x="0" y="0"/>
            <a:chExt cx="239052" cy="1992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9052" cy="199209"/>
            </a:xfrm>
            <a:custGeom>
              <a:avLst/>
              <a:gdLst/>
              <a:ahLst/>
              <a:cxnLst/>
              <a:rect r="r" b="b" t="t" l="l"/>
              <a:pathLst>
                <a:path h="199209" w="239052">
                  <a:moveTo>
                    <a:pt x="0" y="0"/>
                  </a:moveTo>
                  <a:lnTo>
                    <a:pt x="239052" y="0"/>
                  </a:lnTo>
                  <a:lnTo>
                    <a:pt x="23905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905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809625"/>
            <a:ext cx="9483437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TABLE OF CONTENT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0189" y="2535586"/>
            <a:ext cx="5275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FF9525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0189" y="3663431"/>
            <a:ext cx="5275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FF9525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4827429"/>
            <a:ext cx="211758" cy="756370"/>
            <a:chOff x="0" y="0"/>
            <a:chExt cx="55772" cy="1992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772" cy="199209"/>
            </a:xfrm>
            <a:custGeom>
              <a:avLst/>
              <a:gdLst/>
              <a:ahLst/>
              <a:cxnLst/>
              <a:rect r="r" b="b" t="t" l="l"/>
              <a:pathLst>
                <a:path h="199209" w="55772">
                  <a:moveTo>
                    <a:pt x="0" y="0"/>
                  </a:moveTo>
                  <a:lnTo>
                    <a:pt x="55772" y="0"/>
                  </a:lnTo>
                  <a:lnTo>
                    <a:pt x="5577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577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90160" y="4827429"/>
            <a:ext cx="907651" cy="756370"/>
            <a:chOff x="0" y="0"/>
            <a:chExt cx="239052" cy="1992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9052" cy="199209"/>
            </a:xfrm>
            <a:custGeom>
              <a:avLst/>
              <a:gdLst/>
              <a:ahLst/>
              <a:cxnLst/>
              <a:rect r="r" b="b" t="t" l="l"/>
              <a:pathLst>
                <a:path h="199209" w="239052">
                  <a:moveTo>
                    <a:pt x="0" y="0"/>
                  </a:moveTo>
                  <a:lnTo>
                    <a:pt x="239052" y="0"/>
                  </a:lnTo>
                  <a:lnTo>
                    <a:pt x="23905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3905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380189" y="4791276"/>
            <a:ext cx="5275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FF9525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5955274"/>
            <a:ext cx="211758" cy="756370"/>
            <a:chOff x="0" y="0"/>
            <a:chExt cx="55772" cy="19920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772" cy="199209"/>
            </a:xfrm>
            <a:custGeom>
              <a:avLst/>
              <a:gdLst/>
              <a:ahLst/>
              <a:cxnLst/>
              <a:rect r="r" b="b" t="t" l="l"/>
              <a:pathLst>
                <a:path h="199209" w="55772">
                  <a:moveTo>
                    <a:pt x="0" y="0"/>
                  </a:moveTo>
                  <a:lnTo>
                    <a:pt x="55772" y="0"/>
                  </a:lnTo>
                  <a:lnTo>
                    <a:pt x="5577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577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90160" y="5955274"/>
            <a:ext cx="907651" cy="756370"/>
            <a:chOff x="0" y="0"/>
            <a:chExt cx="239052" cy="1992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9052" cy="199209"/>
            </a:xfrm>
            <a:custGeom>
              <a:avLst/>
              <a:gdLst/>
              <a:ahLst/>
              <a:cxnLst/>
              <a:rect r="r" b="b" t="t" l="l"/>
              <a:pathLst>
                <a:path h="199209" w="239052">
                  <a:moveTo>
                    <a:pt x="0" y="0"/>
                  </a:moveTo>
                  <a:lnTo>
                    <a:pt x="239052" y="0"/>
                  </a:lnTo>
                  <a:lnTo>
                    <a:pt x="23905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3905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4380189" y="5919122"/>
            <a:ext cx="5275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FF9525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28700" y="7083119"/>
            <a:ext cx="211758" cy="756370"/>
            <a:chOff x="0" y="0"/>
            <a:chExt cx="55772" cy="1992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772" cy="199209"/>
            </a:xfrm>
            <a:custGeom>
              <a:avLst/>
              <a:gdLst/>
              <a:ahLst/>
              <a:cxnLst/>
              <a:rect r="r" b="b" t="t" l="l"/>
              <a:pathLst>
                <a:path h="199209" w="55772">
                  <a:moveTo>
                    <a:pt x="0" y="0"/>
                  </a:moveTo>
                  <a:lnTo>
                    <a:pt x="55772" y="0"/>
                  </a:lnTo>
                  <a:lnTo>
                    <a:pt x="5577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577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190160" y="7083119"/>
            <a:ext cx="907651" cy="756370"/>
            <a:chOff x="0" y="0"/>
            <a:chExt cx="239052" cy="1992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9052" cy="199209"/>
            </a:xfrm>
            <a:custGeom>
              <a:avLst/>
              <a:gdLst/>
              <a:ahLst/>
              <a:cxnLst/>
              <a:rect r="r" b="b" t="t" l="l"/>
              <a:pathLst>
                <a:path h="199209" w="239052">
                  <a:moveTo>
                    <a:pt x="0" y="0"/>
                  </a:moveTo>
                  <a:lnTo>
                    <a:pt x="239052" y="0"/>
                  </a:lnTo>
                  <a:lnTo>
                    <a:pt x="239052" y="199209"/>
                  </a:lnTo>
                  <a:lnTo>
                    <a:pt x="0" y="199209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39052" cy="237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380189" y="7046967"/>
            <a:ext cx="5275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>
                <a:solidFill>
                  <a:srgbClr val="FF9525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0826" y="2731638"/>
            <a:ext cx="114500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THE VALUE OF EXPERT PROJECT MANAGEMENT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0826" y="3729726"/>
            <a:ext cx="1196783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WHAT IS PROJECT MANAGEMENT CONSULTING?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0826" y="4870398"/>
            <a:ext cx="1177733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WHY INVEST IN PROJECT MANAGEMENT CONSULTING?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0826" y="6011070"/>
            <a:ext cx="129931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OUR PROJECT MANAGEMENT CONSULTING SERVICES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0826" y="7151742"/>
            <a:ext cx="1196783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PROJECT MANAGEMENT TOOLS AND METHODOLOGIES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886500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817238" y="-332141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495823" y="1028700"/>
            <a:ext cx="6518327" cy="8055379"/>
            <a:chOff x="0" y="0"/>
            <a:chExt cx="8691102" cy="10740505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6"/>
            <a:srcRect l="23043" t="0" r="23043" b="0"/>
            <a:stretch>
              <a:fillRect/>
            </a:stretch>
          </p:blipFill>
          <p:spPr>
            <a:xfrm flipH="false" flipV="false">
              <a:off x="0" y="0"/>
              <a:ext cx="8691102" cy="10740505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1285592" y="1028700"/>
            <a:ext cx="847139" cy="3086100"/>
            <a:chOff x="0" y="0"/>
            <a:chExt cx="223115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115" cy="812800"/>
            </a:xfrm>
            <a:custGeom>
              <a:avLst/>
              <a:gdLst/>
              <a:ahLst/>
              <a:cxnLst/>
              <a:rect r="r" b="b" t="t" l="l"/>
              <a:pathLst>
                <a:path h="812800" w="223115">
                  <a:moveTo>
                    <a:pt x="0" y="0"/>
                  </a:moveTo>
                  <a:lnTo>
                    <a:pt x="223115" y="0"/>
                  </a:lnTo>
                  <a:lnTo>
                    <a:pt x="22311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311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85592" y="3686175"/>
            <a:ext cx="847139" cy="428625"/>
            <a:chOff x="0" y="0"/>
            <a:chExt cx="223115" cy="1128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115" cy="112889"/>
            </a:xfrm>
            <a:custGeom>
              <a:avLst/>
              <a:gdLst/>
              <a:ahLst/>
              <a:cxnLst/>
              <a:rect r="r" b="b" t="t" l="l"/>
              <a:pathLst>
                <a:path h="112889" w="223115">
                  <a:moveTo>
                    <a:pt x="0" y="0"/>
                  </a:moveTo>
                  <a:lnTo>
                    <a:pt x="223115" y="0"/>
                  </a:lnTo>
                  <a:lnTo>
                    <a:pt x="223115" y="112889"/>
                  </a:lnTo>
                  <a:lnTo>
                    <a:pt x="0" y="112889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115" cy="150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09625"/>
            <a:ext cx="8666519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THE VALUE OF EXPERT PROJECT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787446"/>
            <a:ext cx="10602918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 today’s competitive business environment, effective project management is crucial for achieving success. Whether launching a new product, implementing a complex system, or managing organizational change, having the right project management strategies and expertise is key to staying on track, within budget, and meeting your goals.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886500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321024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29"/>
                </a:lnTo>
                <a:lnTo>
                  <a:pt x="0" y="372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09625"/>
            <a:ext cx="8666519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WHAT IS PROJECT MANAGEMENT CONSULTING?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17363" y="971550"/>
            <a:ext cx="6941937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Project management consulting involves the provision of expert advice and services to organizations seeking to improve their project management capabilities. Consultants bring a wealth of experience  to help you plan, execute, and control projects more effectively.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7156" y="5230913"/>
            <a:ext cx="512654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PLANNING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6286132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27156" y="6196022"/>
            <a:ext cx="512654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RISK MANAGEMENT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44000" y="5240438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42456" y="5150328"/>
            <a:ext cx="736550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STAKEHOLDER MANAGEMENT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6205547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29"/>
                </a:lnTo>
                <a:lnTo>
                  <a:pt x="0" y="372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42456" y="6115437"/>
            <a:ext cx="703268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RESOURCE ALLOCATION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8700" y="7333882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27156" y="7243772"/>
            <a:ext cx="69090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PERFORMANCE MONITORING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44000" y="7281872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29"/>
                </a:lnTo>
                <a:lnTo>
                  <a:pt x="0" y="372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42456" y="7191762"/>
            <a:ext cx="69090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PERFORMANCE MONITORING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-108715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91042" y="1350375"/>
            <a:ext cx="17408908" cy="8936625"/>
            <a:chOff x="0" y="0"/>
            <a:chExt cx="535543" cy="2749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5543" cy="274914"/>
            </a:xfrm>
            <a:custGeom>
              <a:avLst/>
              <a:gdLst/>
              <a:ahLst/>
              <a:cxnLst/>
              <a:rect r="r" b="b" t="t" l="l"/>
              <a:pathLst>
                <a:path h="274914" w="535543">
                  <a:moveTo>
                    <a:pt x="203200" y="0"/>
                  </a:moveTo>
                  <a:lnTo>
                    <a:pt x="535543" y="0"/>
                  </a:lnTo>
                  <a:lnTo>
                    <a:pt x="332343" y="274914"/>
                  </a:lnTo>
                  <a:lnTo>
                    <a:pt x="0" y="274914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332343" cy="313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39221" y="4840985"/>
            <a:ext cx="6427558" cy="4711353"/>
            <a:chOff x="0" y="0"/>
            <a:chExt cx="8570077" cy="6281805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4552" t="0" r="4552" b="0"/>
            <a:stretch>
              <a:fillRect/>
            </a:stretch>
          </p:blipFill>
          <p:spPr>
            <a:xfrm flipH="false" flipV="false">
              <a:off x="0" y="0"/>
              <a:ext cx="8570077" cy="6281805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1028700" y="7357685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8081585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8805485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084887"/>
            <a:ext cx="13741269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BENEFITS OF PROJECT MANAGEMENT CONSULTING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783835"/>
            <a:ext cx="9662342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Investing in project management consulting services can provide your organization with several critical benefits, helping you achieve your project goals with greater confidence and success.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27156" y="7267575"/>
            <a:ext cx="860506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EXPERTISE AND BEST PRACTICES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7156" y="7991475"/>
            <a:ext cx="7940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ENHANCED PROJECT EFFICIENCY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27156" y="8715375"/>
            <a:ext cx="79403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ON-TIME, ON-BUDGET DELIVERY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-108715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54964"/>
            <a:ext cx="13961359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OUR PROJECT MANAGEMENT CONSULTING SERVICES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6442711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27156" y="6352601"/>
            <a:ext cx="598222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PLANNING AND INITIATION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258300" y="6362126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56756" y="6272016"/>
            <a:ext cx="596038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RISK MANAGEMENT &amp; CHANGE MANAGEMENT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7805360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27156" y="7715250"/>
            <a:ext cx="512654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EXECUTION AND CONTROL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258300" y="7724775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56756" y="7634665"/>
            <a:ext cx="443064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AUDITS AND REVIEWS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217142" y="1028700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4629150"/>
            <a:ext cx="1420077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Our consultants work closely with your team to ensure your projects are executed flawlessly from start to finish.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65415" y="-49081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3207115" y="-49081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2465415" y="59368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3207115" y="59368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7164180" y="-408500"/>
            <a:ext cx="3086100" cy="11104001"/>
            <a:chOff x="0" y="0"/>
            <a:chExt cx="812800" cy="29245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24511"/>
            </a:xfrm>
            <a:custGeom>
              <a:avLst/>
              <a:gdLst/>
              <a:ahLst/>
              <a:cxnLst/>
              <a:rect r="r" b="b" t="t" l="l"/>
              <a:pathLst>
                <a:path h="29245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24511"/>
                  </a:lnTo>
                  <a:lnTo>
                    <a:pt x="0" y="2924511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296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2020680" y="4378404"/>
            <a:ext cx="10287000" cy="1530191"/>
          </a:xfrm>
          <a:custGeom>
            <a:avLst/>
            <a:gdLst/>
            <a:ahLst/>
            <a:cxnLst/>
            <a:rect r="r" b="b" t="t" l="l"/>
            <a:pathLst>
              <a:path h="1530191" w="10287000">
                <a:moveTo>
                  <a:pt x="0" y="0"/>
                </a:moveTo>
                <a:lnTo>
                  <a:pt x="10287000" y="0"/>
                </a:lnTo>
                <a:lnTo>
                  <a:pt x="10287000" y="1530192"/>
                </a:lnTo>
                <a:lnTo>
                  <a:pt x="0" y="1530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962280" y="-408500"/>
            <a:ext cx="3086100" cy="11104001"/>
            <a:chOff x="0" y="0"/>
            <a:chExt cx="812800" cy="2924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924511"/>
            </a:xfrm>
            <a:custGeom>
              <a:avLst/>
              <a:gdLst/>
              <a:ahLst/>
              <a:cxnLst/>
              <a:rect r="r" b="b" t="t" l="l"/>
              <a:pathLst>
                <a:path h="29245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24511"/>
                  </a:lnTo>
                  <a:lnTo>
                    <a:pt x="0" y="2924511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296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true" rot="-5400000">
            <a:off x="-4019680" y="4378404"/>
            <a:ext cx="10287000" cy="1530191"/>
          </a:xfrm>
          <a:custGeom>
            <a:avLst/>
            <a:gdLst/>
            <a:ahLst/>
            <a:cxnLst/>
            <a:rect r="r" b="b" t="t" l="l"/>
            <a:pathLst>
              <a:path h="1530191" w="10287000">
                <a:moveTo>
                  <a:pt x="10287000" y="1530192"/>
                </a:moveTo>
                <a:lnTo>
                  <a:pt x="0" y="153019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5301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14850" y="3419475"/>
            <a:ext cx="9258300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LET’S TAKE </a:t>
            </a:r>
          </a:p>
          <a:p>
            <a:pPr algn="ctr">
              <a:lnSpc>
                <a:spcPts val="14400"/>
              </a:lnSpc>
            </a:pPr>
            <a:r>
              <a:rPr lang="en-US" b="true" sz="12000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 BREAK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886500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817238" y="-332141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495823" y="3236119"/>
            <a:ext cx="6051211" cy="900112"/>
            <a:chOff x="0" y="0"/>
            <a:chExt cx="1593734" cy="237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3735" cy="237067"/>
            </a:xfrm>
            <a:custGeom>
              <a:avLst/>
              <a:gdLst/>
              <a:ahLst/>
              <a:cxnLst/>
              <a:rect r="r" b="b" t="t" l="l"/>
              <a:pathLst>
                <a:path h="237067" w="1593735">
                  <a:moveTo>
                    <a:pt x="0" y="0"/>
                  </a:moveTo>
                  <a:lnTo>
                    <a:pt x="1593735" y="0"/>
                  </a:lnTo>
                  <a:lnTo>
                    <a:pt x="1593735" y="237067"/>
                  </a:lnTo>
                  <a:lnTo>
                    <a:pt x="0" y="237067"/>
                  </a:lnTo>
                  <a:close/>
                </a:path>
              </a:pathLst>
            </a:custGeom>
            <a:solidFill>
              <a:srgbClr val="FF952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93734" cy="27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495823" y="3257550"/>
            <a:ext cx="453808" cy="878681"/>
            <a:chOff x="0" y="0"/>
            <a:chExt cx="119521" cy="231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521" cy="231422"/>
            </a:xfrm>
            <a:custGeom>
              <a:avLst/>
              <a:gdLst/>
              <a:ahLst/>
              <a:cxnLst/>
              <a:rect r="r" b="b" t="t" l="l"/>
              <a:pathLst>
                <a:path h="231422" w="119521">
                  <a:moveTo>
                    <a:pt x="0" y="0"/>
                  </a:moveTo>
                  <a:lnTo>
                    <a:pt x="119521" y="0"/>
                  </a:lnTo>
                  <a:lnTo>
                    <a:pt x="119521" y="231422"/>
                  </a:lnTo>
                  <a:lnTo>
                    <a:pt x="0" y="231422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9521" cy="269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09625"/>
            <a:ext cx="10602918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PROJECT MANAGEMENT TOOLS AND METHODOLOGIES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787446"/>
            <a:ext cx="1623060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Effective project management relies on using the right tools and methodologies to plan, execute, and monitor projects. Our consultants are proficient in a wide range of project management tools and techniques, ensuring your project is managed efficiently and effectively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8700" y="6976111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46181" y="6886001"/>
            <a:ext cx="531658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AGILE METHODOLOGY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8700" y="7805360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46181" y="7715250"/>
            <a:ext cx="65485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WATERFALL METHODOLOGY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768233" y="7001773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3" y="0"/>
                </a:lnTo>
                <a:lnTo>
                  <a:pt x="532073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47956" y="6911663"/>
            <a:ext cx="73116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CRITICAL PATH METHOD (CPM)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68233" y="7831022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3" y="0"/>
                </a:lnTo>
                <a:lnTo>
                  <a:pt x="532073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47956" y="7740912"/>
            <a:ext cx="800088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MANAGEMENT SOFTWARE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5639" y="8865004"/>
            <a:ext cx="18703639" cy="2782166"/>
          </a:xfrm>
          <a:custGeom>
            <a:avLst/>
            <a:gdLst/>
            <a:ahLst/>
            <a:cxnLst/>
            <a:rect r="r" b="b" t="t" l="l"/>
            <a:pathLst>
              <a:path h="2782166" w="18703639">
                <a:moveTo>
                  <a:pt x="0" y="0"/>
                </a:moveTo>
                <a:lnTo>
                  <a:pt x="18703639" y="0"/>
                </a:lnTo>
                <a:lnTo>
                  <a:pt x="18703639" y="2782166"/>
                </a:lnTo>
                <a:lnTo>
                  <a:pt x="0" y="2782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72530" y="0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809625"/>
            <a:ext cx="13749566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 b="true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WHY CHOOSE US FOR PROJECT MANAGEMENT CONSULTING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87446"/>
            <a:ext cx="1374956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Choosing the right partner for your project management needs can make all the difference in achieving your project goals. Here’s why organizations choose us: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6468373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181" y="6378263"/>
            <a:ext cx="531658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EXTENSIVE EXPERIENCE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7805360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4" y="0"/>
                </a:lnTo>
                <a:lnTo>
                  <a:pt x="532074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46181" y="7715250"/>
            <a:ext cx="605730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CUSTOMIZED SOLUTIONS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253883" y="6468373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3" y="0"/>
                </a:lnTo>
                <a:lnTo>
                  <a:pt x="532073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033606" y="6378263"/>
            <a:ext cx="73116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PROVEN METHODOLOGIES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253883" y="7831022"/>
            <a:ext cx="532074" cy="372230"/>
          </a:xfrm>
          <a:custGeom>
            <a:avLst/>
            <a:gdLst/>
            <a:ahLst/>
            <a:cxnLst/>
            <a:rect r="r" b="b" t="t" l="l"/>
            <a:pathLst>
              <a:path h="372230" w="532074">
                <a:moveTo>
                  <a:pt x="0" y="0"/>
                </a:moveTo>
                <a:lnTo>
                  <a:pt x="532073" y="0"/>
                </a:lnTo>
                <a:lnTo>
                  <a:pt x="532073" y="372230"/>
                </a:lnTo>
                <a:lnTo>
                  <a:pt x="0" y="37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033606" y="7740912"/>
            <a:ext cx="485423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ONGOING SUPPORT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2465415" y="-49081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3207115" y="-49081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2465415" y="59368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3207115" y="5936885"/>
            <a:ext cx="2615470" cy="9258300"/>
          </a:xfrm>
          <a:custGeom>
            <a:avLst/>
            <a:gdLst/>
            <a:ahLst/>
            <a:cxnLst/>
            <a:rect r="r" b="b" t="t" l="l"/>
            <a:pathLst>
              <a:path h="9258300" w="2615470">
                <a:moveTo>
                  <a:pt x="0" y="0"/>
                </a:moveTo>
                <a:lnTo>
                  <a:pt x="2615470" y="0"/>
                </a:lnTo>
                <a:lnTo>
                  <a:pt x="261547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7164180" y="-408500"/>
            <a:ext cx="3086100" cy="11104001"/>
            <a:chOff x="0" y="0"/>
            <a:chExt cx="812800" cy="29245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924511"/>
            </a:xfrm>
            <a:custGeom>
              <a:avLst/>
              <a:gdLst/>
              <a:ahLst/>
              <a:cxnLst/>
              <a:rect r="r" b="b" t="t" l="l"/>
              <a:pathLst>
                <a:path h="29245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24511"/>
                  </a:lnTo>
                  <a:lnTo>
                    <a:pt x="0" y="2924511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296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12020680" y="4378404"/>
            <a:ext cx="10287000" cy="1530191"/>
          </a:xfrm>
          <a:custGeom>
            <a:avLst/>
            <a:gdLst/>
            <a:ahLst/>
            <a:cxnLst/>
            <a:rect r="r" b="b" t="t" l="l"/>
            <a:pathLst>
              <a:path h="1530191" w="10287000">
                <a:moveTo>
                  <a:pt x="0" y="0"/>
                </a:moveTo>
                <a:lnTo>
                  <a:pt x="10287000" y="0"/>
                </a:lnTo>
                <a:lnTo>
                  <a:pt x="10287000" y="1530192"/>
                </a:lnTo>
                <a:lnTo>
                  <a:pt x="0" y="1530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962280" y="-408500"/>
            <a:ext cx="3086100" cy="11104001"/>
            <a:chOff x="0" y="0"/>
            <a:chExt cx="812800" cy="2924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924511"/>
            </a:xfrm>
            <a:custGeom>
              <a:avLst/>
              <a:gdLst/>
              <a:ahLst/>
              <a:cxnLst/>
              <a:rect r="r" b="b" t="t" l="l"/>
              <a:pathLst>
                <a:path h="29245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24511"/>
                  </a:lnTo>
                  <a:lnTo>
                    <a:pt x="0" y="2924511"/>
                  </a:lnTo>
                  <a:close/>
                </a:path>
              </a:pathLst>
            </a:custGeom>
            <a:solidFill>
              <a:srgbClr val="0037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2962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true" rot="-5400000">
            <a:off x="-4019680" y="4378404"/>
            <a:ext cx="10287000" cy="1530191"/>
          </a:xfrm>
          <a:custGeom>
            <a:avLst/>
            <a:gdLst/>
            <a:ahLst/>
            <a:cxnLst/>
            <a:rect r="r" b="b" t="t" l="l"/>
            <a:pathLst>
              <a:path h="1530191" w="10287000">
                <a:moveTo>
                  <a:pt x="10287000" y="1530192"/>
                </a:moveTo>
                <a:lnTo>
                  <a:pt x="0" y="153019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5301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14850" y="3276600"/>
            <a:ext cx="925830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>
                <a:solidFill>
                  <a:srgbClr val="003734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420" y="5457825"/>
            <a:ext cx="1299316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FOR TAKING THE TIME TO LEARN ABOUT OUR PROJECT MANAGEMENT CONSULTING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DAHWY4zftKM</dc:identifier>
  <dcterms:modified xsi:type="dcterms:W3CDTF">2011-08-01T06:04:30Z</dcterms:modified>
  <cp:revision>1</cp:revision>
  <dc:title>Dark Green Orange And Light Grey Geometric Project Management Consulting Presentation</dc:title>
</cp:coreProperties>
</file>
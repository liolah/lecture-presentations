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5"/>
  </p:notesMasterIdLst>
  <p:sldIdLst>
    <p:sldId id="256" r:id="rId2"/>
    <p:sldId id="257" r:id="rId3"/>
    <p:sldId id="258" r:id="rId4"/>
    <p:sldId id="259" r:id="rId5"/>
    <p:sldId id="260" r:id="rId6"/>
    <p:sldId id="277" r:id="rId7"/>
    <p:sldId id="262" r:id="rId8"/>
    <p:sldId id="278" r:id="rId9"/>
    <p:sldId id="263" r:id="rId10"/>
    <p:sldId id="264" r:id="rId11"/>
    <p:sldId id="279" r:id="rId12"/>
    <p:sldId id="266" r:id="rId13"/>
    <p:sldId id="267" r:id="rId14"/>
    <p:sldId id="268" r:id="rId15"/>
    <p:sldId id="281" r:id="rId16"/>
    <p:sldId id="280" r:id="rId17"/>
    <p:sldId id="261" r:id="rId18"/>
    <p:sldId id="282" r:id="rId19"/>
    <p:sldId id="269" r:id="rId20"/>
    <p:sldId id="270" r:id="rId21"/>
    <p:sldId id="283" r:id="rId22"/>
    <p:sldId id="271" r:id="rId23"/>
    <p:sldId id="272" r:id="rId24"/>
    <p:sldId id="273" r:id="rId25"/>
    <p:sldId id="285" r:id="rId26"/>
    <p:sldId id="286" r:id="rId27"/>
    <p:sldId id="287" r:id="rId28"/>
    <p:sldId id="288" r:id="rId29"/>
    <p:sldId id="274" r:id="rId30"/>
    <p:sldId id="289" r:id="rId31"/>
    <p:sldId id="275" r:id="rId32"/>
    <p:sldId id="276" r:id="rId33"/>
    <p:sldId id="284" r:id="rId34"/>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9518" autoAdjust="0"/>
  </p:normalViewPr>
  <p:slideViewPr>
    <p:cSldViewPr>
      <p:cViewPr varScale="1">
        <p:scale>
          <a:sx n="69" d="100"/>
          <a:sy n="69" d="100"/>
        </p:scale>
        <p:origin x="1344" y="6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63DCDA9B-2F69-4743-9211-1ED6D7E8E789}" type="datetimeFigureOut">
              <a:rPr lang="en-US" smtClean="0"/>
              <a:t>9/21/2025</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F4A42F38-453B-46B4-ACB9-8A9CF666B571}" type="slidenum">
              <a:rPr lang="en-US" smtClean="0"/>
              <a:t>‹#›</a:t>
            </a:fld>
            <a:endParaRPr lang="en-US"/>
          </a:p>
        </p:txBody>
      </p:sp>
    </p:spTree>
    <p:extLst>
      <p:ext uri="{BB962C8B-B14F-4D97-AF65-F5344CB8AC3E}">
        <p14:creationId xmlns:p14="http://schemas.microsoft.com/office/powerpoint/2010/main" val="14951531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geeksforgeeks.org/business-studies/project-management/" TargetMode="External"/><Relationship Id="rId2" Type="http://schemas.openxmlformats.org/officeDocument/2006/relationships/slide" Target="../slides/slide9.xml"/><Relationship Id="rId1" Type="http://schemas.openxmlformats.org/officeDocument/2006/relationships/notesMaster" Target="../notesMasters/notesMaster1.xml"/><Relationship Id="rId4" Type="http://schemas.openxmlformats.org/officeDocument/2006/relationships/hyperlink" Target="https://www.geeksforgeeks.org/software-engineering/project-plan/"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8" Type="http://schemas.openxmlformats.org/officeDocument/2006/relationships/hyperlink" Target="https://www.geeksforgeeks.org/software-engineering/what-is-the-cost-of-change-in-projects/" TargetMode="External"/><Relationship Id="rId3" Type="http://schemas.openxmlformats.org/officeDocument/2006/relationships/hyperlink" Target="https://www.geeksforgeeks.org/software-engineering/what-is-a-project-in-project-management/" TargetMode="External"/><Relationship Id="rId7" Type="http://schemas.openxmlformats.org/officeDocument/2006/relationships/hyperlink" Target="https://www.geeksforgeeks.org/software-engineering/risk-analysis-in-project-management/" TargetMode="External"/><Relationship Id="rId2" Type="http://schemas.openxmlformats.org/officeDocument/2006/relationships/slide" Target="../slides/slide11.xml"/><Relationship Id="rId1" Type="http://schemas.openxmlformats.org/officeDocument/2006/relationships/notesMaster" Target="../notesMasters/notesMaster1.xml"/><Relationship Id="rId6" Type="http://schemas.openxmlformats.org/officeDocument/2006/relationships/hyperlink" Target="https://www.geeksforgeeks.org/software-engineering/project-management-life-cycle/" TargetMode="External"/><Relationship Id="rId5" Type="http://schemas.openxmlformats.org/officeDocument/2006/relationships/hyperlink" Target="https://www.geeksforgeeks.org/software-engineering/software-development-life-cycle-sdlc/" TargetMode="External"/><Relationship Id="rId4" Type="http://schemas.openxmlformats.org/officeDocument/2006/relationships/hyperlink" Target="https://www.geeksforgeeks.org/software-engineering/phases-of-project-management/" TargetMode="Externa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8" Type="http://schemas.openxmlformats.org/officeDocument/2006/relationships/hyperlink" Target="https://www.geeksforgeeks.org/business-studies/what-is-gantt-chart-in-project-management/" TargetMode="External"/><Relationship Id="rId3" Type="http://schemas.openxmlformats.org/officeDocument/2006/relationships/hyperlink" Target="https://www.geeksforgeeks.org/software-engineering/what-is-the-initiation-phase-in-project-management/" TargetMode="External"/><Relationship Id="rId7" Type="http://schemas.openxmlformats.org/officeDocument/2006/relationships/hyperlink" Target="https://www.geeksforgeeks.org/business-studies/what-is-a-stakeholder-in-project-management/" TargetMode="External"/><Relationship Id="rId2" Type="http://schemas.openxmlformats.org/officeDocument/2006/relationships/slide" Target="../slides/slide18.xml"/><Relationship Id="rId1" Type="http://schemas.openxmlformats.org/officeDocument/2006/relationships/notesMaster" Target="../notesMasters/notesMaster1.xml"/><Relationship Id="rId6" Type="http://schemas.openxmlformats.org/officeDocument/2006/relationships/hyperlink" Target="https://www.geeksforgeeks.org/blogs/how-to-make-a-project-budget/" TargetMode="External"/><Relationship Id="rId11" Type="http://schemas.openxmlformats.org/officeDocument/2006/relationships/hyperlink" Target="https://www.geeksforgeeks.org/software-engineering/what-are-the-steps-to-close-a-project/" TargetMode="External"/><Relationship Id="rId5" Type="http://schemas.openxmlformats.org/officeDocument/2006/relationships/hyperlink" Target="https://www.geeksforgeeks.org/software-engineering/phases-project-management-processes/" TargetMode="External"/><Relationship Id="rId10" Type="http://schemas.openxmlformats.org/officeDocument/2006/relationships/hyperlink" Target="https://www.geeksforgeeks.org/software-engineering/what-is-monitoring-and-control-in-project-management/" TargetMode="External"/><Relationship Id="rId4" Type="http://schemas.openxmlformats.org/officeDocument/2006/relationships/hyperlink" Target="https://www.geeksforgeeks.org/software-engineering/project-plan/" TargetMode="External"/><Relationship Id="rId9" Type="http://schemas.openxmlformats.org/officeDocument/2006/relationships/hyperlink" Target="https://www.geeksforgeeks.org/software-engineering/steps-to-build-a-project-management-timeline/" TargetMode="Externa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solutionshub.epam.com/blog/post/enterprise-risk-management-software"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www.geeksforgeeks.org/software-engineering/project-management-life-cycle/" TargetMode="External"/><Relationship Id="rId2" Type="http://schemas.openxmlformats.org/officeDocument/2006/relationships/slide" Target="../slides/slide25.xml"/><Relationship Id="rId1" Type="http://schemas.openxmlformats.org/officeDocument/2006/relationships/notesMaster" Target="../notesMasters/notesMaster1.xml"/><Relationship Id="rId5" Type="http://schemas.openxmlformats.org/officeDocument/2006/relationships/hyperlink" Target="https://www.geeksforgeeks.org/software-engineering/why-do-companies-execute-projects/" TargetMode="External"/><Relationship Id="rId4" Type="http://schemas.openxmlformats.org/officeDocument/2006/relationships/hyperlink" Target="https://www.geeksforgeeks.org/software-engineering/why-is-project-management-important/" TargetMode="Externa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C00000"/>
                </a:solidFill>
                <a:latin typeface="Calibri"/>
                <a:cs typeface="Calibri"/>
              </a:rPr>
              <a:t>Introduce</a:t>
            </a:r>
            <a:r>
              <a:rPr lang="en-US" sz="1200" spc="625" dirty="0">
                <a:solidFill>
                  <a:srgbClr val="C00000"/>
                </a:solidFill>
                <a:latin typeface="Calibri"/>
                <a:cs typeface="Calibri"/>
              </a:rPr>
              <a:t> </a:t>
            </a:r>
            <a:r>
              <a:rPr lang="en-US" sz="1200" dirty="0">
                <a:solidFill>
                  <a:srgbClr val="C00000"/>
                </a:solidFill>
                <a:latin typeface="Calibri"/>
                <a:cs typeface="Calibri"/>
              </a:rPr>
              <a:t>and</a:t>
            </a:r>
            <a:r>
              <a:rPr lang="en-US" sz="1200" spc="635" dirty="0">
                <a:solidFill>
                  <a:srgbClr val="C00000"/>
                </a:solidFill>
                <a:latin typeface="Calibri"/>
                <a:cs typeface="Calibri"/>
              </a:rPr>
              <a:t> </a:t>
            </a:r>
            <a:r>
              <a:rPr lang="en-US" sz="1200" dirty="0">
                <a:solidFill>
                  <a:srgbClr val="C00000"/>
                </a:solidFill>
                <a:latin typeface="Calibri"/>
                <a:cs typeface="Calibri"/>
              </a:rPr>
              <a:t>develop</a:t>
            </a:r>
            <a:r>
              <a:rPr lang="en-US" sz="1200" spc="635" dirty="0">
                <a:solidFill>
                  <a:srgbClr val="C00000"/>
                </a:solidFill>
                <a:latin typeface="Calibri"/>
                <a:cs typeface="Calibri"/>
              </a:rPr>
              <a:t> </a:t>
            </a:r>
            <a:r>
              <a:rPr lang="en-US" sz="1200" dirty="0">
                <a:solidFill>
                  <a:srgbClr val="C00000"/>
                </a:solidFill>
                <a:latin typeface="Calibri"/>
                <a:cs typeface="Calibri"/>
              </a:rPr>
              <a:t>the</a:t>
            </a:r>
            <a:r>
              <a:rPr lang="en-US" sz="1200" spc="630" dirty="0">
                <a:solidFill>
                  <a:srgbClr val="C00000"/>
                </a:solidFill>
                <a:latin typeface="Calibri"/>
                <a:cs typeface="Calibri"/>
              </a:rPr>
              <a:t> </a:t>
            </a:r>
            <a:r>
              <a:rPr lang="en-US" sz="1200" dirty="0">
                <a:solidFill>
                  <a:srgbClr val="C00000"/>
                </a:solidFill>
                <a:latin typeface="Calibri"/>
                <a:cs typeface="Calibri"/>
              </a:rPr>
              <a:t>skills</a:t>
            </a:r>
            <a:r>
              <a:rPr lang="en-US" sz="1200" spc="640" dirty="0">
                <a:solidFill>
                  <a:srgbClr val="C00000"/>
                </a:solidFill>
                <a:latin typeface="Calibri"/>
                <a:cs typeface="Calibri"/>
              </a:rPr>
              <a:t> </a:t>
            </a:r>
            <a:r>
              <a:rPr lang="en-US" sz="1200" dirty="0">
                <a:solidFill>
                  <a:srgbClr val="C00000"/>
                </a:solidFill>
                <a:latin typeface="Calibri"/>
                <a:cs typeface="Calibri"/>
              </a:rPr>
              <a:t>and</a:t>
            </a:r>
            <a:r>
              <a:rPr lang="en-US" sz="1200" spc="635" dirty="0">
                <a:solidFill>
                  <a:srgbClr val="C00000"/>
                </a:solidFill>
                <a:latin typeface="Calibri"/>
                <a:cs typeface="Calibri"/>
              </a:rPr>
              <a:t> </a:t>
            </a:r>
            <a:r>
              <a:rPr lang="en-US" sz="1200" spc="-10" dirty="0">
                <a:solidFill>
                  <a:srgbClr val="C00000"/>
                </a:solidFill>
                <a:latin typeface="Calibri"/>
                <a:cs typeface="Calibri"/>
              </a:rPr>
              <a:t>knowledge </a:t>
            </a:r>
            <a:r>
              <a:rPr lang="en-US" sz="1200" dirty="0">
                <a:solidFill>
                  <a:srgbClr val="C00000"/>
                </a:solidFill>
                <a:latin typeface="Calibri"/>
                <a:cs typeface="Calibri"/>
              </a:rPr>
              <a:t>associated</a:t>
            </a:r>
            <a:r>
              <a:rPr lang="en-US" sz="1200" spc="969" dirty="0">
                <a:solidFill>
                  <a:srgbClr val="C00000"/>
                </a:solidFill>
                <a:latin typeface="Calibri"/>
                <a:cs typeface="Calibri"/>
              </a:rPr>
              <a:t>   </a:t>
            </a:r>
            <a:r>
              <a:rPr lang="en-US" sz="1200" dirty="0">
                <a:solidFill>
                  <a:srgbClr val="C00000"/>
                </a:solidFill>
                <a:latin typeface="Calibri"/>
                <a:cs typeface="Calibri"/>
              </a:rPr>
              <a:t>with</a:t>
            </a:r>
            <a:r>
              <a:rPr lang="en-US" sz="1200" spc="975" dirty="0">
                <a:solidFill>
                  <a:srgbClr val="C00000"/>
                </a:solidFill>
                <a:latin typeface="Calibri"/>
                <a:cs typeface="Calibri"/>
              </a:rPr>
              <a:t>   </a:t>
            </a:r>
            <a:r>
              <a:rPr lang="en-US" sz="1200" dirty="0">
                <a:solidFill>
                  <a:srgbClr val="C00000"/>
                </a:solidFill>
                <a:latin typeface="Calibri"/>
                <a:cs typeface="Calibri"/>
              </a:rPr>
              <a:t>delivering</a:t>
            </a:r>
            <a:r>
              <a:rPr lang="en-US" sz="1200" spc="969" dirty="0">
                <a:solidFill>
                  <a:srgbClr val="C00000"/>
                </a:solidFill>
                <a:latin typeface="Calibri"/>
                <a:cs typeface="Calibri"/>
              </a:rPr>
              <a:t>   </a:t>
            </a:r>
            <a:r>
              <a:rPr lang="en-US" sz="1200" dirty="0">
                <a:solidFill>
                  <a:srgbClr val="C00000"/>
                </a:solidFill>
                <a:latin typeface="Calibri"/>
                <a:cs typeface="Calibri"/>
              </a:rPr>
              <a:t>a</a:t>
            </a:r>
            <a:r>
              <a:rPr lang="en-US" sz="1200" spc="975" dirty="0">
                <a:solidFill>
                  <a:srgbClr val="C00000"/>
                </a:solidFill>
                <a:latin typeface="Calibri"/>
                <a:cs typeface="Calibri"/>
              </a:rPr>
              <a:t>   </a:t>
            </a:r>
            <a:r>
              <a:rPr lang="en-US" sz="1200" spc="-10" dirty="0">
                <a:solidFill>
                  <a:srgbClr val="C00000"/>
                </a:solidFill>
                <a:latin typeface="Calibri"/>
                <a:cs typeface="Calibri"/>
              </a:rPr>
              <a:t>successful </a:t>
            </a:r>
            <a:r>
              <a:rPr lang="en-US" sz="1200" dirty="0">
                <a:solidFill>
                  <a:srgbClr val="C00000"/>
                </a:solidFill>
                <a:latin typeface="Calibri"/>
                <a:cs typeface="Calibri"/>
              </a:rPr>
              <a:t>engineering</a:t>
            </a:r>
            <a:r>
              <a:rPr lang="en-US" sz="1200" spc="390" dirty="0">
                <a:solidFill>
                  <a:srgbClr val="C00000"/>
                </a:solidFill>
                <a:latin typeface="Calibri"/>
                <a:cs typeface="Calibri"/>
              </a:rPr>
              <a:t>  </a:t>
            </a:r>
            <a:r>
              <a:rPr lang="en-US" sz="1200" dirty="0">
                <a:solidFill>
                  <a:srgbClr val="C00000"/>
                </a:solidFill>
                <a:latin typeface="Calibri"/>
                <a:cs typeface="Calibri"/>
              </a:rPr>
              <a:t>project</a:t>
            </a:r>
            <a:r>
              <a:rPr lang="en-US" sz="1200" spc="395" dirty="0">
                <a:solidFill>
                  <a:srgbClr val="C00000"/>
                </a:solidFill>
                <a:latin typeface="Calibri"/>
                <a:cs typeface="Calibri"/>
              </a:rPr>
              <a:t>  </a:t>
            </a:r>
            <a:r>
              <a:rPr lang="en-US" sz="1200" dirty="0">
                <a:solidFill>
                  <a:srgbClr val="C00000"/>
                </a:solidFill>
                <a:latin typeface="Calibri"/>
                <a:cs typeface="Calibri"/>
              </a:rPr>
              <a:t>(planning,</a:t>
            </a:r>
            <a:r>
              <a:rPr lang="en-US" sz="1200" spc="395" dirty="0">
                <a:solidFill>
                  <a:srgbClr val="C00000"/>
                </a:solidFill>
                <a:latin typeface="Calibri"/>
                <a:cs typeface="Calibri"/>
              </a:rPr>
              <a:t>  </a:t>
            </a:r>
            <a:r>
              <a:rPr lang="en-US" sz="1200" dirty="0">
                <a:solidFill>
                  <a:srgbClr val="C00000"/>
                </a:solidFill>
                <a:latin typeface="Calibri"/>
                <a:cs typeface="Calibri"/>
              </a:rPr>
              <a:t>scheduling</a:t>
            </a:r>
            <a:r>
              <a:rPr lang="en-US" sz="1200" spc="400" dirty="0">
                <a:solidFill>
                  <a:srgbClr val="C00000"/>
                </a:solidFill>
                <a:latin typeface="Calibri"/>
                <a:cs typeface="Calibri"/>
              </a:rPr>
              <a:t>  </a:t>
            </a:r>
            <a:r>
              <a:rPr lang="en-US" sz="1200" spc="-25" dirty="0">
                <a:solidFill>
                  <a:srgbClr val="C00000"/>
                </a:solidFill>
                <a:latin typeface="Calibri"/>
                <a:cs typeface="Calibri"/>
              </a:rPr>
              <a:t>and </a:t>
            </a:r>
            <a:r>
              <a:rPr lang="en-US" sz="1200" dirty="0">
                <a:solidFill>
                  <a:srgbClr val="C00000"/>
                </a:solidFill>
                <a:latin typeface="Calibri"/>
                <a:cs typeface="Calibri"/>
              </a:rPr>
              <a:t>controlling</a:t>
            </a:r>
            <a:r>
              <a:rPr lang="en-US" sz="1200" spc="850" dirty="0">
                <a:solidFill>
                  <a:srgbClr val="C00000"/>
                </a:solidFill>
                <a:latin typeface="Calibri"/>
                <a:cs typeface="Calibri"/>
              </a:rPr>
              <a:t> </a:t>
            </a:r>
            <a:r>
              <a:rPr lang="en-US" sz="1200" dirty="0">
                <a:solidFill>
                  <a:srgbClr val="C00000"/>
                </a:solidFill>
                <a:latin typeface="Calibri"/>
                <a:cs typeface="Calibri"/>
              </a:rPr>
              <a:t>time,</a:t>
            </a:r>
            <a:r>
              <a:rPr lang="en-US" sz="1200" spc="844" dirty="0">
                <a:solidFill>
                  <a:srgbClr val="C00000"/>
                </a:solidFill>
                <a:latin typeface="Calibri"/>
                <a:cs typeface="Calibri"/>
              </a:rPr>
              <a:t> </a:t>
            </a:r>
            <a:r>
              <a:rPr lang="en-US" sz="1200" dirty="0">
                <a:solidFill>
                  <a:srgbClr val="C00000"/>
                </a:solidFill>
                <a:latin typeface="Calibri"/>
                <a:cs typeface="Calibri"/>
              </a:rPr>
              <a:t>cost</a:t>
            </a:r>
            <a:r>
              <a:rPr lang="en-US" sz="1200" spc="840" dirty="0">
                <a:solidFill>
                  <a:srgbClr val="C00000"/>
                </a:solidFill>
                <a:latin typeface="Calibri"/>
                <a:cs typeface="Calibri"/>
              </a:rPr>
              <a:t> </a:t>
            </a:r>
            <a:r>
              <a:rPr lang="en-US" sz="1200" dirty="0">
                <a:solidFill>
                  <a:srgbClr val="C00000"/>
                </a:solidFill>
                <a:latin typeface="Calibri"/>
                <a:cs typeface="Calibri"/>
              </a:rPr>
              <a:t>and</a:t>
            </a:r>
            <a:r>
              <a:rPr lang="en-US" sz="1200" spc="844" dirty="0">
                <a:solidFill>
                  <a:srgbClr val="C00000"/>
                </a:solidFill>
                <a:latin typeface="Calibri"/>
                <a:cs typeface="Calibri"/>
              </a:rPr>
              <a:t> </a:t>
            </a:r>
            <a:r>
              <a:rPr lang="en-US" sz="1200" dirty="0">
                <a:solidFill>
                  <a:srgbClr val="C00000"/>
                </a:solidFill>
                <a:latin typeface="Calibri"/>
                <a:cs typeface="Calibri"/>
              </a:rPr>
              <a:t>other</a:t>
            </a:r>
            <a:r>
              <a:rPr lang="en-US" sz="1200" spc="844" dirty="0">
                <a:solidFill>
                  <a:srgbClr val="C00000"/>
                </a:solidFill>
                <a:latin typeface="Calibri"/>
                <a:cs typeface="Calibri"/>
              </a:rPr>
              <a:t> </a:t>
            </a:r>
            <a:r>
              <a:rPr lang="en-US" sz="1200" dirty="0">
                <a:solidFill>
                  <a:srgbClr val="C00000"/>
                </a:solidFill>
                <a:latin typeface="Calibri"/>
                <a:cs typeface="Calibri"/>
              </a:rPr>
              <a:t>resources</a:t>
            </a:r>
            <a:r>
              <a:rPr lang="en-US" sz="1200" spc="840" dirty="0">
                <a:solidFill>
                  <a:srgbClr val="C00000"/>
                </a:solidFill>
                <a:latin typeface="Calibri"/>
                <a:cs typeface="Calibri"/>
              </a:rPr>
              <a:t> </a:t>
            </a:r>
            <a:r>
              <a:rPr lang="en-US" sz="1200" dirty="0">
                <a:solidFill>
                  <a:srgbClr val="C00000"/>
                </a:solidFill>
                <a:latin typeface="Calibri"/>
                <a:cs typeface="Calibri"/>
              </a:rPr>
              <a:t>of</a:t>
            </a:r>
            <a:r>
              <a:rPr lang="en-US" sz="1200" spc="855" dirty="0">
                <a:solidFill>
                  <a:srgbClr val="C00000"/>
                </a:solidFill>
                <a:latin typeface="Calibri"/>
                <a:cs typeface="Calibri"/>
              </a:rPr>
              <a:t> </a:t>
            </a:r>
            <a:r>
              <a:rPr lang="en-US" sz="1200" spc="-50" dirty="0">
                <a:solidFill>
                  <a:srgbClr val="C00000"/>
                </a:solidFill>
                <a:latin typeface="Calibri"/>
                <a:cs typeface="Calibri"/>
              </a:rPr>
              <a:t>a </a:t>
            </a:r>
            <a:r>
              <a:rPr lang="en-US" sz="1200" spc="-10" dirty="0">
                <a:solidFill>
                  <a:srgbClr val="C00000"/>
                </a:solidFill>
                <a:latin typeface="Calibri"/>
                <a:cs typeface="Calibri"/>
              </a:rPr>
              <a:t>project).</a:t>
            </a:r>
            <a:endParaRPr lang="en-US" sz="1200" dirty="0">
              <a:latin typeface="Calibri"/>
              <a:cs typeface="Calibri"/>
            </a:endParaRPr>
          </a:p>
          <a:p>
            <a:endParaRPr lang="en-US" dirty="0"/>
          </a:p>
          <a:p>
            <a:r>
              <a:rPr lang="en-US" dirty="0"/>
              <a:t>The objectives of a project management course typically include:</a:t>
            </a:r>
          </a:p>
          <a:p>
            <a:pPr>
              <a:buFont typeface="+mj-lt"/>
              <a:buAutoNum type="arabicPeriod"/>
            </a:pPr>
            <a:r>
              <a:rPr lang="en-US" b="1" dirty="0"/>
              <a:t>Understanding Project Management Fundamentals</a:t>
            </a:r>
            <a:r>
              <a:rPr lang="en-US" dirty="0"/>
              <a:t>: Learn the key concepts, terminology, and processes involved in managing projects effectively.</a:t>
            </a:r>
          </a:p>
          <a:p>
            <a:pPr>
              <a:buFont typeface="+mj-lt"/>
              <a:buAutoNum type="arabicPeriod"/>
            </a:pPr>
            <a:r>
              <a:rPr lang="en-US" b="1" dirty="0"/>
              <a:t>Project Planning</a:t>
            </a:r>
            <a:r>
              <a:rPr lang="en-US" dirty="0"/>
              <a:t>: Develop skills in creating project plans, including defining scope, objectives, and deliverables.</a:t>
            </a:r>
          </a:p>
          <a:p>
            <a:pPr>
              <a:buFont typeface="+mj-lt"/>
              <a:buAutoNum type="arabicPeriod"/>
            </a:pPr>
            <a:r>
              <a:rPr lang="en-US" b="1" dirty="0"/>
              <a:t>Resource Management</a:t>
            </a:r>
            <a:r>
              <a:rPr lang="en-US" dirty="0"/>
              <a:t>: Learn how to allocate and manage resources (human, financial, and material) efficiently.</a:t>
            </a:r>
          </a:p>
          <a:p>
            <a:pPr>
              <a:buFont typeface="+mj-lt"/>
              <a:buAutoNum type="arabicPeriod"/>
            </a:pPr>
            <a:r>
              <a:rPr lang="en-US" b="1" dirty="0"/>
              <a:t>Risk Management</a:t>
            </a:r>
            <a:r>
              <a:rPr lang="en-US" dirty="0"/>
              <a:t>: Identify potential risks and develop strategies to mitigate them throughout the project lifecycle.</a:t>
            </a:r>
          </a:p>
          <a:p>
            <a:pPr>
              <a:buFont typeface="+mj-lt"/>
              <a:buAutoNum type="arabicPeriod"/>
            </a:pPr>
            <a:r>
              <a:rPr lang="en-US" b="1" dirty="0"/>
              <a:t>Time Management</a:t>
            </a:r>
            <a:r>
              <a:rPr lang="en-US" dirty="0"/>
              <a:t>: Master techniques for scheduling tasks and managing timelines to ensure project completion on time.</a:t>
            </a:r>
          </a:p>
          <a:p>
            <a:pPr>
              <a:buFont typeface="+mj-lt"/>
              <a:buAutoNum type="arabicPeriod"/>
            </a:pPr>
            <a:r>
              <a:rPr lang="en-US" b="1" dirty="0"/>
              <a:t>Communication Skills</a:t>
            </a:r>
            <a:r>
              <a:rPr lang="en-US" dirty="0"/>
              <a:t>: Enhance communication and interpersonal skills to effectively lead teams and engage stakeholders.</a:t>
            </a:r>
          </a:p>
          <a:p>
            <a:pPr>
              <a:buFont typeface="+mj-lt"/>
              <a:buAutoNum type="arabicPeriod"/>
            </a:pPr>
            <a:r>
              <a:rPr lang="en-US" b="1" dirty="0"/>
              <a:t>Quality Management</a:t>
            </a:r>
            <a:r>
              <a:rPr lang="en-US" dirty="0"/>
              <a:t>: Understand how to maintain quality standards and ensure project deliverables meet expectations.</a:t>
            </a:r>
          </a:p>
          <a:p>
            <a:pPr>
              <a:buFont typeface="+mj-lt"/>
              <a:buAutoNum type="arabicPeriod"/>
            </a:pPr>
            <a:r>
              <a:rPr lang="en-US" b="1" dirty="0"/>
              <a:t>Use of Project Management Tools</a:t>
            </a:r>
            <a:r>
              <a:rPr lang="en-US" dirty="0"/>
              <a:t>: Familiarize with software and tools that aid in project planning, monitoring, and reporting.</a:t>
            </a:r>
          </a:p>
          <a:p>
            <a:pPr>
              <a:buFont typeface="+mj-lt"/>
              <a:buAutoNum type="arabicPeriod"/>
            </a:pPr>
            <a:r>
              <a:rPr lang="en-US" b="1" dirty="0"/>
              <a:t>Leadership and Team Dynamics</a:t>
            </a:r>
            <a:r>
              <a:rPr lang="en-US" dirty="0"/>
              <a:t>: Learn about team building, conflict resolution, and leading diverse teams.</a:t>
            </a:r>
          </a:p>
          <a:p>
            <a:pPr>
              <a:buFont typeface="+mj-lt"/>
              <a:buAutoNum type="arabicPeriod"/>
            </a:pPr>
            <a:r>
              <a:rPr lang="en-US" b="1" dirty="0"/>
              <a:t>Evaluation and Closure</a:t>
            </a:r>
            <a:r>
              <a:rPr lang="en-US" dirty="0"/>
              <a:t>: Understand the processes for project evaluation, reporting outcomes, and closing projects effectively.</a:t>
            </a:r>
          </a:p>
          <a:p>
            <a:r>
              <a:rPr lang="en-US" dirty="0"/>
              <a:t>These objectives aim to equip learners w</a:t>
            </a:r>
          </a:p>
          <a:p>
            <a:endParaRPr lang="en-US" dirty="0"/>
          </a:p>
        </p:txBody>
      </p:sp>
      <p:sp>
        <p:nvSpPr>
          <p:cNvPr id="4" name="Slide Number Placeholder 3"/>
          <p:cNvSpPr>
            <a:spLocks noGrp="1"/>
          </p:cNvSpPr>
          <p:nvPr>
            <p:ph type="sldNum" sz="quarter" idx="5"/>
          </p:nvPr>
        </p:nvSpPr>
        <p:spPr/>
        <p:txBody>
          <a:bodyPr/>
          <a:lstStyle/>
          <a:p>
            <a:fld id="{F4A42F38-453B-46B4-ACB9-8A9CF666B571}" type="slidenum">
              <a:rPr lang="en-US" smtClean="0"/>
              <a:t>6</a:t>
            </a:fld>
            <a:endParaRPr lang="en-US"/>
          </a:p>
        </p:txBody>
      </p:sp>
    </p:spTree>
    <p:extLst>
      <p:ext uri="{BB962C8B-B14F-4D97-AF65-F5344CB8AC3E}">
        <p14:creationId xmlns:p14="http://schemas.microsoft.com/office/powerpoint/2010/main" val="7229498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73239"/>
                </a:solidFill>
                <a:effectLst/>
                <a:latin typeface="Nunito" panose="020B0604020202020204" pitchFamily="2" charset="0"/>
              </a:rPr>
              <a:t>A project is a combination of interrelated activities to achieve a specific objective within a schedule, budget, and quality. It involves the coordination of group activity, wherein the manager plans, organizes, staffs directs, and controls to achieve an objective, with constraints on time, cost, and performance of the end product. </a:t>
            </a:r>
            <a:r>
              <a:rPr lang="en-US" b="0" i="0" u="sng" dirty="0">
                <a:solidFill>
                  <a:srgbClr val="357960"/>
                </a:solidFill>
                <a:effectLst/>
                <a:latin typeface="Nunito" panose="020B0604020202020204" pitchFamily="2" charset="0"/>
                <a:hlinkClick r:id="rId3"/>
              </a:rPr>
              <a:t>Project management</a:t>
            </a:r>
            <a:r>
              <a:rPr lang="en-US" b="0" i="0" dirty="0">
                <a:solidFill>
                  <a:srgbClr val="273239"/>
                </a:solidFill>
                <a:effectLst/>
                <a:latin typeface="Nunito" panose="020B0604020202020204" pitchFamily="2" charset="0"/>
              </a:rPr>
              <a:t> is the combination of project and management.</a:t>
            </a:r>
          </a:p>
          <a:p>
            <a:endParaRPr lang="en-US" b="0" i="0" dirty="0">
              <a:solidFill>
                <a:srgbClr val="273239"/>
              </a:solidFill>
              <a:effectLst/>
              <a:latin typeface="Nunito" panose="020B0604020202020204" pitchFamily="2" charset="0"/>
            </a:endParaRPr>
          </a:p>
          <a:p>
            <a:endParaRPr lang="en-US" b="0" i="0" dirty="0">
              <a:solidFill>
                <a:srgbClr val="273239"/>
              </a:solidFill>
              <a:effectLst/>
              <a:latin typeface="Nunito" panose="020B0604020202020204" pitchFamily="2" charset="0"/>
            </a:endParaRPr>
          </a:p>
          <a:p>
            <a:r>
              <a:rPr lang="en-US" b="0" i="0" u="sng" dirty="0">
                <a:solidFill>
                  <a:srgbClr val="357960"/>
                </a:solidFill>
                <a:effectLst/>
                <a:latin typeface="Nunito" pitchFamily="2" charset="0"/>
                <a:hlinkClick r:id="rId4"/>
              </a:rPr>
              <a:t>Planning</a:t>
            </a:r>
            <a:r>
              <a:rPr lang="en-US" b="0" i="0" dirty="0">
                <a:solidFill>
                  <a:srgbClr val="273239"/>
                </a:solidFill>
                <a:effectLst/>
                <a:latin typeface="Nunito" pitchFamily="2" charset="0"/>
              </a:rPr>
              <a:t> is the strong key to making the project more effective and utilization of resources to achieve the goal. In this, we will focus on characteristics of the project like how objectives are important for achieving the goal, the total time duration of the project, calculated risk, and uncertainty of the project, the total estimated cost of the project, etc. are essential characteristics of the project and will discuss some other characteristics of the project like team spirit, require funds, directions, uniqueness, flexibility, and subcontracting, etc. Let's discuss it one by one.  </a:t>
            </a:r>
            <a:endParaRPr lang="en-US" dirty="0"/>
          </a:p>
        </p:txBody>
      </p:sp>
      <p:sp>
        <p:nvSpPr>
          <p:cNvPr id="4" name="Slide Number Placeholder 3"/>
          <p:cNvSpPr>
            <a:spLocks noGrp="1"/>
          </p:cNvSpPr>
          <p:nvPr>
            <p:ph type="sldNum" sz="quarter" idx="5"/>
          </p:nvPr>
        </p:nvSpPr>
        <p:spPr/>
        <p:txBody>
          <a:bodyPr/>
          <a:lstStyle/>
          <a:p>
            <a:fld id="{F4A42F38-453B-46B4-ACB9-8A9CF666B571}" type="slidenum">
              <a:rPr lang="en-US" smtClean="0"/>
              <a:t>9</a:t>
            </a:fld>
            <a:endParaRPr lang="en-US"/>
          </a:p>
        </p:txBody>
      </p:sp>
    </p:spTree>
    <p:extLst>
      <p:ext uri="{BB962C8B-B14F-4D97-AF65-F5344CB8AC3E}">
        <p14:creationId xmlns:p14="http://schemas.microsoft.com/office/powerpoint/2010/main" val="22614908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an organization that was established in 1969 as a global project management association. It offers certifications like CAPM (Certified Associate in Project Management) for entry-level project managers and PMP (Project Management Professional) for project team members.</a:t>
            </a:r>
          </a:p>
        </p:txBody>
      </p:sp>
      <p:sp>
        <p:nvSpPr>
          <p:cNvPr id="4" name="Slide Number Placeholder 3"/>
          <p:cNvSpPr>
            <a:spLocks noGrp="1"/>
          </p:cNvSpPr>
          <p:nvPr>
            <p:ph type="sldNum" sz="quarter" idx="5"/>
          </p:nvPr>
        </p:nvSpPr>
        <p:spPr/>
        <p:txBody>
          <a:bodyPr/>
          <a:lstStyle/>
          <a:p>
            <a:fld id="{F4A42F38-453B-46B4-ACB9-8A9CF666B571}" type="slidenum">
              <a:rPr lang="en-US" smtClean="0"/>
              <a:t>10</a:t>
            </a:fld>
            <a:endParaRPr lang="en-US"/>
          </a:p>
        </p:txBody>
      </p:sp>
    </p:spTree>
    <p:extLst>
      <p:ext uri="{BB962C8B-B14F-4D97-AF65-F5344CB8AC3E}">
        <p14:creationId xmlns:p14="http://schemas.microsoft.com/office/powerpoint/2010/main" val="11406516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05130" indent="-304165">
              <a:lnSpc>
                <a:spcPct val="100000"/>
              </a:lnSpc>
              <a:spcBef>
                <a:spcPts val="1305"/>
              </a:spcBef>
              <a:buClr>
                <a:srgbClr val="03AC4F"/>
              </a:buClr>
              <a:buChar char="•"/>
              <a:tabLst>
                <a:tab pos="405130" algn="l"/>
                <a:tab pos="3229610" algn="l"/>
              </a:tabLst>
            </a:pPr>
            <a:r>
              <a:rPr lang="en-US" sz="1200" u="heavy" dirty="0">
                <a:solidFill>
                  <a:srgbClr val="00B34D"/>
                </a:solidFill>
                <a:uFill>
                  <a:solidFill>
                    <a:srgbClr val="03AC4F"/>
                  </a:solidFill>
                </a:uFill>
                <a:latin typeface="Arial MT"/>
                <a:cs typeface="Arial MT"/>
              </a:rPr>
              <a:t>Has</a:t>
            </a:r>
            <a:r>
              <a:rPr lang="en-US" sz="1200" spc="114" dirty="0">
                <a:solidFill>
                  <a:srgbClr val="00B34D"/>
                </a:solidFill>
                <a:latin typeface="Arial MT"/>
                <a:cs typeface="Arial MT"/>
              </a:rPr>
              <a:t> </a:t>
            </a:r>
            <a:r>
              <a:rPr lang="en-US" sz="1200" dirty="0">
                <a:latin typeface="Arial MT"/>
                <a:cs typeface="Arial MT"/>
              </a:rPr>
              <a:t>an</a:t>
            </a:r>
            <a:r>
              <a:rPr lang="en-US" sz="1200" spc="40" dirty="0">
                <a:latin typeface="Arial MT"/>
                <a:cs typeface="Arial MT"/>
              </a:rPr>
              <a:t> </a:t>
            </a:r>
            <a:r>
              <a:rPr lang="en-US" sz="1200" spc="-10" dirty="0">
                <a:latin typeface="Arial MT"/>
                <a:cs typeface="Arial MT"/>
              </a:rPr>
              <a:t>established </a:t>
            </a:r>
            <a:r>
              <a:rPr lang="en-US" sz="1200" spc="65" dirty="0">
                <a:solidFill>
                  <a:srgbClr val="0100DD"/>
                </a:solidFill>
                <a:latin typeface="Arial MT"/>
                <a:cs typeface="Arial MT"/>
              </a:rPr>
              <a:t>objective.</a:t>
            </a:r>
            <a:endParaRPr lang="en-US" sz="1200" dirty="0">
              <a:latin typeface="Arial MT"/>
              <a:cs typeface="Arial MT"/>
            </a:endParaRPr>
          </a:p>
          <a:p>
            <a:pPr marL="405130" indent="-304165">
              <a:lnSpc>
                <a:spcPct val="100000"/>
              </a:lnSpc>
              <a:spcBef>
                <a:spcPts val="1270"/>
              </a:spcBef>
              <a:buClr>
                <a:srgbClr val="00AE56"/>
              </a:buClr>
              <a:buChar char="•"/>
              <a:tabLst>
                <a:tab pos="405130" algn="l"/>
              </a:tabLst>
            </a:pPr>
            <a:r>
              <a:rPr lang="en-US" sz="1200" u="heavy" dirty="0">
                <a:solidFill>
                  <a:srgbClr val="00AE54"/>
                </a:solidFill>
                <a:uFill>
                  <a:solidFill>
                    <a:srgbClr val="03A84F"/>
                  </a:solidFill>
                </a:uFill>
                <a:latin typeface="Arial MT"/>
                <a:cs typeface="Arial MT"/>
              </a:rPr>
              <a:t>Has</a:t>
            </a:r>
            <a:r>
              <a:rPr lang="en-US" sz="1200" spc="85" dirty="0">
                <a:solidFill>
                  <a:srgbClr val="00AE54"/>
                </a:solidFill>
                <a:latin typeface="Arial MT"/>
                <a:cs typeface="Arial MT"/>
              </a:rPr>
              <a:t> </a:t>
            </a:r>
            <a:r>
              <a:rPr lang="en-US" sz="1200" dirty="0">
                <a:latin typeface="Arial MT"/>
                <a:cs typeface="Arial MT"/>
              </a:rPr>
              <a:t>a</a:t>
            </a:r>
            <a:r>
              <a:rPr lang="en-US" sz="1200" spc="-5" dirty="0">
                <a:latin typeface="Arial MT"/>
                <a:cs typeface="Arial MT"/>
              </a:rPr>
              <a:t> </a:t>
            </a:r>
            <a:r>
              <a:rPr lang="en-US" sz="1200" dirty="0">
                <a:latin typeface="Arial MT"/>
                <a:cs typeface="Arial MT"/>
              </a:rPr>
              <a:t>defined</a:t>
            </a:r>
            <a:r>
              <a:rPr lang="en-US" sz="1200" spc="150" dirty="0">
                <a:latin typeface="Arial MT"/>
                <a:cs typeface="Arial MT"/>
              </a:rPr>
              <a:t> </a:t>
            </a:r>
            <a:r>
              <a:rPr lang="en-US" sz="1200" spc="80" dirty="0">
                <a:solidFill>
                  <a:srgbClr val="0000D1"/>
                </a:solidFill>
                <a:latin typeface="Arial MT"/>
                <a:cs typeface="Arial MT"/>
              </a:rPr>
              <a:t>lifespan</a:t>
            </a:r>
            <a:r>
              <a:rPr lang="en-US" sz="1200" spc="110" dirty="0">
                <a:solidFill>
                  <a:srgbClr val="0000D1"/>
                </a:solidFill>
                <a:latin typeface="Arial MT"/>
                <a:cs typeface="Arial MT"/>
              </a:rPr>
              <a:t> </a:t>
            </a:r>
            <a:r>
              <a:rPr lang="en-US" sz="1200" u="heavy" spc="114" dirty="0">
                <a:solidFill>
                  <a:srgbClr val="00AE52"/>
                </a:solidFill>
                <a:uFill>
                  <a:solidFill>
                    <a:srgbClr val="03A84F"/>
                  </a:solidFill>
                </a:uFill>
                <a:latin typeface="Arial MT"/>
                <a:cs typeface="Arial MT"/>
              </a:rPr>
              <a:t>with</a:t>
            </a:r>
            <a:r>
              <a:rPr lang="en-US" sz="1200" spc="15" dirty="0">
                <a:solidFill>
                  <a:srgbClr val="00AE52"/>
                </a:solidFill>
                <a:latin typeface="Arial MT"/>
                <a:cs typeface="Arial MT"/>
              </a:rPr>
              <a:t> </a:t>
            </a:r>
            <a:r>
              <a:rPr lang="en-US" sz="1200" dirty="0">
                <a:latin typeface="Arial MT"/>
                <a:cs typeface="Arial MT"/>
              </a:rPr>
              <a:t>a</a:t>
            </a:r>
            <a:r>
              <a:rPr lang="en-US" sz="1200" spc="-10" dirty="0">
                <a:latin typeface="Arial MT"/>
                <a:cs typeface="Arial MT"/>
              </a:rPr>
              <a:t> </a:t>
            </a:r>
            <a:r>
              <a:rPr lang="en-US" sz="1200" spc="100" dirty="0">
                <a:solidFill>
                  <a:srgbClr val="0001C8"/>
                </a:solidFill>
                <a:latin typeface="Arial MT"/>
                <a:cs typeface="Arial MT"/>
              </a:rPr>
              <a:t>beginning</a:t>
            </a:r>
            <a:r>
              <a:rPr lang="en-US" sz="1200" spc="95" dirty="0">
                <a:solidFill>
                  <a:srgbClr val="0001C8"/>
                </a:solidFill>
                <a:latin typeface="Arial MT"/>
                <a:cs typeface="Arial MT"/>
              </a:rPr>
              <a:t> </a:t>
            </a:r>
            <a:r>
              <a:rPr lang="en-US" sz="1200" u="heavy" spc="50" dirty="0">
                <a:solidFill>
                  <a:srgbClr val="00B14F"/>
                </a:solidFill>
                <a:uFill>
                  <a:solidFill>
                    <a:srgbClr val="03A84F"/>
                  </a:solidFill>
                </a:uFill>
                <a:latin typeface="Arial MT"/>
                <a:cs typeface="Arial MT"/>
              </a:rPr>
              <a:t>and</a:t>
            </a:r>
            <a:r>
              <a:rPr lang="en-US" sz="1200" spc="60" dirty="0">
                <a:solidFill>
                  <a:srgbClr val="00B14F"/>
                </a:solidFill>
                <a:latin typeface="Arial MT"/>
                <a:cs typeface="Arial MT"/>
              </a:rPr>
              <a:t> </a:t>
            </a:r>
            <a:r>
              <a:rPr lang="en-US" sz="1200" dirty="0">
                <a:latin typeface="Arial MT"/>
                <a:cs typeface="Arial MT"/>
              </a:rPr>
              <a:t>an</a:t>
            </a:r>
            <a:r>
              <a:rPr lang="en-US" sz="1200" spc="25" dirty="0">
                <a:latin typeface="Arial MT"/>
                <a:cs typeface="Arial MT"/>
              </a:rPr>
              <a:t> </a:t>
            </a:r>
            <a:r>
              <a:rPr lang="en-US" sz="1200" spc="-20" dirty="0">
                <a:latin typeface="Arial MT"/>
                <a:cs typeface="Arial MT"/>
              </a:rPr>
              <a:t>end.</a:t>
            </a:r>
            <a:endParaRPr lang="en-US" sz="1200" dirty="0">
              <a:latin typeface="Arial MT"/>
              <a:cs typeface="Arial MT"/>
            </a:endParaRPr>
          </a:p>
          <a:p>
            <a:pPr marL="398145" indent="-297180">
              <a:lnSpc>
                <a:spcPct val="100000"/>
              </a:lnSpc>
              <a:spcBef>
                <a:spcPts val="1265"/>
              </a:spcBef>
              <a:buClr>
                <a:srgbClr val="01AE52"/>
              </a:buClr>
              <a:buChar char="•"/>
              <a:tabLst>
                <a:tab pos="398145" algn="l"/>
              </a:tabLst>
            </a:pPr>
            <a:r>
              <a:rPr lang="en-US" sz="1200" u="heavy" spc="90" dirty="0">
                <a:solidFill>
                  <a:srgbClr val="03AC54"/>
                </a:solidFill>
                <a:uFill>
                  <a:solidFill>
                    <a:srgbClr val="03A84F"/>
                  </a:solidFill>
                </a:uFill>
                <a:latin typeface="Arial MT"/>
                <a:cs typeface="Arial MT"/>
              </a:rPr>
              <a:t>Involves</a:t>
            </a:r>
            <a:r>
              <a:rPr lang="en-US" sz="1200" spc="85" dirty="0">
                <a:solidFill>
                  <a:srgbClr val="03AC54"/>
                </a:solidFill>
                <a:latin typeface="Arial MT"/>
                <a:cs typeface="Arial MT"/>
              </a:rPr>
              <a:t> </a:t>
            </a:r>
            <a:r>
              <a:rPr lang="en-US" sz="1200" dirty="0">
                <a:latin typeface="Arial MT"/>
                <a:cs typeface="Arial MT"/>
              </a:rPr>
              <a:t>several</a:t>
            </a:r>
            <a:r>
              <a:rPr lang="en-US" sz="1200" spc="100" dirty="0">
                <a:latin typeface="Arial MT"/>
                <a:cs typeface="Arial MT"/>
              </a:rPr>
              <a:t> </a:t>
            </a:r>
            <a:r>
              <a:rPr lang="en-US" sz="1200" spc="75" dirty="0">
                <a:solidFill>
                  <a:srgbClr val="0000D1"/>
                </a:solidFill>
                <a:latin typeface="Arial MT"/>
                <a:cs typeface="Arial MT"/>
              </a:rPr>
              <a:t>departments</a:t>
            </a:r>
            <a:r>
              <a:rPr lang="en-US" sz="1200" spc="204" dirty="0">
                <a:solidFill>
                  <a:srgbClr val="0000D1"/>
                </a:solidFill>
                <a:latin typeface="Arial MT"/>
                <a:cs typeface="Arial MT"/>
              </a:rPr>
              <a:t> </a:t>
            </a:r>
            <a:r>
              <a:rPr lang="en-US" sz="1200" dirty="0">
                <a:latin typeface="Arial MT"/>
                <a:cs typeface="Arial MT"/>
              </a:rPr>
              <a:t>and</a:t>
            </a:r>
            <a:r>
              <a:rPr lang="en-US" sz="1200" spc="30" dirty="0">
                <a:latin typeface="Arial MT"/>
                <a:cs typeface="Arial MT"/>
              </a:rPr>
              <a:t> </a:t>
            </a:r>
            <a:r>
              <a:rPr lang="en-US" sz="1200" spc="95" dirty="0">
                <a:solidFill>
                  <a:srgbClr val="0100C6"/>
                </a:solidFill>
                <a:latin typeface="Arial MT"/>
                <a:cs typeface="Arial MT"/>
              </a:rPr>
              <a:t>professionals.</a:t>
            </a:r>
            <a:endParaRPr lang="en-US" sz="1200" dirty="0">
              <a:latin typeface="Arial MT"/>
              <a:cs typeface="Arial MT"/>
            </a:endParaRPr>
          </a:p>
          <a:p>
            <a:pPr marL="404495" indent="-306705">
              <a:lnSpc>
                <a:spcPct val="100000"/>
              </a:lnSpc>
              <a:spcBef>
                <a:spcPts val="1270"/>
              </a:spcBef>
              <a:buChar char="•"/>
              <a:tabLst>
                <a:tab pos="404495" algn="l"/>
              </a:tabLst>
            </a:pPr>
            <a:r>
              <a:rPr lang="en-US" sz="1200" dirty="0">
                <a:latin typeface="Arial MT"/>
                <a:cs typeface="Arial MT"/>
              </a:rPr>
              <a:t>Involves</a:t>
            </a:r>
            <a:r>
              <a:rPr lang="en-US" sz="1200" spc="130" dirty="0">
                <a:latin typeface="Arial MT"/>
                <a:cs typeface="Arial MT"/>
              </a:rPr>
              <a:t> </a:t>
            </a:r>
            <a:r>
              <a:rPr lang="en-US" sz="1200" u="heavy" spc="105" dirty="0" err="1">
                <a:solidFill>
                  <a:srgbClr val="00AF4F"/>
                </a:solidFill>
                <a:uFill>
                  <a:solidFill>
                    <a:srgbClr val="03AC4F"/>
                  </a:solidFill>
                </a:uFill>
                <a:latin typeface="Arial MT"/>
                <a:cs typeface="Arial MT"/>
              </a:rPr>
              <a:t>doinq</a:t>
            </a:r>
            <a:r>
              <a:rPr lang="en-US" sz="1200" spc="35" dirty="0">
                <a:solidFill>
                  <a:srgbClr val="00AF4F"/>
                </a:solidFill>
                <a:latin typeface="Arial MT"/>
                <a:cs typeface="Arial MT"/>
              </a:rPr>
              <a:t> </a:t>
            </a:r>
            <a:r>
              <a:rPr lang="en-US" sz="1200" spc="95" dirty="0">
                <a:solidFill>
                  <a:srgbClr val="0001C8"/>
                </a:solidFill>
                <a:latin typeface="Arial MT"/>
                <a:cs typeface="Arial MT"/>
              </a:rPr>
              <a:t>something</a:t>
            </a:r>
            <a:r>
              <a:rPr lang="en-US" sz="1200" spc="140" dirty="0">
                <a:solidFill>
                  <a:srgbClr val="0001C8"/>
                </a:solidFill>
                <a:latin typeface="Arial MT"/>
                <a:cs typeface="Arial MT"/>
              </a:rPr>
              <a:t> </a:t>
            </a:r>
            <a:r>
              <a:rPr lang="en-US" sz="1200" spc="55" dirty="0">
                <a:solidFill>
                  <a:srgbClr val="0000CF"/>
                </a:solidFill>
                <a:latin typeface="Arial MT"/>
                <a:cs typeface="Arial MT"/>
              </a:rPr>
              <a:t>new</a:t>
            </a:r>
            <a:r>
              <a:rPr lang="en-US" sz="1200" spc="-10" dirty="0">
                <a:solidFill>
                  <a:srgbClr val="0000CF"/>
                </a:solidFill>
                <a:latin typeface="Arial MT"/>
                <a:cs typeface="Arial MT"/>
              </a:rPr>
              <a:t> </a:t>
            </a:r>
            <a:r>
              <a:rPr lang="en-US" sz="1200" dirty="0">
                <a:latin typeface="Arial MT"/>
                <a:cs typeface="Arial MT"/>
              </a:rPr>
              <a:t>(not</a:t>
            </a:r>
            <a:r>
              <a:rPr lang="en-US" sz="1200" spc="10" dirty="0">
                <a:latin typeface="Arial MT"/>
                <a:cs typeface="Arial MT"/>
              </a:rPr>
              <a:t> </a:t>
            </a:r>
            <a:r>
              <a:rPr lang="en-US" sz="1200" dirty="0">
                <a:latin typeface="Arial MT"/>
                <a:cs typeface="Arial MT"/>
              </a:rPr>
              <a:t>done</a:t>
            </a:r>
            <a:r>
              <a:rPr lang="en-US" sz="1200" spc="35" dirty="0">
                <a:latin typeface="Arial MT"/>
                <a:cs typeface="Arial MT"/>
              </a:rPr>
              <a:t> </a:t>
            </a:r>
            <a:r>
              <a:rPr lang="en-US" sz="1200" spc="-10" dirty="0">
                <a:latin typeface="Arial MT"/>
                <a:cs typeface="Arial MT"/>
              </a:rPr>
              <a:t>before).</a:t>
            </a:r>
            <a:endParaRPr lang="en-US" sz="1200" dirty="0">
              <a:latin typeface="Arial MT"/>
              <a:cs typeface="Arial MT"/>
            </a:endParaRPr>
          </a:p>
          <a:p>
            <a:pPr marL="405130" indent="-304165">
              <a:lnSpc>
                <a:spcPct val="100000"/>
              </a:lnSpc>
              <a:spcBef>
                <a:spcPts val="1270"/>
              </a:spcBef>
              <a:buClr>
                <a:srgbClr val="03AE4F"/>
              </a:buClr>
              <a:buChar char="•"/>
              <a:tabLst>
                <a:tab pos="405130" algn="l"/>
              </a:tabLst>
            </a:pPr>
            <a:r>
              <a:rPr lang="en-US" sz="1200" u="heavy" dirty="0">
                <a:solidFill>
                  <a:srgbClr val="00AE54"/>
                </a:solidFill>
                <a:uFill>
                  <a:solidFill>
                    <a:srgbClr val="08A84F"/>
                  </a:solidFill>
                </a:uFill>
                <a:latin typeface="Arial MT"/>
                <a:cs typeface="Arial MT"/>
              </a:rPr>
              <a:t>Has</a:t>
            </a:r>
            <a:r>
              <a:rPr lang="en-US" sz="1200" spc="110" dirty="0">
                <a:solidFill>
                  <a:srgbClr val="00AE54"/>
                </a:solidFill>
                <a:latin typeface="Arial MT"/>
                <a:cs typeface="Arial MT"/>
              </a:rPr>
              <a:t> </a:t>
            </a:r>
            <a:r>
              <a:rPr lang="en-US" sz="1200" spc="90" dirty="0">
                <a:latin typeface="Arial MT"/>
                <a:cs typeface="Arial MT"/>
              </a:rPr>
              <a:t>specific</a:t>
            </a:r>
            <a:r>
              <a:rPr lang="en-US" sz="1200" spc="210" dirty="0">
                <a:latin typeface="Arial MT"/>
                <a:cs typeface="Arial MT"/>
              </a:rPr>
              <a:t> </a:t>
            </a:r>
            <a:r>
              <a:rPr lang="en-US" sz="1200" spc="80" dirty="0">
                <a:solidFill>
                  <a:srgbClr val="0101C1"/>
                </a:solidFill>
                <a:latin typeface="Arial MT"/>
                <a:cs typeface="Arial MT"/>
              </a:rPr>
              <a:t>time,</a:t>
            </a:r>
            <a:r>
              <a:rPr lang="en-US" sz="1200" dirty="0">
                <a:solidFill>
                  <a:srgbClr val="0101C1"/>
                </a:solidFill>
                <a:latin typeface="Arial MT"/>
                <a:cs typeface="Arial MT"/>
              </a:rPr>
              <a:t> </a:t>
            </a:r>
            <a:r>
              <a:rPr lang="en-US" sz="1200" spc="100" dirty="0">
                <a:solidFill>
                  <a:srgbClr val="0100CA"/>
                </a:solidFill>
                <a:latin typeface="Arial MT"/>
                <a:cs typeface="Arial MT"/>
              </a:rPr>
              <a:t>cost,</a:t>
            </a:r>
            <a:r>
              <a:rPr lang="en-US" sz="1200" spc="25" dirty="0">
                <a:solidFill>
                  <a:srgbClr val="0100CA"/>
                </a:solidFill>
                <a:latin typeface="Arial MT"/>
                <a:cs typeface="Arial MT"/>
              </a:rPr>
              <a:t> </a:t>
            </a:r>
            <a:r>
              <a:rPr lang="en-US" sz="1200" dirty="0">
                <a:latin typeface="Arial MT"/>
                <a:cs typeface="Arial MT"/>
              </a:rPr>
              <a:t>and</a:t>
            </a:r>
            <a:r>
              <a:rPr lang="en-US" sz="1200" spc="95" dirty="0">
                <a:latin typeface="Arial MT"/>
                <a:cs typeface="Arial MT"/>
              </a:rPr>
              <a:t> </a:t>
            </a:r>
            <a:r>
              <a:rPr lang="en-US" sz="1200" spc="70" dirty="0">
                <a:solidFill>
                  <a:srgbClr val="0001D3"/>
                </a:solidFill>
                <a:latin typeface="Arial MT"/>
                <a:cs typeface="Arial MT"/>
              </a:rPr>
              <a:t>performance</a:t>
            </a:r>
            <a:r>
              <a:rPr lang="en-US" sz="1200" spc="254" dirty="0">
                <a:solidFill>
                  <a:srgbClr val="0001D3"/>
                </a:solidFill>
                <a:latin typeface="Arial MT"/>
                <a:cs typeface="Arial MT"/>
              </a:rPr>
              <a:t> </a:t>
            </a:r>
            <a:r>
              <a:rPr lang="en-US" sz="1200" spc="-10" dirty="0">
                <a:latin typeface="Arial MT"/>
                <a:cs typeface="Arial MT"/>
              </a:rPr>
              <a:t>requirements.</a:t>
            </a:r>
            <a:endParaRPr lang="en-US" sz="1200" dirty="0">
              <a:latin typeface="Arial MT"/>
              <a:cs typeface="Arial MT"/>
            </a:endParaRPr>
          </a:p>
          <a:p>
            <a:pPr algn="l" fontAlgn="base"/>
            <a:endParaRPr lang="en-US" b="1" i="0" dirty="0">
              <a:solidFill>
                <a:srgbClr val="273239"/>
              </a:solidFill>
              <a:effectLst/>
              <a:latin typeface="Nunito" pitchFamily="2" charset="0"/>
            </a:endParaRPr>
          </a:p>
          <a:p>
            <a:pPr algn="l" fontAlgn="base"/>
            <a:endParaRPr lang="en-US" b="1" i="0" dirty="0">
              <a:solidFill>
                <a:srgbClr val="273239"/>
              </a:solidFill>
              <a:effectLst/>
              <a:latin typeface="Nunito" pitchFamily="2" charset="0"/>
            </a:endParaRPr>
          </a:p>
          <a:p>
            <a:pPr marL="526415" indent="-513715">
              <a:lnSpc>
                <a:spcPct val="100000"/>
              </a:lnSpc>
              <a:spcBef>
                <a:spcPts val="675"/>
              </a:spcBef>
              <a:buAutoNum type="arabicPeriod"/>
              <a:tabLst>
                <a:tab pos="526415" algn="l"/>
              </a:tabLst>
            </a:pPr>
            <a:r>
              <a:rPr lang="en-US" sz="1200" dirty="0"/>
              <a:t>A</a:t>
            </a:r>
            <a:r>
              <a:rPr lang="en-US" sz="1200" spc="-30" dirty="0"/>
              <a:t> </a:t>
            </a:r>
            <a:r>
              <a:rPr lang="en-US" sz="1200" dirty="0"/>
              <a:t>clear</a:t>
            </a:r>
            <a:r>
              <a:rPr lang="en-US" sz="1200" spc="-45" dirty="0"/>
              <a:t> </a:t>
            </a:r>
            <a:r>
              <a:rPr lang="en-US" sz="1200" dirty="0"/>
              <a:t>and</a:t>
            </a:r>
            <a:r>
              <a:rPr lang="en-US" sz="1200" spc="-35" dirty="0"/>
              <a:t> </a:t>
            </a:r>
            <a:r>
              <a:rPr lang="en-US" sz="1200" dirty="0"/>
              <a:t>defined</a:t>
            </a:r>
            <a:r>
              <a:rPr lang="en-US" sz="1200" spc="-35" dirty="0"/>
              <a:t> </a:t>
            </a:r>
            <a:r>
              <a:rPr lang="en-US" sz="1200" spc="-10" dirty="0"/>
              <a:t>objective.</a:t>
            </a:r>
            <a:endParaRPr lang="en-US" sz="1200" dirty="0"/>
          </a:p>
          <a:p>
            <a:pPr marL="526415" indent="-513715">
              <a:lnSpc>
                <a:spcPct val="100000"/>
              </a:lnSpc>
              <a:spcBef>
                <a:spcPts val="575"/>
              </a:spcBef>
              <a:buAutoNum type="arabicPeriod"/>
              <a:tabLst>
                <a:tab pos="526415" algn="l"/>
              </a:tabLst>
            </a:pPr>
            <a:r>
              <a:rPr lang="en-US" sz="1200" dirty="0">
                <a:solidFill>
                  <a:srgbClr val="C00000"/>
                </a:solidFill>
              </a:rPr>
              <a:t>A</a:t>
            </a:r>
            <a:r>
              <a:rPr lang="en-US" sz="1200" spc="-45" dirty="0">
                <a:solidFill>
                  <a:srgbClr val="C00000"/>
                </a:solidFill>
              </a:rPr>
              <a:t> </a:t>
            </a:r>
            <a:r>
              <a:rPr lang="en-US" sz="1200" dirty="0">
                <a:solidFill>
                  <a:srgbClr val="C00000"/>
                </a:solidFill>
              </a:rPr>
              <a:t>defined</a:t>
            </a:r>
            <a:r>
              <a:rPr lang="en-US" sz="1200" spc="-50" dirty="0">
                <a:solidFill>
                  <a:srgbClr val="C00000"/>
                </a:solidFill>
              </a:rPr>
              <a:t> </a:t>
            </a:r>
            <a:r>
              <a:rPr lang="en-US" sz="1200" dirty="0">
                <a:solidFill>
                  <a:srgbClr val="C00000"/>
                </a:solidFill>
              </a:rPr>
              <a:t>life</a:t>
            </a:r>
            <a:r>
              <a:rPr lang="en-US" sz="1200" spc="-50" dirty="0">
                <a:solidFill>
                  <a:srgbClr val="C00000"/>
                </a:solidFill>
              </a:rPr>
              <a:t> </a:t>
            </a:r>
            <a:r>
              <a:rPr lang="en-US" sz="1200" dirty="0">
                <a:solidFill>
                  <a:srgbClr val="C00000"/>
                </a:solidFill>
              </a:rPr>
              <a:t>span</a:t>
            </a:r>
            <a:r>
              <a:rPr lang="en-US" sz="1200" spc="-50" dirty="0">
                <a:solidFill>
                  <a:srgbClr val="C00000"/>
                </a:solidFill>
              </a:rPr>
              <a:t> </a:t>
            </a:r>
            <a:r>
              <a:rPr lang="en-US" sz="1200" dirty="0">
                <a:solidFill>
                  <a:srgbClr val="C00000"/>
                </a:solidFill>
              </a:rPr>
              <a:t>with</a:t>
            </a:r>
            <a:r>
              <a:rPr lang="en-US" sz="1200" spc="-50" dirty="0">
                <a:solidFill>
                  <a:srgbClr val="C00000"/>
                </a:solidFill>
              </a:rPr>
              <a:t> </a:t>
            </a:r>
            <a:r>
              <a:rPr lang="en-US" sz="1200" dirty="0">
                <a:solidFill>
                  <a:srgbClr val="C00000"/>
                </a:solidFill>
              </a:rPr>
              <a:t>a</a:t>
            </a:r>
            <a:r>
              <a:rPr lang="en-US" sz="1200" spc="-45" dirty="0">
                <a:solidFill>
                  <a:srgbClr val="C00000"/>
                </a:solidFill>
              </a:rPr>
              <a:t> </a:t>
            </a:r>
            <a:r>
              <a:rPr lang="en-US" sz="1200" dirty="0">
                <a:solidFill>
                  <a:srgbClr val="C00000"/>
                </a:solidFill>
              </a:rPr>
              <a:t>beginning</a:t>
            </a:r>
            <a:r>
              <a:rPr lang="en-US" sz="1200" spc="-45" dirty="0">
                <a:solidFill>
                  <a:srgbClr val="C00000"/>
                </a:solidFill>
              </a:rPr>
              <a:t> </a:t>
            </a:r>
            <a:r>
              <a:rPr lang="en-US" sz="1200" dirty="0">
                <a:solidFill>
                  <a:srgbClr val="C00000"/>
                </a:solidFill>
              </a:rPr>
              <a:t>and</a:t>
            </a:r>
            <a:r>
              <a:rPr lang="en-US" sz="1200" spc="-45" dirty="0">
                <a:solidFill>
                  <a:srgbClr val="C00000"/>
                </a:solidFill>
              </a:rPr>
              <a:t> </a:t>
            </a:r>
            <a:r>
              <a:rPr lang="en-US" sz="1200" dirty="0">
                <a:solidFill>
                  <a:srgbClr val="C00000"/>
                </a:solidFill>
              </a:rPr>
              <a:t>an</a:t>
            </a:r>
            <a:r>
              <a:rPr lang="en-US" sz="1200" spc="-45" dirty="0">
                <a:solidFill>
                  <a:srgbClr val="C00000"/>
                </a:solidFill>
              </a:rPr>
              <a:t> </a:t>
            </a:r>
            <a:r>
              <a:rPr lang="en-US" sz="1200" spc="-20" dirty="0">
                <a:solidFill>
                  <a:srgbClr val="C00000"/>
                </a:solidFill>
              </a:rPr>
              <a:t>end.</a:t>
            </a:r>
            <a:endParaRPr lang="en-US" sz="1200" dirty="0"/>
          </a:p>
          <a:p>
            <a:pPr marL="527050" marR="5715" indent="-514350">
              <a:lnSpc>
                <a:spcPts val="3910"/>
              </a:lnSpc>
              <a:spcBef>
                <a:spcPts val="1050"/>
              </a:spcBef>
              <a:buAutoNum type="arabicPeriod"/>
              <a:tabLst>
                <a:tab pos="527050" algn="l"/>
              </a:tabLst>
            </a:pPr>
            <a:r>
              <a:rPr lang="en-US" sz="1200" spc="-10" dirty="0"/>
              <a:t>Usually,</a:t>
            </a:r>
            <a:r>
              <a:rPr lang="en-US" sz="1200" spc="-50" dirty="0"/>
              <a:t> </a:t>
            </a:r>
            <a:r>
              <a:rPr lang="en-US" sz="1200" dirty="0"/>
              <a:t>the</a:t>
            </a:r>
            <a:r>
              <a:rPr lang="en-US" sz="1200" spc="-45" dirty="0"/>
              <a:t> </a:t>
            </a:r>
            <a:r>
              <a:rPr lang="en-US" sz="1200" dirty="0"/>
              <a:t>involvement</a:t>
            </a:r>
            <a:r>
              <a:rPr lang="en-US" sz="1200" spc="-45" dirty="0"/>
              <a:t> </a:t>
            </a:r>
            <a:r>
              <a:rPr lang="en-US" sz="1200" dirty="0"/>
              <a:t>of</a:t>
            </a:r>
            <a:r>
              <a:rPr lang="en-US" sz="1200" spc="-40" dirty="0"/>
              <a:t> </a:t>
            </a:r>
            <a:r>
              <a:rPr lang="en-US" sz="1200" dirty="0"/>
              <a:t>several</a:t>
            </a:r>
            <a:r>
              <a:rPr lang="en-US" sz="1200" spc="-40" dirty="0"/>
              <a:t> </a:t>
            </a:r>
            <a:r>
              <a:rPr lang="en-US" sz="1200" dirty="0"/>
              <a:t>departments</a:t>
            </a:r>
            <a:r>
              <a:rPr lang="en-US" sz="1200" spc="-40" dirty="0"/>
              <a:t> </a:t>
            </a:r>
            <a:r>
              <a:rPr lang="en-US" sz="1200" spc="-25" dirty="0"/>
              <a:t>and </a:t>
            </a:r>
            <a:r>
              <a:rPr lang="en-US" sz="1200" spc="-10" dirty="0"/>
              <a:t>professionals.</a:t>
            </a:r>
            <a:endParaRPr lang="en-US" sz="1200" dirty="0"/>
          </a:p>
          <a:p>
            <a:pPr marL="527050" marR="5080" indent="-514350">
              <a:lnSpc>
                <a:spcPts val="3890"/>
              </a:lnSpc>
              <a:spcBef>
                <a:spcPts val="1000"/>
              </a:spcBef>
              <a:buAutoNum type="arabicPeriod"/>
              <a:tabLst>
                <a:tab pos="527050" algn="l"/>
              </a:tabLst>
            </a:pPr>
            <a:r>
              <a:rPr lang="en-US" sz="1200" spc="-30" dirty="0">
                <a:solidFill>
                  <a:srgbClr val="C00000"/>
                </a:solidFill>
              </a:rPr>
              <a:t>Typically,</a:t>
            </a:r>
            <a:r>
              <a:rPr lang="en-US" sz="1200" spc="20" dirty="0">
                <a:solidFill>
                  <a:srgbClr val="C00000"/>
                </a:solidFill>
              </a:rPr>
              <a:t> </a:t>
            </a:r>
            <a:r>
              <a:rPr lang="en-US" sz="1200" dirty="0">
                <a:solidFill>
                  <a:srgbClr val="C00000"/>
                </a:solidFill>
              </a:rPr>
              <a:t>doing</a:t>
            </a:r>
            <a:r>
              <a:rPr lang="en-US" sz="1200" spc="30" dirty="0">
                <a:solidFill>
                  <a:srgbClr val="C00000"/>
                </a:solidFill>
              </a:rPr>
              <a:t> </a:t>
            </a:r>
            <a:r>
              <a:rPr lang="en-US" sz="1200" dirty="0">
                <a:solidFill>
                  <a:srgbClr val="C00000"/>
                </a:solidFill>
              </a:rPr>
              <a:t>something</a:t>
            </a:r>
            <a:r>
              <a:rPr lang="en-US" sz="1200" spc="35" dirty="0">
                <a:solidFill>
                  <a:srgbClr val="C00000"/>
                </a:solidFill>
              </a:rPr>
              <a:t> </a:t>
            </a:r>
            <a:r>
              <a:rPr lang="en-US" sz="1200" dirty="0">
                <a:solidFill>
                  <a:srgbClr val="C00000"/>
                </a:solidFill>
              </a:rPr>
              <a:t>that</a:t>
            </a:r>
            <a:r>
              <a:rPr lang="en-US" sz="1200" spc="30" dirty="0">
                <a:solidFill>
                  <a:srgbClr val="C00000"/>
                </a:solidFill>
              </a:rPr>
              <a:t> </a:t>
            </a:r>
            <a:r>
              <a:rPr lang="en-US" sz="1200" dirty="0">
                <a:solidFill>
                  <a:srgbClr val="C00000"/>
                </a:solidFill>
              </a:rPr>
              <a:t>has</a:t>
            </a:r>
            <a:r>
              <a:rPr lang="en-US" sz="1200" spc="30" dirty="0">
                <a:solidFill>
                  <a:srgbClr val="C00000"/>
                </a:solidFill>
              </a:rPr>
              <a:t> </a:t>
            </a:r>
            <a:r>
              <a:rPr lang="en-US" sz="1200" dirty="0">
                <a:solidFill>
                  <a:srgbClr val="C00000"/>
                </a:solidFill>
              </a:rPr>
              <a:t>never</a:t>
            </a:r>
            <a:r>
              <a:rPr lang="en-US" sz="1200" spc="25" dirty="0">
                <a:solidFill>
                  <a:srgbClr val="C00000"/>
                </a:solidFill>
              </a:rPr>
              <a:t> </a:t>
            </a:r>
            <a:r>
              <a:rPr lang="en-US" sz="1200" dirty="0">
                <a:solidFill>
                  <a:srgbClr val="C00000"/>
                </a:solidFill>
              </a:rPr>
              <a:t>been</a:t>
            </a:r>
            <a:r>
              <a:rPr lang="en-US" sz="1200" spc="30" dirty="0">
                <a:solidFill>
                  <a:srgbClr val="C00000"/>
                </a:solidFill>
              </a:rPr>
              <a:t> </a:t>
            </a:r>
            <a:r>
              <a:rPr lang="en-US" sz="1200" spc="-20" dirty="0">
                <a:solidFill>
                  <a:srgbClr val="C00000"/>
                </a:solidFill>
              </a:rPr>
              <a:t>done </a:t>
            </a:r>
            <a:r>
              <a:rPr lang="en-US" sz="1200" spc="-10" dirty="0">
                <a:solidFill>
                  <a:srgbClr val="C00000"/>
                </a:solidFill>
              </a:rPr>
              <a:t>before.</a:t>
            </a:r>
            <a:endParaRPr lang="en-US" sz="1200" dirty="0"/>
          </a:p>
          <a:p>
            <a:pPr marL="526415" indent="-513715">
              <a:lnSpc>
                <a:spcPct val="100000"/>
              </a:lnSpc>
              <a:spcBef>
                <a:spcPts val="520"/>
              </a:spcBef>
              <a:buAutoNum type="arabicPeriod"/>
              <a:tabLst>
                <a:tab pos="526415" algn="l"/>
              </a:tabLst>
            </a:pPr>
            <a:r>
              <a:rPr lang="en-US" sz="1200" dirty="0"/>
              <a:t>Specific</a:t>
            </a:r>
            <a:r>
              <a:rPr lang="en-US" sz="1200" spc="-85" dirty="0"/>
              <a:t> </a:t>
            </a:r>
            <a:r>
              <a:rPr lang="en-US" sz="1200" dirty="0"/>
              <a:t>time,</a:t>
            </a:r>
            <a:r>
              <a:rPr lang="en-US" sz="1200" spc="-75" dirty="0"/>
              <a:t> </a:t>
            </a:r>
            <a:r>
              <a:rPr lang="en-US" sz="1200" dirty="0"/>
              <a:t>cost,</a:t>
            </a:r>
            <a:r>
              <a:rPr lang="en-US" sz="1200" spc="-80" dirty="0"/>
              <a:t> </a:t>
            </a:r>
            <a:r>
              <a:rPr lang="en-US" sz="1200" dirty="0"/>
              <a:t>and</a:t>
            </a:r>
            <a:r>
              <a:rPr lang="en-US" sz="1200" spc="-80" dirty="0"/>
              <a:t> </a:t>
            </a:r>
            <a:r>
              <a:rPr lang="en-US" sz="1200" dirty="0"/>
              <a:t>performance</a:t>
            </a:r>
            <a:r>
              <a:rPr lang="en-US" sz="1200" spc="-85" dirty="0"/>
              <a:t> </a:t>
            </a:r>
            <a:r>
              <a:rPr lang="en-US" sz="1200" spc="-10" dirty="0"/>
              <a:t>requirements.</a:t>
            </a:r>
            <a:endParaRPr lang="en-US" sz="1200" dirty="0"/>
          </a:p>
          <a:p>
            <a:pPr algn="l" fontAlgn="base"/>
            <a:endParaRPr lang="en-US" b="1" i="0" dirty="0">
              <a:solidFill>
                <a:srgbClr val="273239"/>
              </a:solidFill>
              <a:effectLst/>
              <a:latin typeface="Nunito" pitchFamily="2" charset="0"/>
            </a:endParaRPr>
          </a:p>
          <a:p>
            <a:pPr algn="l" fontAlgn="base"/>
            <a:r>
              <a:rPr lang="en-US" b="1" i="0" dirty="0">
                <a:solidFill>
                  <a:srgbClr val="273239"/>
                </a:solidFill>
                <a:effectLst/>
                <a:latin typeface="Nunito" pitchFamily="2" charset="0"/>
              </a:rPr>
              <a:t>Objectives</a:t>
            </a:r>
          </a:p>
          <a:p>
            <a:pPr algn="l" rtl="0" fontAlgn="base"/>
            <a:r>
              <a:rPr lang="en-US" b="0" i="0" dirty="0">
                <a:solidFill>
                  <a:srgbClr val="273239"/>
                </a:solidFill>
                <a:effectLst/>
                <a:latin typeface="Nunito" pitchFamily="2" charset="0"/>
              </a:rPr>
              <a:t>Every project is started with some objective or goal viz. time, budget, quality, and quantity, when objectives are fulfilled project cause exists. You can initially define the objectives of the project and what actually need to achieve. Objectives are the key characteristics of the project where you will see the progress of the project and time to time analysis will show you the result of how much you have achieved. </a:t>
            </a:r>
          </a:p>
          <a:p>
            <a:pPr algn="l" fontAlgn="base"/>
            <a:r>
              <a:rPr lang="en-US" b="1" i="0" dirty="0">
                <a:solidFill>
                  <a:srgbClr val="273239"/>
                </a:solidFill>
                <a:effectLst/>
                <a:latin typeface="Nunito" pitchFamily="2" charset="0"/>
              </a:rPr>
              <a:t>Single entity</a:t>
            </a:r>
          </a:p>
          <a:p>
            <a:pPr algn="l" rtl="0" fontAlgn="base"/>
            <a:r>
              <a:rPr lang="en-US" b="0" i="0" u="sng" dirty="0">
                <a:solidFill>
                  <a:srgbClr val="357960"/>
                </a:solidFill>
                <a:effectLst/>
                <a:latin typeface="Nunito" pitchFamily="2" charset="0"/>
                <a:hlinkClick r:id="rId3"/>
              </a:rPr>
              <a:t>A project</a:t>
            </a:r>
            <a:r>
              <a:rPr lang="en-US" b="0" i="0" dirty="0">
                <a:solidFill>
                  <a:srgbClr val="273239"/>
                </a:solidFill>
                <a:effectLst/>
                <a:latin typeface="Nunito" pitchFamily="2" charset="0"/>
              </a:rPr>
              <a:t> is one whole thing. This means that in a project, although different people contribute still is recognized as a single entity. The teams are often specifically assembled for a single project.</a:t>
            </a:r>
          </a:p>
          <a:p>
            <a:pPr algn="l" fontAlgn="base"/>
            <a:r>
              <a:rPr lang="en-US" b="1" i="0" dirty="0">
                <a:solidFill>
                  <a:srgbClr val="273239"/>
                </a:solidFill>
                <a:effectLst/>
                <a:latin typeface="Nunito" pitchFamily="2" charset="0"/>
              </a:rPr>
              <a:t>Life Span</a:t>
            </a:r>
          </a:p>
          <a:p>
            <a:pPr algn="l" rtl="0" fontAlgn="base"/>
            <a:r>
              <a:rPr lang="en-US" b="0" i="0" dirty="0">
                <a:solidFill>
                  <a:srgbClr val="273239"/>
                </a:solidFill>
                <a:effectLst/>
                <a:latin typeface="Nunito" pitchFamily="2" charset="0"/>
              </a:rPr>
              <a:t>No project can be ceaseless and indefinite. It must have one and beyond which it cannot proceed. Every project is invariably time-bound. At the time of planning, you will see the time </a:t>
            </a:r>
            <a:r>
              <a:rPr lang="en-US" b="0" i="0" u="sng" dirty="0">
                <a:solidFill>
                  <a:srgbClr val="357960"/>
                </a:solidFill>
                <a:effectLst/>
                <a:latin typeface="Nunito" pitchFamily="2" charset="0"/>
                <a:hlinkClick r:id="rId4"/>
              </a:rPr>
              <a:t>phase of the project</a:t>
            </a:r>
            <a:r>
              <a:rPr lang="en-US" b="0" i="0" dirty="0">
                <a:solidFill>
                  <a:srgbClr val="273239"/>
                </a:solidFill>
                <a:effectLst/>
                <a:latin typeface="Nunito" pitchFamily="2" charset="0"/>
              </a:rPr>
              <a:t> where the team can work independently on the project modules. Let's consider an example project that is divided into three modules let's say A, B, and C. If the total time span of a project is 5 months then you can set the time span for modules independently like A can complete in 2 months and also B can complete in 2 months and C can complete in 1 month as per requirement.    </a:t>
            </a:r>
          </a:p>
          <a:p>
            <a:pPr algn="l" fontAlgn="base"/>
            <a:r>
              <a:rPr lang="en-US" b="1" i="0" dirty="0">
                <a:solidFill>
                  <a:srgbClr val="273239"/>
                </a:solidFill>
                <a:effectLst/>
                <a:latin typeface="Nunito" pitchFamily="2" charset="0"/>
              </a:rPr>
              <a:t>Require funds</a:t>
            </a:r>
          </a:p>
          <a:p>
            <a:pPr algn="l" rtl="0" fontAlgn="base"/>
            <a:r>
              <a:rPr lang="en-US" b="0" i="0" dirty="0">
                <a:solidFill>
                  <a:srgbClr val="273239"/>
                </a:solidFill>
                <a:effectLst/>
                <a:latin typeface="Nunito" pitchFamily="2" charset="0"/>
              </a:rPr>
              <a:t>Every project needs funds to reach the endpoint. Without adequate funds, no project can be successfully implemented. Cost estimation is one of the essential factors for any organization. So, calculating in advance the required funds for the project will be very impactful. </a:t>
            </a:r>
          </a:p>
          <a:p>
            <a:pPr algn="l" fontAlgn="base"/>
            <a:r>
              <a:rPr lang="en-US" b="1" i="0" dirty="0">
                <a:solidFill>
                  <a:srgbClr val="273239"/>
                </a:solidFill>
                <a:effectLst/>
                <a:latin typeface="Nunito" pitchFamily="2" charset="0"/>
              </a:rPr>
              <a:t>Life Cycle</a:t>
            </a:r>
          </a:p>
          <a:p>
            <a:pPr algn="l" rtl="0" fontAlgn="base"/>
            <a:r>
              <a:rPr lang="en-US" b="0" i="0" dirty="0">
                <a:solidFill>
                  <a:srgbClr val="273239"/>
                </a:solidFill>
                <a:effectLst/>
                <a:latin typeface="Nunito" pitchFamily="2" charset="0"/>
              </a:rPr>
              <a:t>Each project has a life cycle with different stages like start, growth, maturity, and decay. A project has to pass through different stages to get itself completed. Let's consider an example where the project is related to software development then you can say</a:t>
            </a:r>
            <a:r>
              <a:rPr lang="en-US" b="0" i="0" u="sng" dirty="0">
                <a:solidFill>
                  <a:srgbClr val="357960"/>
                </a:solidFill>
                <a:effectLst/>
                <a:latin typeface="Nunito" pitchFamily="2" charset="0"/>
                <a:hlinkClick r:id="rId5"/>
              </a:rPr>
              <a:t> SDLC (Software Development lifecycle)</a:t>
            </a:r>
            <a:r>
              <a:rPr lang="en-US" b="0" i="0" dirty="0">
                <a:solidFill>
                  <a:srgbClr val="273239"/>
                </a:solidFill>
                <a:effectLst/>
                <a:latin typeface="Nunito" pitchFamily="2" charset="0"/>
              </a:rPr>
              <a:t> will be the</a:t>
            </a:r>
            <a:r>
              <a:rPr lang="en-US" b="0" i="0" u="sng" dirty="0">
                <a:solidFill>
                  <a:srgbClr val="357960"/>
                </a:solidFill>
                <a:effectLst/>
                <a:latin typeface="Nunito" pitchFamily="2" charset="0"/>
                <a:hlinkClick r:id="rId6"/>
              </a:rPr>
              <a:t> life cycle of the project </a:t>
            </a:r>
            <a:r>
              <a:rPr lang="en-US" b="0" i="0" dirty="0">
                <a:solidFill>
                  <a:srgbClr val="273239"/>
                </a:solidFill>
                <a:effectLst/>
                <a:latin typeface="Nunito" pitchFamily="2" charset="0"/>
              </a:rPr>
              <a:t>where you will see many stages like planning, defining, designing, building, testing, and deployment, etc.</a:t>
            </a:r>
          </a:p>
          <a:p>
            <a:pPr algn="l" fontAlgn="base"/>
            <a:r>
              <a:rPr lang="en-US" b="1" i="0" dirty="0">
                <a:solidFill>
                  <a:srgbClr val="273239"/>
                </a:solidFill>
                <a:effectLst/>
                <a:latin typeface="Nunito" pitchFamily="2" charset="0"/>
              </a:rPr>
              <a:t>Team Spirit</a:t>
            </a:r>
          </a:p>
          <a:p>
            <a:pPr algn="l" rtl="0" fontAlgn="base"/>
            <a:r>
              <a:rPr lang="en-US" b="0" i="0" dirty="0">
                <a:solidFill>
                  <a:srgbClr val="273239"/>
                </a:solidFill>
                <a:effectLst/>
                <a:latin typeface="Nunito" pitchFamily="2" charset="0"/>
              </a:rPr>
              <a:t>Team spirit is required to get the project completed because the project constitutes different members having different characteristics and from various disciplines. But to achieve common goal harmony, missionary zeal, team spirit is necessary.</a:t>
            </a:r>
          </a:p>
          <a:p>
            <a:pPr algn="l" fontAlgn="base"/>
            <a:r>
              <a:rPr lang="en-US" b="1" i="0" dirty="0">
                <a:solidFill>
                  <a:srgbClr val="273239"/>
                </a:solidFill>
                <a:effectLst/>
                <a:latin typeface="Nunito" pitchFamily="2" charset="0"/>
              </a:rPr>
              <a:t>Risk and Uncertainty</a:t>
            </a:r>
          </a:p>
          <a:p>
            <a:pPr algn="l" rtl="0" fontAlgn="base"/>
            <a:r>
              <a:rPr lang="en-US" b="0" i="0" dirty="0">
                <a:solidFill>
                  <a:srgbClr val="273239"/>
                </a:solidFill>
                <a:effectLst/>
                <a:latin typeface="Nunito" pitchFamily="2" charset="0"/>
              </a:rPr>
              <a:t>The project is generally based on forecasting. So risk and uncertainty are always associated with projects. There will be a high degree of risk in those project which are not properly defined. Only the degree of control over risk and uncertainty varies with the project being conceived based on information available.</a:t>
            </a:r>
          </a:p>
          <a:p>
            <a:pPr rtl="0" fontAlgn="base"/>
            <a:r>
              <a:rPr lang="en-US" dirty="0">
                <a:effectLst/>
              </a:rPr>
              <a:t>for more Details Please refer the article : </a:t>
            </a:r>
            <a:r>
              <a:rPr lang="en-US" b="0" u="sng" dirty="0">
                <a:solidFill>
                  <a:srgbClr val="357960"/>
                </a:solidFill>
                <a:effectLst/>
                <a:hlinkClick r:id="rId7"/>
              </a:rPr>
              <a:t>Risk Analysis in Project Management</a:t>
            </a:r>
            <a:endParaRPr lang="en-US" dirty="0">
              <a:effectLst/>
            </a:endParaRPr>
          </a:p>
          <a:p>
            <a:pPr algn="l" fontAlgn="base"/>
            <a:r>
              <a:rPr lang="en-US" b="1" i="0" dirty="0">
                <a:solidFill>
                  <a:srgbClr val="273239"/>
                </a:solidFill>
                <a:effectLst/>
                <a:latin typeface="Nunito" pitchFamily="2" charset="0"/>
              </a:rPr>
              <a:t>Directions</a:t>
            </a:r>
          </a:p>
          <a:p>
            <a:pPr algn="l" rtl="0" fontAlgn="base"/>
            <a:r>
              <a:rPr lang="en-US" b="0" i="0" dirty="0">
                <a:solidFill>
                  <a:srgbClr val="273239"/>
                </a:solidFill>
                <a:effectLst/>
                <a:latin typeface="Nunito" pitchFamily="2" charset="0"/>
              </a:rPr>
              <a:t>Project is always performed according to the directions given by the customers with regard to time, quality and quantity, etc. The convenience of the supply sides of economics such as labor availability ore resources and managerial talent etc. are all secondary concerns, primary being the customer requirement.</a:t>
            </a:r>
          </a:p>
          <a:p>
            <a:pPr algn="l" fontAlgn="base"/>
            <a:r>
              <a:rPr lang="en-US" b="1" i="0" dirty="0">
                <a:solidFill>
                  <a:srgbClr val="273239"/>
                </a:solidFill>
                <a:effectLst/>
                <a:latin typeface="Nunito" pitchFamily="2" charset="0"/>
              </a:rPr>
              <a:t>Uniqueness</a:t>
            </a:r>
          </a:p>
          <a:p>
            <a:pPr algn="l" rtl="0" fontAlgn="base"/>
            <a:r>
              <a:rPr lang="en-US" b="0" i="0" dirty="0">
                <a:solidFill>
                  <a:srgbClr val="273239"/>
                </a:solidFill>
                <a:effectLst/>
                <a:latin typeface="Nunito" pitchFamily="2" charset="0"/>
              </a:rPr>
              <a:t>Each project is unique in itself, and it's having own features. No two projects are similar even if the type of organization is the same. The uniqueness of the project can measure by considering the many factors like objectives, features of the project, application of the project, etc.  </a:t>
            </a:r>
          </a:p>
          <a:p>
            <a:pPr algn="l" fontAlgn="base"/>
            <a:r>
              <a:rPr lang="en-US" b="1" i="0" dirty="0">
                <a:solidFill>
                  <a:srgbClr val="273239"/>
                </a:solidFill>
                <a:effectLst/>
                <a:latin typeface="Nunito" pitchFamily="2" charset="0"/>
              </a:rPr>
              <a:t>Flexibility</a:t>
            </a:r>
          </a:p>
          <a:p>
            <a:pPr algn="l" rtl="0" fontAlgn="base"/>
            <a:r>
              <a:rPr lang="en-US" b="0" i="0" dirty="0">
                <a:solidFill>
                  <a:srgbClr val="273239"/>
                </a:solidFill>
                <a:effectLst/>
                <a:latin typeface="Nunito" pitchFamily="2" charset="0"/>
              </a:rPr>
              <a:t>Change and project are synonymous. A project sees many changes throughout its life span. These changes can make projects more dynamic and flexible. </a:t>
            </a:r>
          </a:p>
          <a:p>
            <a:pPr algn="l" fontAlgn="base"/>
            <a:r>
              <a:rPr lang="en-US" b="1" i="0" dirty="0">
                <a:solidFill>
                  <a:srgbClr val="273239"/>
                </a:solidFill>
                <a:effectLst/>
                <a:latin typeface="Nunito" pitchFamily="2" charset="0"/>
              </a:rPr>
              <a:t>Sub-Contracting</a:t>
            </a:r>
          </a:p>
          <a:p>
            <a:pPr algn="l" rtl="0" fontAlgn="base"/>
            <a:r>
              <a:rPr lang="en-US" b="0" i="0" dirty="0">
                <a:solidFill>
                  <a:srgbClr val="273239"/>
                </a:solidFill>
                <a:effectLst/>
                <a:latin typeface="Nunito" pitchFamily="2" charset="0"/>
              </a:rPr>
              <a:t>Subcontracting is a subset of every project and without which no project can be completed unless it is a proprietary firm or tiny in nature. The more complexity of a project the more will be the extent of contracting. Every project needs the help of an outsider consultant, engineer, or expert in that field.</a:t>
            </a:r>
          </a:p>
          <a:p>
            <a:pPr algn="l" fontAlgn="base"/>
            <a:r>
              <a:rPr lang="en-US" b="1" i="0" dirty="0">
                <a:solidFill>
                  <a:srgbClr val="273239"/>
                </a:solidFill>
                <a:effectLst/>
                <a:latin typeface="Nunito" pitchFamily="2" charset="0"/>
              </a:rPr>
              <a:t>Cost</a:t>
            </a:r>
          </a:p>
          <a:p>
            <a:pPr algn="l" rtl="0" fontAlgn="base"/>
            <a:r>
              <a:rPr lang="en-US" b="0" i="0" dirty="0">
                <a:solidFill>
                  <a:srgbClr val="273239"/>
                </a:solidFill>
                <a:effectLst/>
                <a:latin typeface="Nunito" pitchFamily="2" charset="0"/>
              </a:rPr>
              <a:t>If the quality of the project is to be changed there could be an impact on the</a:t>
            </a:r>
            <a:r>
              <a:rPr lang="en-US" b="0" i="0" u="sng" dirty="0">
                <a:solidFill>
                  <a:srgbClr val="357960"/>
                </a:solidFill>
                <a:effectLst/>
                <a:latin typeface="Nunito" pitchFamily="2" charset="0"/>
                <a:hlinkClick r:id="rId8"/>
              </a:rPr>
              <a:t> cost of the project.</a:t>
            </a:r>
            <a:r>
              <a:rPr lang="en-US" b="0" i="0" dirty="0">
                <a:solidFill>
                  <a:srgbClr val="273239"/>
                </a:solidFill>
                <a:effectLst/>
                <a:latin typeface="Nunito" pitchFamily="2" charset="0"/>
              </a:rPr>
              <a:t> The cost could increase if more resources are required to complete the project quicker.</a:t>
            </a:r>
          </a:p>
          <a:p>
            <a:endParaRPr lang="en-US" dirty="0"/>
          </a:p>
        </p:txBody>
      </p:sp>
      <p:sp>
        <p:nvSpPr>
          <p:cNvPr id="4" name="Slide Number Placeholder 3"/>
          <p:cNvSpPr>
            <a:spLocks noGrp="1"/>
          </p:cNvSpPr>
          <p:nvPr>
            <p:ph type="sldNum" sz="quarter" idx="5"/>
          </p:nvPr>
        </p:nvSpPr>
        <p:spPr/>
        <p:txBody>
          <a:bodyPr/>
          <a:lstStyle/>
          <a:p>
            <a:fld id="{F4A42F38-453B-46B4-ACB9-8A9CF666B571}" type="slidenum">
              <a:rPr lang="en-US" smtClean="0"/>
              <a:t>11</a:t>
            </a:fld>
            <a:endParaRPr lang="en-US"/>
          </a:p>
        </p:txBody>
      </p:sp>
    </p:spTree>
    <p:extLst>
      <p:ext uri="{BB962C8B-B14F-4D97-AF65-F5344CB8AC3E}">
        <p14:creationId xmlns:p14="http://schemas.microsoft.com/office/powerpoint/2010/main" val="30283794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ctr"/>
            <a:r>
              <a:rPr lang="en-US" b="0" i="0" dirty="0">
                <a:solidFill>
                  <a:srgbClr val="001D35"/>
                </a:solidFill>
                <a:effectLst/>
                <a:latin typeface="Google Sans"/>
              </a:rPr>
              <a:t>A project is a temporary endeavor with a specific goal and defined start and end dates, while a program is a group of related projects managed together to achieve a broader strategic objective. Projects focus on delivering outputs, while programs focus on realizing benefits. </a:t>
            </a:r>
            <a:endParaRPr lang="en-US" b="0" i="0" dirty="0">
              <a:solidFill>
                <a:srgbClr val="0B57D0"/>
              </a:solidFill>
              <a:effectLst/>
              <a:latin typeface="Google Sans"/>
            </a:endParaRPr>
          </a:p>
          <a:p>
            <a:pPr algn="l" fontAlgn="ctr"/>
            <a:r>
              <a:rPr lang="en-US" b="0" i="0" dirty="0">
                <a:solidFill>
                  <a:srgbClr val="001D35"/>
                </a:solidFill>
                <a:effectLst/>
                <a:latin typeface="Google Sans"/>
              </a:rPr>
              <a:t>Here's a more detailed breakdown:</a:t>
            </a:r>
            <a:endParaRPr lang="en-US" b="0" i="0" dirty="0">
              <a:solidFill>
                <a:srgbClr val="0B57D0"/>
              </a:solidFill>
              <a:effectLst/>
              <a:latin typeface="Google Sans"/>
            </a:endParaRPr>
          </a:p>
          <a:p>
            <a:pPr algn="l"/>
            <a:r>
              <a:rPr lang="en-US" b="0" i="0" dirty="0">
                <a:solidFill>
                  <a:srgbClr val="001D35"/>
                </a:solidFill>
                <a:effectLst/>
                <a:latin typeface="Google Sans"/>
              </a:rPr>
              <a:t>Project:</a:t>
            </a:r>
          </a:p>
          <a:p>
            <a:pPr algn="l">
              <a:buFont typeface="Arial" panose="020B0604020202020204" pitchFamily="34" charset="0"/>
              <a:buChar char="•"/>
            </a:pPr>
            <a:r>
              <a:rPr lang="en-US" b="1" i="0" dirty="0">
                <a:solidFill>
                  <a:srgbClr val="001D35"/>
                </a:solidFill>
                <a:effectLst/>
                <a:latin typeface="Google Sans"/>
              </a:rPr>
              <a:t>Temporary:</a:t>
            </a:r>
            <a:r>
              <a:rPr lang="en-US" b="0" i="0" dirty="0">
                <a:solidFill>
                  <a:srgbClr val="001D35"/>
                </a:solidFill>
                <a:effectLst/>
                <a:latin typeface="Google Sans"/>
              </a:rPr>
              <a:t> Has a defined beginning and end.</a:t>
            </a:r>
          </a:p>
          <a:p>
            <a:pPr algn="l">
              <a:buFont typeface="Arial" panose="020B0604020202020204" pitchFamily="34" charset="0"/>
              <a:buChar char="•"/>
            </a:pPr>
            <a:r>
              <a:rPr lang="en-US" b="1" i="0" dirty="0">
                <a:solidFill>
                  <a:srgbClr val="001D35"/>
                </a:solidFill>
                <a:effectLst/>
                <a:latin typeface="Google Sans"/>
              </a:rPr>
              <a:t>Specific Goal:</a:t>
            </a:r>
            <a:r>
              <a:rPr lang="en-US" b="0" i="0" dirty="0">
                <a:solidFill>
                  <a:srgbClr val="001D35"/>
                </a:solidFill>
                <a:effectLst/>
                <a:latin typeface="Google Sans"/>
              </a:rPr>
              <a:t> Aims to achieve a particular outcome or deliverable.</a:t>
            </a:r>
          </a:p>
          <a:p>
            <a:pPr algn="l">
              <a:buFont typeface="Arial" panose="020B0604020202020204" pitchFamily="34" charset="0"/>
              <a:buChar char="•"/>
            </a:pPr>
            <a:r>
              <a:rPr lang="en-US" b="1" i="0" dirty="0">
                <a:solidFill>
                  <a:srgbClr val="001D35"/>
                </a:solidFill>
                <a:effectLst/>
                <a:latin typeface="Google Sans"/>
              </a:rPr>
              <a:t>Defined Scope:</a:t>
            </a:r>
            <a:r>
              <a:rPr lang="en-US" b="0" i="0" dirty="0">
                <a:solidFill>
                  <a:srgbClr val="001D35"/>
                </a:solidFill>
                <a:effectLst/>
                <a:latin typeface="Google Sans"/>
              </a:rPr>
              <a:t> The work required is clearly outlined and limited.</a:t>
            </a:r>
          </a:p>
          <a:p>
            <a:pPr algn="l">
              <a:buFont typeface="Arial" panose="020B0604020202020204" pitchFamily="34" charset="0"/>
              <a:buChar char="•"/>
            </a:pPr>
            <a:r>
              <a:rPr lang="en-US" b="1" i="0" dirty="0">
                <a:solidFill>
                  <a:srgbClr val="001D35"/>
                </a:solidFill>
                <a:effectLst/>
                <a:latin typeface="Google Sans"/>
              </a:rPr>
              <a:t>Fixed Timeline:</a:t>
            </a:r>
            <a:r>
              <a:rPr lang="en-US" b="0" i="0" dirty="0">
                <a:solidFill>
                  <a:srgbClr val="001D35"/>
                </a:solidFill>
                <a:effectLst/>
                <a:latin typeface="Google Sans"/>
              </a:rPr>
              <a:t> Has a specific timeframe for completion.</a:t>
            </a:r>
          </a:p>
          <a:p>
            <a:pPr algn="l" fontAlgn="ctr">
              <a:buFont typeface="Arial" panose="020B0604020202020204" pitchFamily="34" charset="0"/>
              <a:buChar char="•"/>
            </a:pPr>
            <a:r>
              <a:rPr lang="en-US" b="1" i="0" dirty="0">
                <a:solidFill>
                  <a:srgbClr val="001D35"/>
                </a:solidFill>
                <a:effectLst/>
                <a:latin typeface="Google Sans"/>
              </a:rPr>
              <a:t>Example:</a:t>
            </a:r>
            <a:r>
              <a:rPr lang="en-US" b="0" i="0" dirty="0">
                <a:solidFill>
                  <a:srgbClr val="001D35"/>
                </a:solidFill>
                <a:effectLst/>
                <a:latin typeface="Google Sans"/>
              </a:rPr>
              <a:t> Developing a new website for a company. </a:t>
            </a:r>
            <a:endParaRPr lang="en-US" b="0" i="0" dirty="0">
              <a:solidFill>
                <a:srgbClr val="0B57D0"/>
              </a:solidFill>
              <a:effectLst/>
              <a:latin typeface="Google Sans"/>
            </a:endParaRPr>
          </a:p>
          <a:p>
            <a:pPr algn="l"/>
            <a:r>
              <a:rPr lang="en-US" b="0" i="0" dirty="0">
                <a:solidFill>
                  <a:srgbClr val="001D35"/>
                </a:solidFill>
                <a:effectLst/>
                <a:latin typeface="Google Sans"/>
              </a:rPr>
              <a:t>Program:</a:t>
            </a:r>
          </a:p>
          <a:p>
            <a:pPr algn="l" fontAlgn="ctr">
              <a:buFont typeface="Arial" panose="020B0604020202020204" pitchFamily="34" charset="0"/>
              <a:buChar char="•"/>
            </a:pPr>
            <a:r>
              <a:rPr lang="en-US" b="1" i="0" dirty="0">
                <a:solidFill>
                  <a:srgbClr val="001D35"/>
                </a:solidFill>
                <a:effectLst/>
                <a:latin typeface="Google Sans"/>
              </a:rPr>
              <a:t>Ongoing:</a:t>
            </a:r>
            <a:r>
              <a:rPr lang="en-US" b="0" i="0" dirty="0">
                <a:solidFill>
                  <a:srgbClr val="001D35"/>
                </a:solidFill>
                <a:effectLst/>
                <a:latin typeface="Google Sans"/>
              </a:rPr>
              <a:t> May be long-term and continue through organizational changes. </a:t>
            </a:r>
            <a:endParaRPr lang="en-US" b="0" i="0" dirty="0">
              <a:solidFill>
                <a:srgbClr val="0B57D0"/>
              </a:solidFill>
              <a:effectLst/>
              <a:latin typeface="Google Sans"/>
            </a:endParaRPr>
          </a:p>
          <a:p>
            <a:pPr algn="l" fontAlgn="ctr">
              <a:buFont typeface="Arial" panose="020B0604020202020204" pitchFamily="34" charset="0"/>
              <a:buChar char="•"/>
            </a:pPr>
            <a:r>
              <a:rPr lang="en-US" b="1" i="0" dirty="0">
                <a:solidFill>
                  <a:srgbClr val="001D35"/>
                </a:solidFill>
                <a:effectLst/>
                <a:latin typeface="Google Sans"/>
              </a:rPr>
              <a:t>Strategic Objective:</a:t>
            </a:r>
            <a:r>
              <a:rPr lang="en-US" b="0" i="0" dirty="0">
                <a:solidFill>
                  <a:srgbClr val="001D35"/>
                </a:solidFill>
                <a:effectLst/>
                <a:latin typeface="Google Sans"/>
              </a:rPr>
              <a:t> Focuses on achieving a larger strategic goal for the organization. </a:t>
            </a:r>
            <a:endParaRPr lang="en-US" b="0" i="0" dirty="0">
              <a:solidFill>
                <a:srgbClr val="0B57D0"/>
              </a:solidFill>
              <a:effectLst/>
              <a:latin typeface="Google Sans"/>
            </a:endParaRPr>
          </a:p>
          <a:p>
            <a:pPr algn="l" fontAlgn="ctr">
              <a:buFont typeface="Arial" panose="020B0604020202020204" pitchFamily="34" charset="0"/>
              <a:buChar char="•"/>
            </a:pPr>
            <a:r>
              <a:rPr lang="en-US" b="1" i="0" dirty="0">
                <a:solidFill>
                  <a:srgbClr val="001D35"/>
                </a:solidFill>
                <a:effectLst/>
                <a:latin typeface="Google Sans"/>
              </a:rPr>
              <a:t>Collection of Projects:</a:t>
            </a:r>
            <a:r>
              <a:rPr lang="en-US" b="0" i="0" dirty="0">
                <a:solidFill>
                  <a:srgbClr val="001D35"/>
                </a:solidFill>
                <a:effectLst/>
                <a:latin typeface="Google Sans"/>
              </a:rPr>
              <a:t> Involves managing multiple related projects. </a:t>
            </a:r>
            <a:endParaRPr lang="en-US" b="0" i="0" dirty="0">
              <a:solidFill>
                <a:srgbClr val="0B57D0"/>
              </a:solidFill>
              <a:effectLst/>
              <a:latin typeface="Google Sans"/>
            </a:endParaRPr>
          </a:p>
          <a:p>
            <a:pPr algn="l" fontAlgn="ctr">
              <a:buFont typeface="Arial" panose="020B0604020202020204" pitchFamily="34" charset="0"/>
              <a:buChar char="•"/>
            </a:pPr>
            <a:r>
              <a:rPr lang="en-US" b="1" i="0" dirty="0">
                <a:solidFill>
                  <a:srgbClr val="001D35"/>
                </a:solidFill>
                <a:effectLst/>
                <a:latin typeface="Google Sans"/>
              </a:rPr>
              <a:t>Broader Scope:</a:t>
            </a:r>
            <a:r>
              <a:rPr lang="en-US" b="0" i="0" dirty="0">
                <a:solidFill>
                  <a:srgbClr val="001D35"/>
                </a:solidFill>
                <a:effectLst/>
                <a:latin typeface="Google Sans"/>
              </a:rPr>
              <a:t> The scope is more fluid and can evolve based on business needs. </a:t>
            </a:r>
            <a:endParaRPr lang="en-US" b="0" i="0" dirty="0">
              <a:solidFill>
                <a:srgbClr val="0B57D0"/>
              </a:solidFill>
              <a:effectLst/>
              <a:latin typeface="Google Sans"/>
            </a:endParaRPr>
          </a:p>
          <a:p>
            <a:pPr algn="l" fontAlgn="ctr">
              <a:buFont typeface="Arial" panose="020B0604020202020204" pitchFamily="34" charset="0"/>
              <a:buChar char="•"/>
            </a:pPr>
            <a:r>
              <a:rPr lang="en-US" b="1" i="0" dirty="0">
                <a:solidFill>
                  <a:srgbClr val="001D35"/>
                </a:solidFill>
                <a:effectLst/>
                <a:latin typeface="Google Sans"/>
              </a:rPr>
              <a:t>Example:</a:t>
            </a:r>
            <a:r>
              <a:rPr lang="en-US" b="0" i="0" dirty="0">
                <a:solidFill>
                  <a:srgbClr val="001D35"/>
                </a:solidFill>
                <a:effectLst/>
                <a:latin typeface="Google Sans"/>
              </a:rPr>
              <a:t> A program to improve customer service across multiple departments, involving projects like training, process improvements, and technology upgrades. </a:t>
            </a:r>
            <a:endParaRPr lang="en-US" b="0" i="0" dirty="0">
              <a:solidFill>
                <a:srgbClr val="0B57D0"/>
              </a:solidFill>
              <a:effectLst/>
              <a:latin typeface="Google Sans"/>
            </a:endParaRPr>
          </a:p>
          <a:p>
            <a:pPr algn="l"/>
            <a:r>
              <a:rPr lang="en-US" b="0" i="0" dirty="0">
                <a:solidFill>
                  <a:srgbClr val="001D35"/>
                </a:solidFill>
                <a:effectLst/>
                <a:latin typeface="Google Sans"/>
              </a:rPr>
              <a:t>Key Differences:</a:t>
            </a:r>
          </a:p>
          <a:p>
            <a:pPr algn="l">
              <a:buFont typeface="Arial" panose="020B0604020202020204" pitchFamily="34" charset="0"/>
              <a:buChar char="•"/>
            </a:pPr>
            <a:r>
              <a:rPr lang="en-US" b="1" i="0" dirty="0">
                <a:solidFill>
                  <a:srgbClr val="001D35"/>
                </a:solidFill>
                <a:effectLst/>
                <a:latin typeface="Google Sans"/>
              </a:rPr>
              <a:t>Scope:</a:t>
            </a:r>
            <a:endParaRPr lang="en-US" b="0" i="0" dirty="0">
              <a:solidFill>
                <a:srgbClr val="001D35"/>
              </a:solidFill>
              <a:effectLst/>
              <a:latin typeface="Google Sans"/>
            </a:endParaRPr>
          </a:p>
          <a:p>
            <a:pPr algn="l" fontAlgn="ctr">
              <a:buFont typeface="Arial" panose="020B0604020202020204" pitchFamily="34" charset="0"/>
              <a:buChar char="•"/>
            </a:pPr>
            <a:r>
              <a:rPr lang="en-US" b="0" i="0" dirty="0">
                <a:solidFill>
                  <a:srgbClr val="545D7E"/>
                </a:solidFill>
                <a:effectLst/>
                <a:latin typeface="Google Sans"/>
              </a:rPr>
              <a:t>Projects have a defined scope, while programs have a broader, more flexible scope. </a:t>
            </a:r>
            <a:endParaRPr lang="en-US" b="0" i="0" dirty="0">
              <a:solidFill>
                <a:srgbClr val="0B57D0"/>
              </a:solidFill>
              <a:effectLst/>
              <a:latin typeface="Google Sans"/>
            </a:endParaRPr>
          </a:p>
          <a:p>
            <a:pPr algn="l">
              <a:buFont typeface="Arial" panose="020B0604020202020204" pitchFamily="34" charset="0"/>
              <a:buChar char="•"/>
            </a:pPr>
            <a:r>
              <a:rPr lang="en-US" b="1" i="0" dirty="0">
                <a:solidFill>
                  <a:srgbClr val="001D35"/>
                </a:solidFill>
                <a:effectLst/>
                <a:latin typeface="Google Sans"/>
              </a:rPr>
              <a:t>Duration:</a:t>
            </a:r>
            <a:endParaRPr lang="en-US" b="0" i="0" dirty="0">
              <a:solidFill>
                <a:srgbClr val="001D35"/>
              </a:solidFill>
              <a:effectLst/>
              <a:latin typeface="Google Sans"/>
            </a:endParaRPr>
          </a:p>
          <a:p>
            <a:pPr algn="l" fontAlgn="ctr">
              <a:buFont typeface="Arial" panose="020B0604020202020204" pitchFamily="34" charset="0"/>
              <a:buChar char="•"/>
            </a:pPr>
            <a:r>
              <a:rPr lang="en-US" b="0" i="0" dirty="0">
                <a:solidFill>
                  <a:srgbClr val="545D7E"/>
                </a:solidFill>
                <a:effectLst/>
                <a:latin typeface="Google Sans"/>
              </a:rPr>
              <a:t>Projects are temporary, while programs can be ongoing or long-term. </a:t>
            </a:r>
            <a:endParaRPr lang="en-US" b="0" i="0" dirty="0">
              <a:solidFill>
                <a:srgbClr val="0B57D0"/>
              </a:solidFill>
              <a:effectLst/>
              <a:latin typeface="Google Sans"/>
            </a:endParaRPr>
          </a:p>
          <a:p>
            <a:pPr algn="l">
              <a:buFont typeface="Arial" panose="020B0604020202020204" pitchFamily="34" charset="0"/>
              <a:buChar char="•"/>
            </a:pPr>
            <a:r>
              <a:rPr lang="en-US" b="1" i="0" dirty="0">
                <a:solidFill>
                  <a:srgbClr val="001D35"/>
                </a:solidFill>
                <a:effectLst/>
                <a:latin typeface="Google Sans"/>
              </a:rPr>
              <a:t>Focus:</a:t>
            </a:r>
            <a:endParaRPr lang="en-US" b="0" i="0" dirty="0">
              <a:solidFill>
                <a:srgbClr val="001D35"/>
              </a:solidFill>
              <a:effectLst/>
              <a:latin typeface="Google Sans"/>
            </a:endParaRPr>
          </a:p>
          <a:p>
            <a:pPr algn="l" fontAlgn="ctr">
              <a:buFont typeface="Arial" panose="020B0604020202020204" pitchFamily="34" charset="0"/>
              <a:buChar char="•"/>
            </a:pPr>
            <a:r>
              <a:rPr lang="en-US" b="0" i="0" dirty="0">
                <a:solidFill>
                  <a:srgbClr val="545D7E"/>
                </a:solidFill>
                <a:effectLst/>
                <a:latin typeface="Google Sans"/>
              </a:rPr>
              <a:t>Projects focus on delivering outputs, while programs focus on achieving strategic benefits. </a:t>
            </a:r>
            <a:endParaRPr lang="en-US" b="0" i="0" dirty="0">
              <a:solidFill>
                <a:srgbClr val="0B57D0"/>
              </a:solidFill>
              <a:effectLst/>
              <a:latin typeface="Google Sans"/>
            </a:endParaRPr>
          </a:p>
          <a:p>
            <a:pPr algn="l">
              <a:buFont typeface="Arial" panose="020B0604020202020204" pitchFamily="34" charset="0"/>
              <a:buChar char="•"/>
            </a:pPr>
            <a:r>
              <a:rPr lang="en-US" b="1" i="0" dirty="0">
                <a:solidFill>
                  <a:srgbClr val="001D35"/>
                </a:solidFill>
                <a:effectLst/>
                <a:latin typeface="Google Sans"/>
              </a:rPr>
              <a:t>Management:</a:t>
            </a:r>
            <a:endParaRPr lang="en-US" b="0" i="0" dirty="0">
              <a:solidFill>
                <a:srgbClr val="001D35"/>
              </a:solidFill>
              <a:effectLst/>
              <a:latin typeface="Google Sans"/>
            </a:endParaRPr>
          </a:p>
          <a:p>
            <a:pPr algn="l">
              <a:buFont typeface="Arial" panose="020B0604020202020204" pitchFamily="34" charset="0"/>
              <a:buChar char="•"/>
            </a:pPr>
            <a:r>
              <a:rPr lang="en-US" b="0" i="0" dirty="0">
                <a:solidFill>
                  <a:srgbClr val="545D7E"/>
                </a:solidFill>
                <a:effectLst/>
                <a:latin typeface="Google Sans"/>
              </a:rPr>
              <a:t>Project managers focus on individual projects, while program managers oversee multiple related projects. </a:t>
            </a:r>
          </a:p>
          <a:p>
            <a:endParaRPr lang="en-US" dirty="0"/>
          </a:p>
        </p:txBody>
      </p:sp>
      <p:sp>
        <p:nvSpPr>
          <p:cNvPr id="4" name="Slide Number Placeholder 3"/>
          <p:cNvSpPr>
            <a:spLocks noGrp="1"/>
          </p:cNvSpPr>
          <p:nvPr>
            <p:ph type="sldNum" sz="quarter" idx="5"/>
          </p:nvPr>
        </p:nvSpPr>
        <p:spPr/>
        <p:txBody>
          <a:bodyPr/>
          <a:lstStyle/>
          <a:p>
            <a:fld id="{F4A42F38-453B-46B4-ACB9-8A9CF666B571}" type="slidenum">
              <a:rPr lang="en-US" smtClean="0"/>
              <a:t>14</a:t>
            </a:fld>
            <a:endParaRPr lang="en-US"/>
          </a:p>
        </p:txBody>
      </p:sp>
    </p:spTree>
    <p:extLst>
      <p:ext uri="{BB962C8B-B14F-4D97-AF65-F5344CB8AC3E}">
        <p14:creationId xmlns:p14="http://schemas.microsoft.com/office/powerpoint/2010/main" val="31182538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1" i="0" dirty="0">
                <a:solidFill>
                  <a:srgbClr val="001D35"/>
                </a:solidFill>
                <a:effectLst/>
                <a:latin typeface="Google Sans"/>
              </a:rPr>
              <a:t>Scope:</a:t>
            </a:r>
            <a:endParaRPr lang="en-US" b="0" i="0" dirty="0">
              <a:solidFill>
                <a:srgbClr val="001D35"/>
              </a:solidFill>
              <a:effectLst/>
              <a:latin typeface="Google Sans"/>
            </a:endParaRPr>
          </a:p>
          <a:p>
            <a:pPr algn="l" fontAlgn="ctr">
              <a:buFont typeface="Arial" panose="020B0604020202020204" pitchFamily="34" charset="0"/>
              <a:buChar char="•"/>
            </a:pPr>
            <a:r>
              <a:rPr lang="en-US" b="0" i="0" dirty="0">
                <a:solidFill>
                  <a:srgbClr val="545D7E"/>
                </a:solidFill>
                <a:effectLst/>
                <a:latin typeface="Google Sans"/>
              </a:rPr>
              <a:t>Projects have a defined scope, while programs have a broader, more flexible scope. </a:t>
            </a:r>
            <a:endParaRPr lang="en-US" b="0" i="0" dirty="0">
              <a:solidFill>
                <a:srgbClr val="0B57D0"/>
              </a:solidFill>
              <a:effectLst/>
              <a:latin typeface="Google Sans"/>
            </a:endParaRPr>
          </a:p>
          <a:p>
            <a:pPr algn="l">
              <a:buFont typeface="Arial" panose="020B0604020202020204" pitchFamily="34" charset="0"/>
              <a:buChar char="•"/>
            </a:pPr>
            <a:r>
              <a:rPr lang="en-US" b="1" i="0" dirty="0">
                <a:solidFill>
                  <a:srgbClr val="001D35"/>
                </a:solidFill>
                <a:effectLst/>
                <a:latin typeface="Google Sans"/>
              </a:rPr>
              <a:t>Duration:</a:t>
            </a:r>
            <a:endParaRPr lang="en-US" b="0" i="0" dirty="0">
              <a:solidFill>
                <a:srgbClr val="001D35"/>
              </a:solidFill>
              <a:effectLst/>
              <a:latin typeface="Google Sans"/>
            </a:endParaRPr>
          </a:p>
          <a:p>
            <a:pPr algn="l" fontAlgn="ctr">
              <a:buFont typeface="Arial" panose="020B0604020202020204" pitchFamily="34" charset="0"/>
              <a:buChar char="•"/>
            </a:pPr>
            <a:r>
              <a:rPr lang="en-US" b="0" i="0" dirty="0">
                <a:solidFill>
                  <a:srgbClr val="545D7E"/>
                </a:solidFill>
                <a:effectLst/>
                <a:latin typeface="Google Sans"/>
              </a:rPr>
              <a:t>Projects are temporary, while programs can be ongoing or long-term. </a:t>
            </a:r>
            <a:endParaRPr lang="en-US" b="0" i="0" dirty="0">
              <a:solidFill>
                <a:srgbClr val="0B57D0"/>
              </a:solidFill>
              <a:effectLst/>
              <a:latin typeface="Google Sans"/>
            </a:endParaRPr>
          </a:p>
          <a:p>
            <a:pPr algn="l">
              <a:buFont typeface="Arial" panose="020B0604020202020204" pitchFamily="34" charset="0"/>
              <a:buChar char="•"/>
            </a:pPr>
            <a:r>
              <a:rPr lang="en-US" b="1" i="0" dirty="0">
                <a:solidFill>
                  <a:srgbClr val="001D35"/>
                </a:solidFill>
                <a:effectLst/>
                <a:latin typeface="Google Sans"/>
              </a:rPr>
              <a:t>Focus:</a:t>
            </a:r>
            <a:endParaRPr lang="en-US" b="0" i="0" dirty="0">
              <a:solidFill>
                <a:srgbClr val="001D35"/>
              </a:solidFill>
              <a:effectLst/>
              <a:latin typeface="Google Sans"/>
            </a:endParaRPr>
          </a:p>
          <a:p>
            <a:pPr algn="l" fontAlgn="ctr">
              <a:buFont typeface="Arial" panose="020B0604020202020204" pitchFamily="34" charset="0"/>
              <a:buChar char="•"/>
            </a:pPr>
            <a:r>
              <a:rPr lang="en-US" b="0" i="0" dirty="0">
                <a:solidFill>
                  <a:srgbClr val="545D7E"/>
                </a:solidFill>
                <a:effectLst/>
                <a:latin typeface="Google Sans"/>
              </a:rPr>
              <a:t>Projects focus on delivering outputs, while programs focus on achieving strategic benefits. </a:t>
            </a:r>
            <a:endParaRPr lang="en-US" b="0" i="0" dirty="0">
              <a:solidFill>
                <a:srgbClr val="0B57D0"/>
              </a:solidFill>
              <a:effectLst/>
              <a:latin typeface="Google Sans"/>
            </a:endParaRPr>
          </a:p>
          <a:p>
            <a:pPr algn="l">
              <a:buFont typeface="Arial" panose="020B0604020202020204" pitchFamily="34" charset="0"/>
              <a:buChar char="•"/>
            </a:pPr>
            <a:r>
              <a:rPr lang="en-US" b="1" i="0" dirty="0">
                <a:solidFill>
                  <a:srgbClr val="001D35"/>
                </a:solidFill>
                <a:effectLst/>
                <a:latin typeface="Google Sans"/>
              </a:rPr>
              <a:t>Management:</a:t>
            </a:r>
            <a:endParaRPr lang="en-US" b="0" i="0" dirty="0">
              <a:solidFill>
                <a:srgbClr val="001D35"/>
              </a:solidFill>
              <a:effectLst/>
              <a:latin typeface="Google Sans"/>
            </a:endParaRPr>
          </a:p>
          <a:p>
            <a:pPr algn="l">
              <a:buFont typeface="Arial" panose="020B0604020202020204" pitchFamily="34" charset="0"/>
              <a:buChar char="•"/>
            </a:pPr>
            <a:r>
              <a:rPr lang="en-US" b="0" i="0" dirty="0">
                <a:solidFill>
                  <a:srgbClr val="545D7E"/>
                </a:solidFill>
                <a:effectLst/>
                <a:latin typeface="Google Sans"/>
              </a:rPr>
              <a:t>Project managers focus on individual projects, while program managers oversee multiple related projects. </a:t>
            </a:r>
          </a:p>
          <a:p>
            <a:endParaRPr lang="en-US" dirty="0"/>
          </a:p>
        </p:txBody>
      </p:sp>
      <p:sp>
        <p:nvSpPr>
          <p:cNvPr id="4" name="Slide Number Placeholder 3"/>
          <p:cNvSpPr>
            <a:spLocks noGrp="1"/>
          </p:cNvSpPr>
          <p:nvPr>
            <p:ph type="sldNum" sz="quarter" idx="5"/>
          </p:nvPr>
        </p:nvSpPr>
        <p:spPr/>
        <p:txBody>
          <a:bodyPr/>
          <a:lstStyle/>
          <a:p>
            <a:fld id="{F4A42F38-453B-46B4-ACB9-8A9CF666B571}" type="slidenum">
              <a:rPr lang="en-US" smtClean="0"/>
              <a:t>15</a:t>
            </a:fld>
            <a:endParaRPr lang="en-US"/>
          </a:p>
        </p:txBody>
      </p:sp>
    </p:spTree>
    <p:extLst>
      <p:ext uri="{BB962C8B-B14F-4D97-AF65-F5344CB8AC3E}">
        <p14:creationId xmlns:p14="http://schemas.microsoft.com/office/powerpoint/2010/main" val="41367866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r>
              <a:rPr lang="en-US" b="1" i="0" dirty="0">
                <a:solidFill>
                  <a:srgbClr val="273239"/>
                </a:solidFill>
                <a:effectLst/>
                <a:latin typeface="Nunito" pitchFamily="2" charset="0"/>
              </a:rPr>
              <a:t>1. </a:t>
            </a:r>
            <a:r>
              <a:rPr lang="en-US" b="0" i="0" u="sng" dirty="0">
                <a:solidFill>
                  <a:srgbClr val="357960"/>
                </a:solidFill>
                <a:effectLst/>
                <a:latin typeface="Nunito" pitchFamily="2" charset="0"/>
                <a:hlinkClick r:id="rId3"/>
              </a:rPr>
              <a:t>Project Initiation</a:t>
            </a:r>
            <a:endParaRPr lang="en-US" b="1" i="0" dirty="0">
              <a:solidFill>
                <a:srgbClr val="273239"/>
              </a:solidFill>
              <a:effectLst/>
              <a:latin typeface="Nunito" pitchFamily="2" charset="0"/>
            </a:endParaRPr>
          </a:p>
          <a:p>
            <a:pPr algn="just" rtl="0" fontAlgn="base"/>
            <a:r>
              <a:rPr lang="en-US" b="0" i="0" dirty="0">
                <a:solidFill>
                  <a:srgbClr val="273239"/>
                </a:solidFill>
                <a:effectLst/>
                <a:latin typeface="Nunito" pitchFamily="2" charset="0"/>
              </a:rPr>
              <a:t>Using a number of project management documents, the project manager must demonstrate at this first stage that the project is feasible and valuable. The following are the principal ones:</a:t>
            </a:r>
          </a:p>
          <a:p>
            <a:pPr algn="l" fontAlgn="base">
              <a:buFont typeface="Arial" panose="020B0604020202020204" pitchFamily="34" charset="0"/>
              <a:buChar char="•"/>
            </a:pPr>
            <a:r>
              <a:rPr lang="en-US" b="1" i="0" dirty="0">
                <a:solidFill>
                  <a:srgbClr val="273239"/>
                </a:solidFill>
                <a:effectLst/>
                <a:latin typeface="Nunito" pitchFamily="2" charset="0"/>
              </a:rPr>
              <a:t>Business case</a:t>
            </a:r>
            <a:r>
              <a:rPr lang="en-US" b="0" i="0" dirty="0">
                <a:solidFill>
                  <a:srgbClr val="273239"/>
                </a:solidFill>
                <a:effectLst/>
                <a:latin typeface="Nunito" pitchFamily="2" charset="0"/>
              </a:rPr>
              <a:t>: A business case explains why the project is necessary and outlines its goals and expected return on investment.</a:t>
            </a:r>
          </a:p>
          <a:p>
            <a:pPr algn="l" fontAlgn="base">
              <a:buFont typeface="Arial" panose="020B0604020202020204" pitchFamily="34" charset="0"/>
              <a:buChar char="•"/>
            </a:pPr>
            <a:r>
              <a:rPr lang="en-US" b="1" i="0" dirty="0">
                <a:solidFill>
                  <a:srgbClr val="273239"/>
                </a:solidFill>
                <a:effectLst/>
                <a:latin typeface="Nunito" pitchFamily="2" charset="0"/>
              </a:rPr>
              <a:t>Feasibility study:</a:t>
            </a:r>
            <a:r>
              <a:rPr lang="en-US" b="0" i="0" dirty="0">
                <a:solidFill>
                  <a:srgbClr val="273239"/>
                </a:solidFill>
                <a:effectLst/>
                <a:latin typeface="Nunito" pitchFamily="2" charset="0"/>
              </a:rPr>
              <a:t> A feasibility study establishes the project's ability to be completed on schedule and within budget.</a:t>
            </a:r>
          </a:p>
          <a:p>
            <a:pPr algn="l" fontAlgn="base">
              <a:buFont typeface="Arial" panose="020B0604020202020204" pitchFamily="34" charset="0"/>
              <a:buChar char="•"/>
            </a:pPr>
            <a:r>
              <a:rPr lang="en-US" b="1" i="0" dirty="0">
                <a:solidFill>
                  <a:srgbClr val="273239"/>
                </a:solidFill>
                <a:effectLst/>
                <a:latin typeface="Nunito" pitchFamily="2" charset="0"/>
              </a:rPr>
              <a:t>Project charter</a:t>
            </a:r>
            <a:r>
              <a:rPr lang="en-US" b="0" i="0" dirty="0">
                <a:solidFill>
                  <a:srgbClr val="273239"/>
                </a:solidFill>
                <a:effectLst/>
                <a:latin typeface="Nunito" pitchFamily="2" charset="0"/>
              </a:rPr>
              <a:t>: A project charter outlines the goals and objectives of the project.</a:t>
            </a:r>
          </a:p>
          <a:p>
            <a:pPr algn="just" rtl="0" fontAlgn="base"/>
            <a:r>
              <a:rPr lang="en-US" b="0" i="0" dirty="0">
                <a:solidFill>
                  <a:srgbClr val="273239"/>
                </a:solidFill>
                <a:effectLst/>
                <a:latin typeface="Nunito" pitchFamily="2" charset="0"/>
              </a:rPr>
              <a:t>The project manager is required to form a project team and establish a project management office upon approval of the project. Project goals and scope are set at the kickoff meeting, which concludes the project beginning phase.</a:t>
            </a:r>
          </a:p>
          <a:p>
            <a:pPr algn="l" fontAlgn="base"/>
            <a:r>
              <a:rPr lang="en-US" b="1" i="0" dirty="0">
                <a:solidFill>
                  <a:srgbClr val="273239"/>
                </a:solidFill>
                <a:effectLst/>
                <a:latin typeface="Nunito" pitchFamily="2" charset="0"/>
              </a:rPr>
              <a:t>2. Project Planning</a:t>
            </a:r>
          </a:p>
          <a:p>
            <a:pPr algn="l" rtl="0" fontAlgn="base"/>
            <a:r>
              <a:rPr lang="en-US" b="0" i="0" dirty="0">
                <a:solidFill>
                  <a:srgbClr val="273239"/>
                </a:solidFill>
                <a:effectLst/>
                <a:latin typeface="Nunito" pitchFamily="2" charset="0"/>
              </a:rPr>
              <a:t>The production of a </a:t>
            </a:r>
            <a:r>
              <a:rPr lang="en-US" b="0" i="0" u="sng" dirty="0">
                <a:solidFill>
                  <a:srgbClr val="357960"/>
                </a:solidFill>
                <a:effectLst/>
                <a:latin typeface="Nunito" pitchFamily="2" charset="0"/>
                <a:hlinkClick r:id="rId4"/>
              </a:rPr>
              <a:t>project plan</a:t>
            </a:r>
            <a:r>
              <a:rPr lang="en-US" b="0" i="0" dirty="0">
                <a:solidFill>
                  <a:srgbClr val="273239"/>
                </a:solidFill>
                <a:effectLst/>
                <a:latin typeface="Nunito" pitchFamily="2" charset="0"/>
              </a:rPr>
              <a:t>, a detailed project document outlining the project's execution strategy, is the aim of the </a:t>
            </a:r>
            <a:r>
              <a:rPr lang="en-US" b="0" i="0" u="sng" dirty="0">
                <a:solidFill>
                  <a:srgbClr val="357960"/>
                </a:solidFill>
                <a:effectLst/>
                <a:latin typeface="Nunito" pitchFamily="2" charset="0"/>
                <a:hlinkClick r:id="rId5"/>
              </a:rPr>
              <a:t>project planning phase</a:t>
            </a:r>
            <a:r>
              <a:rPr lang="en-US" b="0" i="0" dirty="0">
                <a:solidFill>
                  <a:srgbClr val="273239"/>
                </a:solidFill>
                <a:effectLst/>
                <a:latin typeface="Nunito" pitchFamily="2" charset="0"/>
              </a:rPr>
              <a:t>. This is a brief synopsis of a project plan's key components.</a:t>
            </a:r>
          </a:p>
          <a:p>
            <a:pPr algn="l" fontAlgn="base">
              <a:buFont typeface="Arial" panose="020B0604020202020204" pitchFamily="34" charset="0"/>
              <a:buChar char="•"/>
            </a:pPr>
            <a:r>
              <a:rPr lang="en-US" b="1" i="0" dirty="0">
                <a:solidFill>
                  <a:srgbClr val="273239"/>
                </a:solidFill>
                <a:effectLst/>
                <a:latin typeface="Nunito" pitchFamily="2" charset="0"/>
              </a:rPr>
              <a:t>Project schedule</a:t>
            </a:r>
            <a:r>
              <a:rPr lang="en-US" b="0" i="0" dirty="0">
                <a:solidFill>
                  <a:srgbClr val="273239"/>
                </a:solidFill>
                <a:effectLst/>
                <a:latin typeface="Nunito" pitchFamily="2" charset="0"/>
              </a:rPr>
              <a:t>: This outlines a timetable for work completion and resource distribution.</a:t>
            </a:r>
          </a:p>
          <a:p>
            <a:pPr algn="l" fontAlgn="base">
              <a:buFont typeface="Arial" panose="020B0604020202020204" pitchFamily="34" charset="0"/>
              <a:buChar char="•"/>
            </a:pPr>
            <a:r>
              <a:rPr lang="en-US" b="1" i="0" dirty="0">
                <a:solidFill>
                  <a:srgbClr val="273239"/>
                </a:solidFill>
                <a:effectLst/>
                <a:latin typeface="Nunito" pitchFamily="2" charset="0"/>
              </a:rPr>
              <a:t>Project budget:</a:t>
            </a:r>
            <a:r>
              <a:rPr lang="en-US" b="0" i="0" dirty="0">
                <a:solidFill>
                  <a:srgbClr val="273239"/>
                </a:solidFill>
                <a:effectLst/>
                <a:latin typeface="Nunito" pitchFamily="2" charset="0"/>
              </a:rPr>
              <a:t> The total of all projected project expenses is the </a:t>
            </a:r>
            <a:r>
              <a:rPr lang="en-US" b="0" i="0" u="sng" dirty="0">
                <a:solidFill>
                  <a:srgbClr val="357960"/>
                </a:solidFill>
                <a:effectLst/>
                <a:latin typeface="Nunito" pitchFamily="2" charset="0"/>
                <a:hlinkClick r:id="rId6"/>
              </a:rPr>
              <a:t>project budget</a:t>
            </a:r>
            <a:r>
              <a:rPr lang="en-US" b="0" i="0" dirty="0">
                <a:solidFill>
                  <a:srgbClr val="273239"/>
                </a:solidFill>
                <a:effectLst/>
                <a:latin typeface="Nunito" pitchFamily="2" charset="0"/>
              </a:rPr>
              <a:t>.</a:t>
            </a:r>
          </a:p>
          <a:p>
            <a:pPr algn="l" fontAlgn="base">
              <a:buFont typeface="Arial" panose="020B0604020202020204" pitchFamily="34" charset="0"/>
              <a:buChar char="•"/>
            </a:pPr>
            <a:r>
              <a:rPr lang="en-US" b="1" i="0" dirty="0">
                <a:solidFill>
                  <a:srgbClr val="273239"/>
                </a:solidFill>
                <a:effectLst/>
                <a:latin typeface="Nunito" pitchFamily="2" charset="0"/>
              </a:rPr>
              <a:t>Scope management plan</a:t>
            </a:r>
            <a:r>
              <a:rPr lang="en-US" b="0" i="0" dirty="0">
                <a:solidFill>
                  <a:srgbClr val="273239"/>
                </a:solidFill>
                <a:effectLst/>
                <a:latin typeface="Nunito" pitchFamily="2" charset="0"/>
              </a:rPr>
              <a:t>: The scope management plan outlines the tracking procedures for the scope of your project as it progresses.</a:t>
            </a:r>
          </a:p>
          <a:p>
            <a:pPr algn="l" fontAlgn="base">
              <a:buFont typeface="Arial" panose="020B0604020202020204" pitchFamily="34" charset="0"/>
              <a:buChar char="•"/>
            </a:pPr>
            <a:r>
              <a:rPr lang="en-US" b="1" i="0" dirty="0">
                <a:solidFill>
                  <a:srgbClr val="273239"/>
                </a:solidFill>
                <a:effectLst/>
                <a:latin typeface="Nunito" pitchFamily="2" charset="0"/>
              </a:rPr>
              <a:t>Risk management plan</a:t>
            </a:r>
            <a:r>
              <a:rPr lang="en-US" b="0" i="0" dirty="0">
                <a:solidFill>
                  <a:srgbClr val="273239"/>
                </a:solidFill>
                <a:effectLst/>
                <a:latin typeface="Nunito" pitchFamily="2" charset="0"/>
              </a:rPr>
              <a:t>:  The project's potential risks are described in the risk management plan, along with mitigation techniques.</a:t>
            </a:r>
          </a:p>
          <a:p>
            <a:pPr algn="l" fontAlgn="base">
              <a:buFont typeface="Arial" panose="020B0604020202020204" pitchFamily="34" charset="0"/>
              <a:buChar char="•"/>
            </a:pPr>
            <a:r>
              <a:rPr lang="en-US" b="1" i="0" dirty="0">
                <a:solidFill>
                  <a:srgbClr val="273239"/>
                </a:solidFill>
                <a:effectLst/>
                <a:latin typeface="Nunito" pitchFamily="2" charset="0"/>
              </a:rPr>
              <a:t>Resource management plan</a:t>
            </a:r>
            <a:r>
              <a:rPr lang="en-US" b="0" i="0" dirty="0">
                <a:solidFill>
                  <a:srgbClr val="273239"/>
                </a:solidFill>
                <a:effectLst/>
                <a:latin typeface="Nunito" pitchFamily="2" charset="0"/>
              </a:rPr>
              <a:t>: The resource management strategy outlines the acquisition, distribution, and management of your resources during the course of the project.</a:t>
            </a:r>
          </a:p>
          <a:p>
            <a:pPr algn="l" fontAlgn="base">
              <a:buFont typeface="Arial" panose="020B0604020202020204" pitchFamily="34" charset="0"/>
              <a:buChar char="•"/>
            </a:pPr>
            <a:r>
              <a:rPr lang="en-US" b="1" i="0" dirty="0">
                <a:solidFill>
                  <a:srgbClr val="273239"/>
                </a:solidFill>
                <a:effectLst/>
                <a:latin typeface="Nunito" pitchFamily="2" charset="0"/>
              </a:rPr>
              <a:t>Stakeholder management plan</a:t>
            </a:r>
            <a:r>
              <a:rPr lang="en-US" b="0" i="0" dirty="0">
                <a:solidFill>
                  <a:srgbClr val="273239"/>
                </a:solidFill>
                <a:effectLst/>
                <a:latin typeface="Nunito" pitchFamily="2" charset="0"/>
              </a:rPr>
              <a:t>: All </a:t>
            </a:r>
            <a:r>
              <a:rPr lang="en-US" b="0" i="0" u="sng" dirty="0">
                <a:solidFill>
                  <a:srgbClr val="357960"/>
                </a:solidFill>
                <a:effectLst/>
                <a:latin typeface="Nunito" pitchFamily="2" charset="0"/>
                <a:hlinkClick r:id="rId7"/>
              </a:rPr>
              <a:t>project stakeholders</a:t>
            </a:r>
            <a:r>
              <a:rPr lang="en-US" b="0" i="0" dirty="0">
                <a:solidFill>
                  <a:srgbClr val="273239"/>
                </a:solidFill>
                <a:effectLst/>
                <a:latin typeface="Nunito" pitchFamily="2" charset="0"/>
              </a:rPr>
              <a:t> are listed in the stakeholder management strategy, along with management rules.</a:t>
            </a:r>
          </a:p>
          <a:p>
            <a:pPr algn="just" rtl="0" fontAlgn="base"/>
            <a:r>
              <a:rPr lang="en-US" b="0" i="0" u="sng" dirty="0">
                <a:solidFill>
                  <a:srgbClr val="357960"/>
                </a:solidFill>
                <a:effectLst/>
                <a:latin typeface="Nunito" pitchFamily="2" charset="0"/>
                <a:hlinkClick r:id="rId8"/>
              </a:rPr>
              <a:t>Gantt chart software</a:t>
            </a:r>
            <a:r>
              <a:rPr lang="en-US" b="0" i="0" dirty="0">
                <a:solidFill>
                  <a:srgbClr val="273239"/>
                </a:solidFill>
                <a:effectLst/>
                <a:latin typeface="Nunito" pitchFamily="2" charset="0"/>
              </a:rPr>
              <a:t>, which offers a visual depiction of the complete </a:t>
            </a:r>
            <a:r>
              <a:rPr lang="en-US" b="0" i="0" u="sng" dirty="0">
                <a:solidFill>
                  <a:srgbClr val="357960"/>
                </a:solidFill>
                <a:effectLst/>
                <a:latin typeface="Nunito" pitchFamily="2" charset="0"/>
                <a:hlinkClick r:id="rId9"/>
              </a:rPr>
              <a:t>project timeline</a:t>
            </a:r>
            <a:r>
              <a:rPr lang="en-US" b="0" i="0" dirty="0">
                <a:solidFill>
                  <a:srgbClr val="273239"/>
                </a:solidFill>
                <a:effectLst/>
                <a:latin typeface="Nunito" pitchFamily="2" charset="0"/>
              </a:rPr>
              <a:t> and project scope, is frequently used by project managers to set up their project plans. Certain Gantt charts can </a:t>
            </a:r>
            <a:r>
              <a:rPr lang="en-US" b="0" i="0" dirty="0" err="1">
                <a:solidFill>
                  <a:srgbClr val="273239"/>
                </a:solidFill>
                <a:effectLst/>
                <a:latin typeface="Nunito" pitchFamily="2" charset="0"/>
              </a:rPr>
              <a:t>recognise</a:t>
            </a:r>
            <a:r>
              <a:rPr lang="en-US" b="0" i="0" dirty="0">
                <a:solidFill>
                  <a:srgbClr val="273239"/>
                </a:solidFill>
                <a:effectLst/>
                <a:latin typeface="Nunito" pitchFamily="2" charset="0"/>
              </a:rPr>
              <a:t> critical path activities on their own.</a:t>
            </a:r>
          </a:p>
          <a:p>
            <a:pPr algn="l" fontAlgn="base"/>
            <a:r>
              <a:rPr lang="en-US" b="1" i="0" dirty="0">
                <a:solidFill>
                  <a:srgbClr val="273239"/>
                </a:solidFill>
                <a:effectLst/>
                <a:latin typeface="Nunito" pitchFamily="2" charset="0"/>
              </a:rPr>
              <a:t>3. Project Execution</a:t>
            </a:r>
          </a:p>
          <a:p>
            <a:pPr algn="just" rtl="0" fontAlgn="base"/>
            <a:r>
              <a:rPr lang="en-US" b="0" i="0" u="sng" dirty="0">
                <a:solidFill>
                  <a:srgbClr val="357960"/>
                </a:solidFill>
                <a:effectLst/>
                <a:latin typeface="Nunito" pitchFamily="2" charset="0"/>
                <a:hlinkClick r:id="rId5"/>
              </a:rPr>
              <a:t>Project execution</a:t>
            </a:r>
            <a:r>
              <a:rPr lang="en-US" b="0" i="0" dirty="0">
                <a:solidFill>
                  <a:srgbClr val="273239"/>
                </a:solidFill>
                <a:effectLst/>
                <a:latin typeface="Nunito" pitchFamily="2" charset="0"/>
              </a:rPr>
              <a:t>, or carrying out the plan in order to accomplish the goals and objectives of the project, is the third stage of project management. As a project moves closer to the monitoring and control phase, project managers must supervise the project management knowledge areas during the project execution phase. In order to keep the team working, the project manager will reallocate resources or modify the time and scope as necessary. They will also </a:t>
            </a:r>
            <a:r>
              <a:rPr lang="en-US" b="0" i="0" dirty="0" err="1">
                <a:solidFill>
                  <a:srgbClr val="273239"/>
                </a:solidFill>
                <a:effectLst/>
                <a:latin typeface="Nunito" pitchFamily="2" charset="0"/>
              </a:rPr>
              <a:t>recognise</a:t>
            </a:r>
            <a:r>
              <a:rPr lang="en-US" b="0" i="0" dirty="0">
                <a:solidFill>
                  <a:srgbClr val="273239"/>
                </a:solidFill>
                <a:effectLst/>
                <a:latin typeface="Nunito" pitchFamily="2" charset="0"/>
              </a:rPr>
              <a:t> and reduce risks, address issues, and apply any modifications.</a:t>
            </a:r>
          </a:p>
          <a:p>
            <a:pPr algn="l" fontAlgn="base"/>
            <a:r>
              <a:rPr lang="en-US" b="1" i="0" dirty="0">
                <a:solidFill>
                  <a:srgbClr val="273239"/>
                </a:solidFill>
                <a:effectLst/>
                <a:latin typeface="Nunito" pitchFamily="2" charset="0"/>
              </a:rPr>
              <a:t>4. Project Monitoring and Control</a:t>
            </a:r>
          </a:p>
          <a:p>
            <a:pPr algn="l" rtl="0" fontAlgn="base"/>
            <a:r>
              <a:rPr lang="en-US" b="0" i="0" u="sng" dirty="0">
                <a:solidFill>
                  <a:srgbClr val="357960"/>
                </a:solidFill>
                <a:effectLst/>
                <a:latin typeface="Nunito" pitchFamily="2" charset="0"/>
                <a:hlinkClick r:id="rId10"/>
              </a:rPr>
              <a:t>Project monitoring and control</a:t>
            </a:r>
            <a:r>
              <a:rPr lang="en-US" b="0" i="0" dirty="0">
                <a:solidFill>
                  <a:srgbClr val="273239"/>
                </a:solidFill>
                <a:effectLst/>
                <a:latin typeface="Nunito" pitchFamily="2" charset="0"/>
              </a:rPr>
              <a:t>, the fourth phase of project management, happens while the project is being executed. In order to make sure the project team stays on track and within budget, it entails keeping an eye on how the project execution activities are going. Quality assurance is ensured through the application of quality control techniques. Another essential component of this project management phase is reporting. Project managers can use it to monitor progress in the first place, and stakeholders can receive updates during presentations by using the data it provides. Numerous project management reports are available, including those on project status, timesheets, workload, allocation, and expenses.</a:t>
            </a:r>
          </a:p>
          <a:p>
            <a:pPr algn="l" fontAlgn="base"/>
            <a:r>
              <a:rPr lang="en-US" b="1" i="0" dirty="0">
                <a:solidFill>
                  <a:srgbClr val="273239"/>
                </a:solidFill>
                <a:effectLst/>
                <a:latin typeface="Nunito" pitchFamily="2" charset="0"/>
              </a:rPr>
              <a:t>5. Project Closure</a:t>
            </a:r>
          </a:p>
          <a:p>
            <a:pPr algn="l" rtl="0" fontAlgn="base"/>
            <a:r>
              <a:rPr lang="en-US" b="0" i="0" u="sng" dirty="0">
                <a:solidFill>
                  <a:srgbClr val="357960"/>
                </a:solidFill>
                <a:effectLst/>
                <a:latin typeface="Nunito" pitchFamily="2" charset="0"/>
                <a:hlinkClick r:id="rId11"/>
              </a:rPr>
              <a:t>Project closing</a:t>
            </a:r>
            <a:r>
              <a:rPr lang="en-US" b="0" i="0" dirty="0">
                <a:solidFill>
                  <a:srgbClr val="273239"/>
                </a:solidFill>
                <a:effectLst/>
                <a:latin typeface="Nunito" pitchFamily="2" charset="0"/>
              </a:rPr>
              <a:t>, the fifth stage of project management, involves presenting the stakeholders with the completed deliverables. Resources are released, paperwork is finished, and everything is signed off on after approval.</a:t>
            </a:r>
          </a:p>
          <a:p>
            <a:endParaRPr lang="en-US" dirty="0"/>
          </a:p>
        </p:txBody>
      </p:sp>
      <p:sp>
        <p:nvSpPr>
          <p:cNvPr id="4" name="Slide Number Placeholder 3"/>
          <p:cNvSpPr>
            <a:spLocks noGrp="1"/>
          </p:cNvSpPr>
          <p:nvPr>
            <p:ph type="sldNum" sz="quarter" idx="5"/>
          </p:nvPr>
        </p:nvSpPr>
        <p:spPr/>
        <p:txBody>
          <a:bodyPr/>
          <a:lstStyle/>
          <a:p>
            <a:fld id="{F4A42F38-453B-46B4-ACB9-8A9CF666B571}" type="slidenum">
              <a:rPr lang="en-US" smtClean="0"/>
              <a:t>18</a:t>
            </a:fld>
            <a:endParaRPr lang="en-US"/>
          </a:p>
        </p:txBody>
      </p:sp>
    </p:spTree>
    <p:extLst>
      <p:ext uri="{BB962C8B-B14F-4D97-AF65-F5344CB8AC3E}">
        <p14:creationId xmlns:p14="http://schemas.microsoft.com/office/powerpoint/2010/main" val="30086013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r>
              <a:rPr lang="en-US" b="0" i="0" dirty="0">
                <a:solidFill>
                  <a:srgbClr val="1B1B1B"/>
                </a:solidFill>
                <a:effectLst/>
                <a:latin typeface="museoSans"/>
              </a:rPr>
              <a:t>A program, like a project, follows a distinct lifecycle. While the specific phases can vary depending on the organization and industry, the general structure includes:</a:t>
            </a:r>
          </a:p>
          <a:p>
            <a:pPr algn="l" fontAlgn="base"/>
            <a:r>
              <a:rPr lang="en-US" b="1" i="0" dirty="0">
                <a:solidFill>
                  <a:srgbClr val="1B1B1B"/>
                </a:solidFill>
                <a:effectLst/>
                <a:latin typeface="museoSans"/>
              </a:rPr>
              <a:t>1. Initiation</a:t>
            </a:r>
          </a:p>
          <a:p>
            <a:pPr algn="l" fontAlgn="base"/>
            <a:r>
              <a:rPr lang="en-US" b="0" i="0" dirty="0">
                <a:solidFill>
                  <a:srgbClr val="1B1B1B"/>
                </a:solidFill>
                <a:effectLst/>
                <a:latin typeface="museoSans"/>
              </a:rPr>
              <a:t>This phase involves defining goals, identifying stakeholders, and securing necessary resources. This includes creating a comprehensive program charter outlining the overall objectives and scope of programs. For projects, the focus is on creating a project charter defining specific goals, scope, and feasibility.</a:t>
            </a:r>
          </a:p>
          <a:p>
            <a:pPr algn="l" fontAlgn="base"/>
            <a:r>
              <a:rPr lang="en-US" b="1" i="0" dirty="0">
                <a:solidFill>
                  <a:srgbClr val="1B1B1B"/>
                </a:solidFill>
                <a:effectLst/>
                <a:latin typeface="museoSans"/>
              </a:rPr>
              <a:t>2. Planning</a:t>
            </a:r>
          </a:p>
          <a:p>
            <a:pPr algn="l" fontAlgn="base"/>
            <a:r>
              <a:rPr lang="en-US" b="0" i="0" dirty="0">
                <a:solidFill>
                  <a:srgbClr val="1B1B1B"/>
                </a:solidFill>
                <a:effectLst/>
                <a:latin typeface="museoSans"/>
              </a:rPr>
              <a:t>The program manager develops a comprehensive program plan outlining phases, deliverables, and milestones, while the project manager creates detailed project plans. Both roles involve identifying constituent projects, establishing governance structures, and developing effective communication plans.</a:t>
            </a:r>
          </a:p>
          <a:p>
            <a:pPr algn="l" fontAlgn="base"/>
            <a:r>
              <a:rPr lang="en-US" b="1" i="0" dirty="0">
                <a:solidFill>
                  <a:srgbClr val="1B1B1B"/>
                </a:solidFill>
                <a:effectLst/>
                <a:latin typeface="museoSans"/>
              </a:rPr>
              <a:t>3. Execution</a:t>
            </a:r>
          </a:p>
          <a:p>
            <a:pPr algn="l" fontAlgn="base"/>
            <a:r>
              <a:rPr lang="en-US" b="0" i="0" dirty="0">
                <a:solidFill>
                  <a:srgbClr val="1B1B1B"/>
                </a:solidFill>
                <a:effectLst/>
                <a:latin typeface="museoSans"/>
              </a:rPr>
              <a:t>Program managers launch and manage individual projects within the program, while project managers focus on the day-to-day execution of their assigned projects. Both roles involve monitoring progress, identifying and </a:t>
            </a:r>
            <a:r>
              <a:rPr lang="en-US" b="1" i="0" u="none" strike="noStrike" dirty="0">
                <a:solidFill>
                  <a:srgbClr val="0036C2"/>
                </a:solidFill>
                <a:effectLst/>
                <a:latin typeface="museoSans"/>
                <a:hlinkClick r:id="rId3"/>
              </a:rPr>
              <a:t>mitigating risks</a:t>
            </a:r>
            <a:r>
              <a:rPr lang="en-US" b="0" i="0" dirty="0">
                <a:solidFill>
                  <a:srgbClr val="1B1B1B"/>
                </a:solidFill>
                <a:effectLst/>
                <a:latin typeface="museoSans"/>
              </a:rPr>
              <a:t>, and managing stakeholder expectations.</a:t>
            </a:r>
          </a:p>
          <a:p>
            <a:pPr algn="l" fontAlgn="base"/>
            <a:r>
              <a:rPr lang="en-US" b="1" i="0" dirty="0">
                <a:solidFill>
                  <a:srgbClr val="1B1B1B"/>
                </a:solidFill>
                <a:effectLst/>
                <a:latin typeface="museoSans"/>
              </a:rPr>
              <a:t>4. Delivery</a:t>
            </a:r>
          </a:p>
          <a:p>
            <a:pPr algn="l" fontAlgn="base"/>
            <a:r>
              <a:rPr lang="en-US" b="0" i="0" dirty="0">
                <a:solidFill>
                  <a:srgbClr val="1B1B1B"/>
                </a:solidFill>
                <a:effectLst/>
                <a:latin typeface="museoSans"/>
              </a:rPr>
              <a:t>Program managers focus on realizing the expected benefits for the organization, while project managers ensure that individual projects deliver their intended outcomes. Both roles involve measuring performance against objectives and capturing lessons learned for future initiatives.</a:t>
            </a:r>
          </a:p>
          <a:p>
            <a:pPr algn="l" fontAlgn="base"/>
            <a:r>
              <a:rPr lang="en-US" b="1" i="0" dirty="0">
                <a:solidFill>
                  <a:srgbClr val="1B1B1B"/>
                </a:solidFill>
                <a:effectLst/>
                <a:latin typeface="museoSans"/>
              </a:rPr>
              <a:t>5. Closure</a:t>
            </a:r>
          </a:p>
          <a:p>
            <a:pPr algn="l" fontAlgn="base"/>
            <a:r>
              <a:rPr lang="en-US" b="0" i="0" dirty="0">
                <a:solidFill>
                  <a:srgbClr val="1B1B1B"/>
                </a:solidFill>
                <a:effectLst/>
                <a:latin typeface="museoSans"/>
              </a:rPr>
              <a:t>Program managers evaluate the program's effectiveness, transfer deliverables to operational teams, and document lessons learned. Project managers assess project performance, document insights, and obtain formal closure from stakeholders.</a:t>
            </a:r>
          </a:p>
          <a:p>
            <a:endParaRPr lang="en-US" dirty="0"/>
          </a:p>
        </p:txBody>
      </p:sp>
      <p:sp>
        <p:nvSpPr>
          <p:cNvPr id="4" name="Slide Number Placeholder 3"/>
          <p:cNvSpPr>
            <a:spLocks noGrp="1"/>
          </p:cNvSpPr>
          <p:nvPr>
            <p:ph type="sldNum" sz="quarter" idx="5"/>
          </p:nvPr>
        </p:nvSpPr>
        <p:spPr/>
        <p:txBody>
          <a:bodyPr/>
          <a:lstStyle/>
          <a:p>
            <a:fld id="{F4A42F38-453B-46B4-ACB9-8A9CF666B571}" type="slidenum">
              <a:rPr lang="en-US" smtClean="0"/>
              <a:t>19</a:t>
            </a:fld>
            <a:endParaRPr lang="en-US"/>
          </a:p>
        </p:txBody>
      </p:sp>
    </p:spTree>
    <p:extLst>
      <p:ext uri="{BB962C8B-B14F-4D97-AF65-F5344CB8AC3E}">
        <p14:creationId xmlns:p14="http://schemas.microsoft.com/office/powerpoint/2010/main" val="8252833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r>
              <a:rPr lang="en-US" b="0" i="0" dirty="0">
                <a:solidFill>
                  <a:srgbClr val="1B1B1B"/>
                </a:solidFill>
                <a:effectLst/>
                <a:latin typeface="museoSans"/>
              </a:rPr>
              <a:t>The roles of project and program managers require a unique set of skills tailored to their specific responsibilities and the scope of work they manage:</a:t>
            </a:r>
          </a:p>
          <a:p>
            <a:pPr algn="l" fontAlgn="base">
              <a:buFont typeface="+mj-lt"/>
              <a:buAutoNum type="arabicPeriod"/>
            </a:pPr>
            <a:r>
              <a:rPr lang="en-US" b="1" i="0" dirty="0">
                <a:solidFill>
                  <a:srgbClr val="1B1B1B"/>
                </a:solidFill>
                <a:effectLst/>
                <a:latin typeface="inherit"/>
              </a:rPr>
              <a:t>Technical proficiency:</a:t>
            </a:r>
            <a:r>
              <a:rPr lang="en-US" b="0" i="0" dirty="0">
                <a:solidFill>
                  <a:srgbClr val="1B1B1B"/>
                </a:solidFill>
                <a:effectLst/>
                <a:latin typeface="inherit"/>
              </a:rPr>
              <a:t> While technical proficiency can be beneficial for both project and program managers, it is especially valuable for project managers who work closely with development teams. A basic understanding of coding can help project managers communicate more effectively, estimate tasks more accurately, and review project deliverables.</a:t>
            </a:r>
          </a:p>
          <a:p>
            <a:pPr algn="l" fontAlgn="base">
              <a:buFont typeface="+mj-lt"/>
              <a:buAutoNum type="arabicPeriod"/>
            </a:pPr>
            <a:r>
              <a:rPr lang="en-US" b="1" i="0" dirty="0">
                <a:solidFill>
                  <a:srgbClr val="1B1B1B"/>
                </a:solidFill>
                <a:effectLst/>
                <a:latin typeface="inherit"/>
              </a:rPr>
              <a:t>Leadership:</a:t>
            </a:r>
            <a:r>
              <a:rPr lang="en-US" b="0" i="0" dirty="0">
                <a:solidFill>
                  <a:srgbClr val="1B1B1B"/>
                </a:solidFill>
                <a:effectLst/>
                <a:latin typeface="inherit"/>
              </a:rPr>
              <a:t> The project manager focuses on project teams, while the program manager influences multiple teams and sometimes cross-functional groups.</a:t>
            </a:r>
          </a:p>
          <a:p>
            <a:pPr algn="l" fontAlgn="base">
              <a:buFont typeface="+mj-lt"/>
              <a:buAutoNum type="arabicPeriod"/>
            </a:pPr>
            <a:r>
              <a:rPr lang="en-US" b="1" i="0" dirty="0">
                <a:solidFill>
                  <a:srgbClr val="1B1B1B"/>
                </a:solidFill>
                <a:effectLst/>
                <a:latin typeface="inherit"/>
              </a:rPr>
              <a:t>Communication:</a:t>
            </a:r>
            <a:r>
              <a:rPr lang="en-US" b="0" i="0" dirty="0">
                <a:solidFill>
                  <a:srgbClr val="1B1B1B"/>
                </a:solidFill>
                <a:effectLst/>
                <a:latin typeface="inherit"/>
              </a:rPr>
              <a:t> Both roles require clear and concise communication techniques to manage expectations, engage stakeholders, and ensure project success. However, program managers often interact with a broader audience.</a:t>
            </a:r>
          </a:p>
          <a:p>
            <a:pPr algn="l" fontAlgn="base">
              <a:buFont typeface="+mj-lt"/>
              <a:buAutoNum type="arabicPeriod"/>
            </a:pPr>
            <a:r>
              <a:rPr lang="en-US" b="1" i="0" dirty="0">
                <a:solidFill>
                  <a:srgbClr val="1B1B1B"/>
                </a:solidFill>
                <a:effectLst/>
                <a:latin typeface="inherit"/>
              </a:rPr>
              <a:t>Organizational skills:</a:t>
            </a:r>
            <a:r>
              <a:rPr lang="en-US" b="0" i="0" dirty="0">
                <a:solidFill>
                  <a:srgbClr val="1B1B1B"/>
                </a:solidFill>
                <a:effectLst/>
                <a:latin typeface="inherit"/>
              </a:rPr>
              <a:t> While project managers organize tasks, set realistic deadlines, and allocate resources within a single project, program managers manage the organization of various projects within the broader program context.</a:t>
            </a:r>
          </a:p>
          <a:p>
            <a:pPr algn="l" fontAlgn="base">
              <a:buFont typeface="+mj-lt"/>
              <a:buAutoNum type="arabicPeriod"/>
            </a:pPr>
            <a:r>
              <a:rPr lang="en-US" b="1" i="0" dirty="0">
                <a:solidFill>
                  <a:srgbClr val="1B1B1B"/>
                </a:solidFill>
                <a:effectLst/>
                <a:latin typeface="inherit"/>
              </a:rPr>
              <a:t>Problem-solving:</a:t>
            </a:r>
            <a:r>
              <a:rPr lang="en-US" b="0" i="0" dirty="0">
                <a:solidFill>
                  <a:srgbClr val="1B1B1B"/>
                </a:solidFill>
                <a:effectLst/>
                <a:latin typeface="inherit"/>
              </a:rPr>
              <a:t> The project manager often tackles specific, project-related issues, while the program manager addresses broader challenges that may impact numerous projects or the entire program.</a:t>
            </a:r>
          </a:p>
          <a:p>
            <a:pPr algn="l" fontAlgn="base">
              <a:buFont typeface="+mj-lt"/>
              <a:buAutoNum type="arabicPeriod"/>
            </a:pPr>
            <a:r>
              <a:rPr lang="en-US" b="1" i="0" dirty="0">
                <a:solidFill>
                  <a:srgbClr val="1B1B1B"/>
                </a:solidFill>
                <a:effectLst/>
                <a:latin typeface="inherit"/>
              </a:rPr>
              <a:t>Risk management:</a:t>
            </a:r>
            <a:r>
              <a:rPr lang="en-US" b="0" i="0" dirty="0">
                <a:solidFill>
                  <a:srgbClr val="1B1B1B"/>
                </a:solidFill>
                <a:effectLst/>
                <a:latin typeface="inherit"/>
              </a:rPr>
              <a:t> While both assess and mitigate risks, the program manager focuses on broader, program-level risks that could impact multiple projects.</a:t>
            </a:r>
          </a:p>
          <a:p>
            <a:pPr algn="l" fontAlgn="base">
              <a:buFont typeface="+mj-lt"/>
              <a:buAutoNum type="arabicPeriod"/>
            </a:pPr>
            <a:r>
              <a:rPr lang="en-US" b="1" i="0" dirty="0">
                <a:solidFill>
                  <a:srgbClr val="1B1B1B"/>
                </a:solidFill>
                <a:effectLst/>
                <a:latin typeface="inherit"/>
              </a:rPr>
              <a:t>Change management:</a:t>
            </a:r>
            <a:r>
              <a:rPr lang="en-US" b="0" i="0" dirty="0">
                <a:solidFill>
                  <a:srgbClr val="1B1B1B"/>
                </a:solidFill>
                <a:effectLst/>
                <a:latin typeface="inherit"/>
              </a:rPr>
              <a:t> While both adapt to changes and effectively manage stakeholder expectations, project managers usually handle changes within the scope of a single project, whereas program managers manage changes that affect the program and might impact organizational strategy.</a:t>
            </a:r>
          </a:p>
          <a:p>
            <a:pPr algn="l" fontAlgn="base">
              <a:buFont typeface="+mj-lt"/>
              <a:buAutoNum type="arabicPeriod"/>
            </a:pPr>
            <a:r>
              <a:rPr lang="en-US" b="1" i="0" dirty="0">
                <a:solidFill>
                  <a:srgbClr val="1B1B1B"/>
                </a:solidFill>
                <a:effectLst/>
                <a:latin typeface="inherit"/>
              </a:rPr>
              <a:t>Strategic thinking:</a:t>
            </a:r>
            <a:r>
              <a:rPr lang="en-US" b="0" i="0" dirty="0">
                <a:solidFill>
                  <a:srgbClr val="1B1B1B"/>
                </a:solidFill>
                <a:effectLst/>
                <a:latin typeface="inherit"/>
              </a:rPr>
              <a:t> Program managers must align program goals with overarching organizational objectives and strategic plans. This requires a deep understanding of the business context and the ability to anticipate future trends and challenges.</a:t>
            </a:r>
          </a:p>
          <a:p>
            <a:pPr algn="l" fontAlgn="base">
              <a:buFont typeface="+mj-lt"/>
              <a:buAutoNum type="arabicPeriod"/>
            </a:pPr>
            <a:r>
              <a:rPr lang="en-US" b="1" i="0" dirty="0">
                <a:solidFill>
                  <a:srgbClr val="1B1B1B"/>
                </a:solidFill>
                <a:effectLst/>
                <a:latin typeface="inherit"/>
              </a:rPr>
              <a:t>Financial management:</a:t>
            </a:r>
            <a:r>
              <a:rPr lang="en-US" b="0" i="0" dirty="0">
                <a:solidFill>
                  <a:srgbClr val="1B1B1B"/>
                </a:solidFill>
                <a:effectLst/>
                <a:latin typeface="inherit"/>
              </a:rPr>
              <a:t> This includes managing the program's funding, allocating resources across multiple projects, and ensuring financial efficiency. While project managers are responsible for ensuring that projects are financially viable and executed within budget constraints, program managers must balance competing demands and make strategic decisions to optimize resource utilization and achieve program objectives.</a:t>
            </a:r>
          </a:p>
          <a:p>
            <a:pPr algn="l" fontAlgn="base">
              <a:buFont typeface="+mj-lt"/>
              <a:buAutoNum type="arabicPeriod"/>
            </a:pPr>
            <a:r>
              <a:rPr lang="en-US" b="1" i="0" dirty="0">
                <a:solidFill>
                  <a:srgbClr val="1B1B1B"/>
                </a:solidFill>
                <a:effectLst/>
                <a:latin typeface="inherit"/>
              </a:rPr>
              <a:t>Stakeholder management:</a:t>
            </a:r>
            <a:r>
              <a:rPr lang="en-US" b="0" i="0" dirty="0">
                <a:solidFill>
                  <a:srgbClr val="1B1B1B"/>
                </a:solidFill>
                <a:effectLst/>
                <a:latin typeface="inherit"/>
              </a:rPr>
              <a:t> Crucial for both, but program managers often deal with higher stakeholder interactions, including senior management and primary investors.</a:t>
            </a:r>
          </a:p>
          <a:p>
            <a:endParaRPr lang="en-US" dirty="0"/>
          </a:p>
        </p:txBody>
      </p:sp>
      <p:sp>
        <p:nvSpPr>
          <p:cNvPr id="4" name="Slide Number Placeholder 3"/>
          <p:cNvSpPr>
            <a:spLocks noGrp="1"/>
          </p:cNvSpPr>
          <p:nvPr>
            <p:ph type="sldNum" sz="quarter" idx="5"/>
          </p:nvPr>
        </p:nvSpPr>
        <p:spPr/>
        <p:txBody>
          <a:bodyPr/>
          <a:lstStyle/>
          <a:p>
            <a:fld id="{F4A42F38-453B-46B4-ACB9-8A9CF666B571}" type="slidenum">
              <a:rPr lang="en-US" smtClean="0"/>
              <a:t>21</a:t>
            </a:fld>
            <a:endParaRPr lang="en-US"/>
          </a:p>
        </p:txBody>
      </p:sp>
    </p:spTree>
    <p:extLst>
      <p:ext uri="{BB962C8B-B14F-4D97-AF65-F5344CB8AC3E}">
        <p14:creationId xmlns:p14="http://schemas.microsoft.com/office/powerpoint/2010/main" val="20158728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rtl="0" fontAlgn="base"/>
            <a:r>
              <a:rPr lang="en-US" b="0" i="0" dirty="0">
                <a:solidFill>
                  <a:srgbClr val="273239"/>
                </a:solidFill>
                <a:effectLst/>
                <a:latin typeface="Nunito" pitchFamily="2" charset="0"/>
              </a:rPr>
              <a:t>Project management is vital for several reasons. Firstly, it ensures that projects are completed efficiently, within budget, and on schedule. By employing systematic planning, execution, and monitoring, project managers can anticipate and mitigate potential risks, ensuring smooth progress throughout the </a:t>
            </a:r>
            <a:r>
              <a:rPr lang="en-US" b="0" i="0" u="sng" dirty="0">
                <a:solidFill>
                  <a:srgbClr val="357960"/>
                </a:solidFill>
                <a:effectLst/>
                <a:latin typeface="Nunito" pitchFamily="2" charset="0"/>
                <a:hlinkClick r:id="rId3"/>
              </a:rPr>
              <a:t>project lifecycle</a:t>
            </a:r>
            <a:r>
              <a:rPr lang="en-US" b="0" i="0" dirty="0">
                <a:solidFill>
                  <a:srgbClr val="273239"/>
                </a:solidFill>
                <a:effectLst/>
                <a:latin typeface="Nunito" pitchFamily="2" charset="0"/>
              </a:rPr>
              <a:t>. Here are some of the reasons </a:t>
            </a:r>
            <a:r>
              <a:rPr lang="en-US" b="0" i="0" u="sng" dirty="0">
                <a:solidFill>
                  <a:srgbClr val="357960"/>
                </a:solidFill>
                <a:effectLst/>
                <a:latin typeface="Nunito" pitchFamily="2" charset="0"/>
                <a:hlinkClick r:id="rId4"/>
              </a:rPr>
              <a:t>why project management is important:</a:t>
            </a:r>
            <a:endParaRPr lang="en-US" b="0" i="0" dirty="0">
              <a:solidFill>
                <a:srgbClr val="273239"/>
              </a:solidFill>
              <a:effectLst/>
              <a:latin typeface="Nunito" pitchFamily="2" charset="0"/>
            </a:endParaRPr>
          </a:p>
          <a:p>
            <a:pPr algn="l" fontAlgn="base">
              <a:buFont typeface="Arial" panose="020B0604020202020204" pitchFamily="34" charset="0"/>
              <a:buChar char="•"/>
            </a:pPr>
            <a:r>
              <a:rPr lang="en-US" b="1" i="0" dirty="0">
                <a:solidFill>
                  <a:srgbClr val="273239"/>
                </a:solidFill>
                <a:effectLst/>
                <a:latin typeface="Nunito" pitchFamily="2" charset="0"/>
              </a:rPr>
              <a:t>Efficiency</a:t>
            </a:r>
            <a:r>
              <a:rPr lang="en-US" b="0" i="0" dirty="0">
                <a:solidFill>
                  <a:srgbClr val="273239"/>
                </a:solidFill>
                <a:effectLst/>
                <a:latin typeface="Nunito" pitchFamily="2" charset="0"/>
              </a:rPr>
              <a:t>: Ensures projects are completed on time, within budget, and with optimal resource utilization.</a:t>
            </a:r>
          </a:p>
          <a:p>
            <a:pPr algn="l" fontAlgn="base">
              <a:buFont typeface="Arial" panose="020B0604020202020204" pitchFamily="34" charset="0"/>
              <a:buChar char="•"/>
            </a:pPr>
            <a:r>
              <a:rPr lang="en-US" b="1" i="0" dirty="0">
                <a:solidFill>
                  <a:srgbClr val="273239"/>
                </a:solidFill>
                <a:effectLst/>
                <a:latin typeface="Nunito" pitchFamily="2" charset="0"/>
              </a:rPr>
              <a:t>Risk Management</a:t>
            </a:r>
            <a:r>
              <a:rPr lang="en-US" b="0" i="0" dirty="0">
                <a:solidFill>
                  <a:srgbClr val="273239"/>
                </a:solidFill>
                <a:effectLst/>
                <a:latin typeface="Nunito" pitchFamily="2" charset="0"/>
              </a:rPr>
              <a:t>: Identifies and mitigates potential risks, ensuring smooth progress throughout the project lifecycle.</a:t>
            </a:r>
          </a:p>
          <a:p>
            <a:pPr algn="l" fontAlgn="base">
              <a:buFont typeface="Arial" panose="020B0604020202020204" pitchFamily="34" charset="0"/>
              <a:buChar char="•"/>
            </a:pPr>
            <a:r>
              <a:rPr lang="en-US" b="1" i="0" dirty="0">
                <a:solidFill>
                  <a:srgbClr val="273239"/>
                </a:solidFill>
                <a:effectLst/>
                <a:latin typeface="Nunito" pitchFamily="2" charset="0"/>
              </a:rPr>
              <a:t>Communication and Collaboration</a:t>
            </a:r>
            <a:r>
              <a:rPr lang="en-US" b="0" i="0" dirty="0">
                <a:solidFill>
                  <a:srgbClr val="273239"/>
                </a:solidFill>
                <a:effectLst/>
                <a:latin typeface="Nunito" pitchFamily="2" charset="0"/>
              </a:rPr>
              <a:t>: Enhances teamwork and stakeholder engagement through clear objectives, roles, and responsibilities.</a:t>
            </a:r>
          </a:p>
          <a:p>
            <a:pPr algn="l" fontAlgn="base">
              <a:buFont typeface="Arial" panose="020B0604020202020204" pitchFamily="34" charset="0"/>
              <a:buChar char="•"/>
            </a:pPr>
            <a:r>
              <a:rPr lang="en-US" b="1" i="0" dirty="0">
                <a:solidFill>
                  <a:srgbClr val="273239"/>
                </a:solidFill>
                <a:effectLst/>
                <a:latin typeface="Nunito" pitchFamily="2" charset="0"/>
              </a:rPr>
              <a:t>Resource Optimization</a:t>
            </a:r>
            <a:r>
              <a:rPr lang="en-US" b="0" i="0" dirty="0">
                <a:solidFill>
                  <a:srgbClr val="273239"/>
                </a:solidFill>
                <a:effectLst/>
                <a:latin typeface="Nunito" pitchFamily="2" charset="0"/>
              </a:rPr>
              <a:t>: Maximizes efficiency by carefully allocating resources such as time, money, and manpower.</a:t>
            </a:r>
          </a:p>
          <a:p>
            <a:pPr algn="l" fontAlgn="base">
              <a:buFont typeface="Arial" panose="020B0604020202020204" pitchFamily="34" charset="0"/>
              <a:buChar char="•"/>
            </a:pPr>
            <a:r>
              <a:rPr lang="en-US" b="1" i="0" dirty="0">
                <a:solidFill>
                  <a:srgbClr val="273239"/>
                </a:solidFill>
                <a:effectLst/>
                <a:latin typeface="Nunito" pitchFamily="2" charset="0"/>
              </a:rPr>
              <a:t>Decision Making</a:t>
            </a:r>
            <a:r>
              <a:rPr lang="en-US" b="0" i="0" dirty="0">
                <a:solidFill>
                  <a:srgbClr val="273239"/>
                </a:solidFill>
                <a:effectLst/>
                <a:latin typeface="Nunito" pitchFamily="2" charset="0"/>
              </a:rPr>
              <a:t>: Provides a structured framework for informed decision-making, aligning with project goals and objectives.</a:t>
            </a:r>
          </a:p>
          <a:p>
            <a:pPr algn="l" fontAlgn="base">
              <a:buFont typeface="Arial" panose="020B0604020202020204" pitchFamily="34" charset="0"/>
              <a:buChar char="•"/>
            </a:pPr>
            <a:r>
              <a:rPr lang="en-US" b="1" i="0" dirty="0">
                <a:solidFill>
                  <a:srgbClr val="273239"/>
                </a:solidFill>
                <a:effectLst/>
                <a:latin typeface="Nunito" pitchFamily="2" charset="0"/>
              </a:rPr>
              <a:t>Quality Assurance</a:t>
            </a:r>
            <a:r>
              <a:rPr lang="en-US" b="0" i="0" dirty="0">
                <a:solidFill>
                  <a:srgbClr val="273239"/>
                </a:solidFill>
                <a:effectLst/>
                <a:latin typeface="Nunito" pitchFamily="2" charset="0"/>
              </a:rPr>
              <a:t>: Ensures high quality results by Following to standards and best practices throughout </a:t>
            </a:r>
            <a:r>
              <a:rPr lang="en-US" b="0" i="0" u="sng" dirty="0">
                <a:solidFill>
                  <a:srgbClr val="357960"/>
                </a:solidFill>
                <a:effectLst/>
                <a:latin typeface="Nunito" pitchFamily="2" charset="0"/>
                <a:hlinkClick r:id="rId5"/>
              </a:rPr>
              <a:t>project execution</a:t>
            </a:r>
            <a:r>
              <a:rPr lang="en-US" b="0" i="0" dirty="0">
                <a:solidFill>
                  <a:srgbClr val="273239"/>
                </a:solidFill>
                <a:effectLst/>
                <a:latin typeface="Nunito" pitchFamily="2" charset="0"/>
              </a:rPr>
              <a:t>.</a:t>
            </a:r>
          </a:p>
          <a:p>
            <a:pPr algn="l" fontAlgn="base">
              <a:buFont typeface="Arial" panose="020B0604020202020204" pitchFamily="34" charset="0"/>
              <a:buChar char="•"/>
            </a:pPr>
            <a:r>
              <a:rPr lang="en-US" b="1" i="0" dirty="0">
                <a:solidFill>
                  <a:srgbClr val="273239"/>
                </a:solidFill>
                <a:effectLst/>
                <a:latin typeface="Nunito" pitchFamily="2" charset="0"/>
              </a:rPr>
              <a:t>Adaptability</a:t>
            </a:r>
            <a:r>
              <a:rPr lang="en-US" b="0" i="0" dirty="0">
                <a:solidFill>
                  <a:srgbClr val="273239"/>
                </a:solidFill>
                <a:effectLst/>
                <a:latin typeface="Nunito" pitchFamily="2" charset="0"/>
              </a:rPr>
              <a:t>: Enables teams to adapt to changes and challenges effectively, ensuring project success in dynamic environments.</a:t>
            </a:r>
          </a:p>
          <a:p>
            <a:pPr algn="l" fontAlgn="base">
              <a:buFont typeface="Arial" panose="020B0604020202020204" pitchFamily="34" charset="0"/>
              <a:buChar char="•"/>
            </a:pPr>
            <a:r>
              <a:rPr lang="en-US" b="1" i="0" dirty="0">
                <a:solidFill>
                  <a:srgbClr val="273239"/>
                </a:solidFill>
                <a:effectLst/>
                <a:latin typeface="Nunito" pitchFamily="2" charset="0"/>
              </a:rPr>
              <a:t>Strategic Alignment</a:t>
            </a:r>
            <a:r>
              <a:rPr lang="en-US" b="0" i="0" dirty="0">
                <a:solidFill>
                  <a:srgbClr val="273239"/>
                </a:solidFill>
                <a:effectLst/>
                <a:latin typeface="Nunito" pitchFamily="2" charset="0"/>
              </a:rPr>
              <a:t>: Helps align project activities with organizational objectives, ensuring projects contribute to overall business goals.</a:t>
            </a:r>
          </a:p>
          <a:p>
            <a:endParaRPr lang="en-US" dirty="0"/>
          </a:p>
        </p:txBody>
      </p:sp>
      <p:sp>
        <p:nvSpPr>
          <p:cNvPr id="4" name="Slide Number Placeholder 3"/>
          <p:cNvSpPr>
            <a:spLocks noGrp="1"/>
          </p:cNvSpPr>
          <p:nvPr>
            <p:ph type="sldNum" sz="quarter" idx="5"/>
          </p:nvPr>
        </p:nvSpPr>
        <p:spPr/>
        <p:txBody>
          <a:bodyPr/>
          <a:lstStyle/>
          <a:p>
            <a:fld id="{F4A42F38-453B-46B4-ACB9-8A9CF666B571}" type="slidenum">
              <a:rPr lang="en-US" smtClean="0"/>
              <a:t>25</a:t>
            </a:fld>
            <a:endParaRPr lang="en-US"/>
          </a:p>
        </p:txBody>
      </p:sp>
    </p:spTree>
    <p:extLst>
      <p:ext uri="{BB962C8B-B14F-4D97-AF65-F5344CB8AC3E}">
        <p14:creationId xmlns:p14="http://schemas.microsoft.com/office/powerpoint/2010/main" val="25371935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4A42F38-453B-46B4-ACB9-8A9CF666B571}" type="slidenum">
              <a:rPr lang="en-US" smtClean="0"/>
              <a:t>27</a:t>
            </a:fld>
            <a:endParaRPr lang="en-US"/>
          </a:p>
        </p:txBody>
      </p:sp>
    </p:spTree>
    <p:extLst>
      <p:ext uri="{BB962C8B-B14F-4D97-AF65-F5344CB8AC3E}">
        <p14:creationId xmlns:p14="http://schemas.microsoft.com/office/powerpoint/2010/main" val="14599722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4A42F38-453B-46B4-ACB9-8A9CF666B571}" type="slidenum">
              <a:rPr lang="en-US" smtClean="0"/>
              <a:t>33</a:t>
            </a:fld>
            <a:endParaRPr lang="en-US"/>
          </a:p>
        </p:txBody>
      </p:sp>
    </p:spTree>
    <p:extLst>
      <p:ext uri="{BB962C8B-B14F-4D97-AF65-F5344CB8AC3E}">
        <p14:creationId xmlns:p14="http://schemas.microsoft.com/office/powerpoint/2010/main" val="6342712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300" b="0" i="0" u="heavy">
                <a:solidFill>
                  <a:srgbClr val="262EA4"/>
                </a:solidFill>
                <a:latin typeface="Calibri Light"/>
                <a:cs typeface="Calibri Light"/>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8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9/21/2025</a:t>
            </a:fld>
            <a:endParaRPr lang="en-US"/>
          </a:p>
        </p:txBody>
      </p:sp>
      <p:sp>
        <p:nvSpPr>
          <p:cNvPr id="6" name="Holder 6"/>
          <p:cNvSpPr>
            <a:spLocks noGrp="1"/>
          </p:cNvSpPr>
          <p:nvPr>
            <p:ph type="sldNum" sz="quarter" idx="7"/>
          </p:nvPr>
        </p:nvSpPr>
        <p:spPr/>
        <p:txBody>
          <a:bodyPr lIns="0" tIns="0" rIns="0" bIns="0"/>
          <a:lstStyle>
            <a:lvl1pPr>
              <a:defRPr sz="1200" b="1" i="0">
                <a:solidFill>
                  <a:srgbClr val="898989"/>
                </a:solidFill>
                <a:latin typeface="Calibri"/>
                <a:cs typeface="Calibri"/>
              </a:defRPr>
            </a:lvl1pPr>
          </a:lstStyle>
          <a:p>
            <a:pPr marL="38100">
              <a:lnSpc>
                <a:spcPct val="100000"/>
              </a:lnSpc>
              <a:spcBef>
                <a:spcPts val="40"/>
              </a:spcBef>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300" b="0" i="0" u="heavy">
                <a:solidFill>
                  <a:srgbClr val="262EA4"/>
                </a:solidFill>
                <a:latin typeface="Calibri Light"/>
                <a:cs typeface="Calibri Light"/>
              </a:defRPr>
            </a:lvl1pPr>
          </a:lstStyle>
          <a:p>
            <a:endParaRPr/>
          </a:p>
        </p:txBody>
      </p:sp>
      <p:sp>
        <p:nvSpPr>
          <p:cNvPr id="3" name="Holder 3"/>
          <p:cNvSpPr>
            <a:spLocks noGrp="1"/>
          </p:cNvSpPr>
          <p:nvPr>
            <p:ph type="body" idx="1"/>
          </p:nvPr>
        </p:nvSpPr>
        <p:spPr/>
        <p:txBody>
          <a:bodyPr lIns="0" tIns="0" rIns="0" bIns="0"/>
          <a:lstStyle>
            <a:lvl1pPr>
              <a:defRPr sz="28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9/21/2025</a:t>
            </a:fld>
            <a:endParaRPr lang="en-US"/>
          </a:p>
        </p:txBody>
      </p:sp>
      <p:sp>
        <p:nvSpPr>
          <p:cNvPr id="6" name="Holder 6"/>
          <p:cNvSpPr>
            <a:spLocks noGrp="1"/>
          </p:cNvSpPr>
          <p:nvPr>
            <p:ph type="sldNum" sz="quarter" idx="7"/>
          </p:nvPr>
        </p:nvSpPr>
        <p:spPr/>
        <p:txBody>
          <a:bodyPr lIns="0" tIns="0" rIns="0" bIns="0"/>
          <a:lstStyle>
            <a:lvl1pPr>
              <a:defRPr sz="1200" b="1" i="0">
                <a:solidFill>
                  <a:srgbClr val="898989"/>
                </a:solidFill>
                <a:latin typeface="Calibri"/>
                <a:cs typeface="Calibri"/>
              </a:defRPr>
            </a:lvl1pPr>
          </a:lstStyle>
          <a:p>
            <a:pPr marL="38100">
              <a:lnSpc>
                <a:spcPct val="100000"/>
              </a:lnSpc>
              <a:spcBef>
                <a:spcPts val="40"/>
              </a:spcBef>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300" b="0" i="0" u="heavy">
                <a:solidFill>
                  <a:srgbClr val="262EA4"/>
                </a:solidFill>
                <a:latin typeface="Calibri Light"/>
                <a:cs typeface="Calibri Light"/>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9/21/2025</a:t>
            </a:fld>
            <a:endParaRPr lang="en-US"/>
          </a:p>
        </p:txBody>
      </p:sp>
      <p:sp>
        <p:nvSpPr>
          <p:cNvPr id="7" name="Holder 7"/>
          <p:cNvSpPr>
            <a:spLocks noGrp="1"/>
          </p:cNvSpPr>
          <p:nvPr>
            <p:ph type="sldNum" sz="quarter" idx="7"/>
          </p:nvPr>
        </p:nvSpPr>
        <p:spPr/>
        <p:txBody>
          <a:bodyPr lIns="0" tIns="0" rIns="0" bIns="0"/>
          <a:lstStyle>
            <a:lvl1pPr>
              <a:defRPr sz="1200" b="1" i="0">
                <a:solidFill>
                  <a:srgbClr val="898989"/>
                </a:solidFill>
                <a:latin typeface="Calibri"/>
                <a:cs typeface="Calibri"/>
              </a:defRPr>
            </a:lvl1pPr>
          </a:lstStyle>
          <a:p>
            <a:pPr marL="38100">
              <a:lnSpc>
                <a:spcPct val="100000"/>
              </a:lnSpc>
              <a:spcBef>
                <a:spcPts val="40"/>
              </a:spcBef>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300" b="0" i="0" u="heavy">
                <a:solidFill>
                  <a:srgbClr val="262EA4"/>
                </a:solidFill>
                <a:latin typeface="Calibri Light"/>
                <a:cs typeface="Calibri Ligh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9/21/2025</a:t>
            </a:fld>
            <a:endParaRPr lang="en-US"/>
          </a:p>
        </p:txBody>
      </p:sp>
      <p:sp>
        <p:nvSpPr>
          <p:cNvPr id="5" name="Holder 5"/>
          <p:cNvSpPr>
            <a:spLocks noGrp="1"/>
          </p:cNvSpPr>
          <p:nvPr>
            <p:ph type="sldNum" sz="quarter" idx="7"/>
          </p:nvPr>
        </p:nvSpPr>
        <p:spPr/>
        <p:txBody>
          <a:bodyPr lIns="0" tIns="0" rIns="0" bIns="0"/>
          <a:lstStyle>
            <a:lvl1pPr>
              <a:defRPr sz="1200" b="1" i="0">
                <a:solidFill>
                  <a:srgbClr val="898989"/>
                </a:solidFill>
                <a:latin typeface="Calibri"/>
                <a:cs typeface="Calibri"/>
              </a:defRPr>
            </a:lvl1pPr>
          </a:lstStyle>
          <a:p>
            <a:pPr marL="38100">
              <a:lnSpc>
                <a:spcPct val="100000"/>
              </a:lnSpc>
              <a:spcBef>
                <a:spcPts val="40"/>
              </a:spcBef>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9/21/2025</a:t>
            </a:fld>
            <a:endParaRPr lang="en-US"/>
          </a:p>
        </p:txBody>
      </p:sp>
      <p:sp>
        <p:nvSpPr>
          <p:cNvPr id="4" name="Holder 4"/>
          <p:cNvSpPr>
            <a:spLocks noGrp="1"/>
          </p:cNvSpPr>
          <p:nvPr>
            <p:ph type="sldNum" sz="quarter" idx="7"/>
          </p:nvPr>
        </p:nvSpPr>
        <p:spPr/>
        <p:txBody>
          <a:bodyPr lIns="0" tIns="0" rIns="0" bIns="0"/>
          <a:lstStyle>
            <a:lvl1pPr>
              <a:defRPr sz="1200" b="1" i="0">
                <a:solidFill>
                  <a:srgbClr val="898989"/>
                </a:solidFill>
                <a:latin typeface="Calibri"/>
                <a:cs typeface="Calibri"/>
              </a:defRPr>
            </a:lvl1pPr>
          </a:lstStyle>
          <a:p>
            <a:pPr marL="38100">
              <a:lnSpc>
                <a:spcPct val="100000"/>
              </a:lnSpc>
              <a:spcBef>
                <a:spcPts val="40"/>
              </a:spcBef>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1533377"/>
            <a:ext cx="9959975" cy="0"/>
          </a:xfrm>
          <a:custGeom>
            <a:avLst/>
            <a:gdLst/>
            <a:ahLst/>
            <a:cxnLst/>
            <a:rect l="l" t="t" r="r" b="b"/>
            <a:pathLst>
              <a:path w="9959975">
                <a:moveTo>
                  <a:pt x="0" y="0"/>
                </a:moveTo>
                <a:lnTo>
                  <a:pt x="9959926" y="1"/>
                </a:lnTo>
              </a:path>
            </a:pathLst>
          </a:custGeom>
          <a:ln w="57150">
            <a:solidFill>
              <a:srgbClr val="4472C4"/>
            </a:solidFill>
          </a:ln>
        </p:spPr>
        <p:txBody>
          <a:bodyPr wrap="square" lIns="0" tIns="0" rIns="0" bIns="0" rtlCol="0"/>
          <a:lstStyle/>
          <a:p>
            <a:endParaRPr/>
          </a:p>
        </p:txBody>
      </p:sp>
      <p:pic>
        <p:nvPicPr>
          <p:cNvPr id="17" name="bg object 17"/>
          <p:cNvPicPr/>
          <p:nvPr/>
        </p:nvPicPr>
        <p:blipFill>
          <a:blip r:embed="rId7" cstate="print"/>
          <a:stretch>
            <a:fillRect/>
          </a:stretch>
        </p:blipFill>
        <p:spPr>
          <a:xfrm>
            <a:off x="10631358" y="58331"/>
            <a:ext cx="1491574" cy="534930"/>
          </a:xfrm>
          <a:prstGeom prst="rect">
            <a:avLst/>
          </a:prstGeom>
        </p:spPr>
      </p:pic>
      <p:sp>
        <p:nvSpPr>
          <p:cNvPr id="2" name="Holder 2"/>
          <p:cNvSpPr>
            <a:spLocks noGrp="1"/>
          </p:cNvSpPr>
          <p:nvPr>
            <p:ph type="title"/>
          </p:nvPr>
        </p:nvSpPr>
        <p:spPr>
          <a:xfrm>
            <a:off x="415620" y="615856"/>
            <a:ext cx="11648440" cy="686247"/>
          </a:xfrm>
          <a:prstGeom prst="rect">
            <a:avLst/>
          </a:prstGeom>
        </p:spPr>
        <p:txBody>
          <a:bodyPr wrap="square" lIns="0" tIns="0" rIns="0" bIns="0">
            <a:spAutoFit/>
          </a:bodyPr>
          <a:lstStyle>
            <a:lvl1pPr>
              <a:defRPr sz="4300" b="0" i="0" u="heavy">
                <a:solidFill>
                  <a:srgbClr val="262EA4"/>
                </a:solidFill>
                <a:latin typeface="Calibri Light"/>
                <a:cs typeface="Calibri Light"/>
              </a:defRPr>
            </a:lvl1pPr>
          </a:lstStyle>
          <a:p>
            <a:endParaRPr/>
          </a:p>
        </p:txBody>
      </p:sp>
      <p:sp>
        <p:nvSpPr>
          <p:cNvPr id="3" name="Holder 3"/>
          <p:cNvSpPr>
            <a:spLocks noGrp="1"/>
          </p:cNvSpPr>
          <p:nvPr>
            <p:ph type="body" idx="1"/>
          </p:nvPr>
        </p:nvSpPr>
        <p:spPr>
          <a:xfrm>
            <a:off x="916939" y="1557165"/>
            <a:ext cx="10358120" cy="4714240"/>
          </a:xfrm>
          <a:prstGeom prst="rect">
            <a:avLst/>
          </a:prstGeom>
        </p:spPr>
        <p:txBody>
          <a:bodyPr wrap="square" lIns="0" tIns="0" rIns="0" bIns="0">
            <a:spAutoFit/>
          </a:bodyPr>
          <a:lstStyle>
            <a:lvl1pPr>
              <a:defRPr sz="28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9/21/2025</a:t>
            </a:fld>
            <a:endParaRPr lang="en-US"/>
          </a:p>
        </p:txBody>
      </p:sp>
      <p:sp>
        <p:nvSpPr>
          <p:cNvPr id="6" name="Holder 6"/>
          <p:cNvSpPr>
            <a:spLocks noGrp="1"/>
          </p:cNvSpPr>
          <p:nvPr>
            <p:ph type="sldNum" sz="quarter" idx="7"/>
          </p:nvPr>
        </p:nvSpPr>
        <p:spPr>
          <a:xfrm>
            <a:off x="11713804" y="6428920"/>
            <a:ext cx="244475" cy="211454"/>
          </a:xfrm>
          <a:prstGeom prst="rect">
            <a:avLst/>
          </a:prstGeom>
        </p:spPr>
        <p:txBody>
          <a:bodyPr wrap="square" lIns="0" tIns="0" rIns="0" bIns="0">
            <a:spAutoFit/>
          </a:bodyPr>
          <a:lstStyle>
            <a:lvl1pPr>
              <a:defRPr sz="1200" b="1" i="0">
                <a:solidFill>
                  <a:srgbClr val="898989"/>
                </a:solidFill>
                <a:latin typeface="Calibri"/>
                <a:cs typeface="Calibri"/>
              </a:defRPr>
            </a:lvl1pPr>
          </a:lstStyle>
          <a:p>
            <a:pPr marL="38100">
              <a:lnSpc>
                <a:spcPct val="100000"/>
              </a:lnSpc>
              <a:spcBef>
                <a:spcPts val="40"/>
              </a:spcBef>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www.geeksforgeeks.org/software-engineering/project-management-life-cycle/"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hyperlink" Target="https://www.geeksforgeeks.org/software-engineering/why-is-project-management-important/"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geeksforgeeks.org/business-communication/steps-to-become-a-project-manager/"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www.pmi.org/"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1097" y="1295906"/>
            <a:ext cx="13469125" cy="838691"/>
          </a:xfrm>
          <a:prstGeom prst="rect">
            <a:avLst/>
          </a:prstGeom>
        </p:spPr>
        <p:txBody>
          <a:bodyPr vert="horz" wrap="square" lIns="0" tIns="93980" rIns="0" bIns="0" rtlCol="0">
            <a:spAutoFit/>
          </a:bodyPr>
          <a:lstStyle/>
          <a:p>
            <a:pPr marL="898525" marR="5080" indent="-886460">
              <a:lnSpc>
                <a:spcPts val="5810"/>
              </a:lnSpc>
              <a:spcBef>
                <a:spcPts val="740"/>
              </a:spcBef>
            </a:pPr>
            <a:r>
              <a:rPr sz="4800" u="none" spc="85" dirty="0">
                <a:solidFill>
                  <a:srgbClr val="C00000"/>
                </a:solidFill>
              </a:rPr>
              <a:t>Project </a:t>
            </a:r>
            <a:r>
              <a:rPr sz="4800" u="none" spc="110" dirty="0">
                <a:solidFill>
                  <a:srgbClr val="C00000"/>
                </a:solidFill>
              </a:rPr>
              <a:t>Management</a:t>
            </a:r>
            <a:r>
              <a:rPr lang="en-US" sz="4800" u="none" spc="110" dirty="0">
                <a:solidFill>
                  <a:srgbClr val="C00000"/>
                </a:solidFill>
              </a:rPr>
              <a:t> for computer engineers</a:t>
            </a:r>
            <a:endParaRPr sz="4800" dirty="0"/>
          </a:p>
        </p:txBody>
      </p:sp>
      <p:sp>
        <p:nvSpPr>
          <p:cNvPr id="3" name="object 3"/>
          <p:cNvSpPr txBox="1"/>
          <p:nvPr/>
        </p:nvSpPr>
        <p:spPr>
          <a:xfrm>
            <a:off x="-76199" y="2134597"/>
            <a:ext cx="12057102" cy="2253822"/>
          </a:xfrm>
          <a:prstGeom prst="rect">
            <a:avLst/>
          </a:prstGeom>
        </p:spPr>
        <p:txBody>
          <a:bodyPr vert="horz" wrap="square" lIns="0" tIns="167005" rIns="0" bIns="0" rtlCol="0">
            <a:spAutoFit/>
          </a:bodyPr>
          <a:lstStyle/>
          <a:p>
            <a:pPr marL="19685" algn="ctr">
              <a:lnSpc>
                <a:spcPct val="100000"/>
              </a:lnSpc>
              <a:spcBef>
                <a:spcPts val="1315"/>
              </a:spcBef>
            </a:pPr>
            <a:r>
              <a:rPr sz="2800" spc="50" dirty="0">
                <a:latin typeface="Calibri Light"/>
                <a:cs typeface="Calibri Light"/>
              </a:rPr>
              <a:t>(2</a:t>
            </a:r>
            <a:r>
              <a:rPr lang="en-US" sz="2800" spc="50" dirty="0">
                <a:latin typeface="Calibri Light"/>
                <a:cs typeface="Calibri Light"/>
              </a:rPr>
              <a:t>5CPE4602</a:t>
            </a:r>
            <a:r>
              <a:rPr sz="2800" spc="50" dirty="0">
                <a:latin typeface="Calibri Light"/>
                <a:cs typeface="Calibri Light"/>
              </a:rPr>
              <a:t>)</a:t>
            </a:r>
            <a:endParaRPr sz="2800" dirty="0">
              <a:latin typeface="Calibri Light"/>
              <a:cs typeface="Calibri Light"/>
            </a:endParaRPr>
          </a:p>
          <a:p>
            <a:pPr marL="25400" algn="ctr">
              <a:lnSpc>
                <a:spcPct val="100000"/>
              </a:lnSpc>
              <a:spcBef>
                <a:spcPts val="2065"/>
              </a:spcBef>
            </a:pPr>
            <a:r>
              <a:rPr sz="4000" b="1" dirty="0">
                <a:solidFill>
                  <a:srgbClr val="2F5597"/>
                </a:solidFill>
                <a:latin typeface="Calibri"/>
                <a:cs typeface="Calibri"/>
              </a:rPr>
              <a:t>Lecture</a:t>
            </a:r>
            <a:r>
              <a:rPr sz="4000" b="1" spc="-135" dirty="0">
                <a:solidFill>
                  <a:srgbClr val="2F5597"/>
                </a:solidFill>
                <a:latin typeface="Calibri"/>
                <a:cs typeface="Calibri"/>
              </a:rPr>
              <a:t> </a:t>
            </a:r>
            <a:r>
              <a:rPr sz="4000" b="1" spc="-50" dirty="0">
                <a:solidFill>
                  <a:srgbClr val="2F5597"/>
                </a:solidFill>
                <a:latin typeface="Calibri"/>
                <a:cs typeface="Calibri"/>
              </a:rPr>
              <a:t>1</a:t>
            </a:r>
            <a:r>
              <a:rPr lang="en-US" sz="4000" b="1" spc="-50" dirty="0">
                <a:solidFill>
                  <a:srgbClr val="2F5597"/>
                </a:solidFill>
                <a:latin typeface="Calibri"/>
                <a:cs typeface="Calibri"/>
              </a:rPr>
              <a:t>: </a:t>
            </a:r>
            <a:r>
              <a:rPr lang="en-US" sz="4000" spc="70" dirty="0">
                <a:solidFill>
                  <a:srgbClr val="BF0000"/>
                </a:solidFill>
                <a:latin typeface="Arial MT"/>
                <a:cs typeface="Arial MT"/>
              </a:rPr>
              <a:t>Introduction</a:t>
            </a:r>
            <a:r>
              <a:rPr lang="en-US" sz="4000" spc="330" dirty="0">
                <a:solidFill>
                  <a:srgbClr val="BF0000"/>
                </a:solidFill>
                <a:latin typeface="Arial MT"/>
                <a:cs typeface="Arial MT"/>
              </a:rPr>
              <a:t> </a:t>
            </a:r>
            <a:r>
              <a:rPr lang="en-US" sz="4000" spc="95" dirty="0">
                <a:solidFill>
                  <a:srgbClr val="BF0000"/>
                </a:solidFill>
                <a:latin typeface="Arial MT"/>
                <a:cs typeface="Arial MT"/>
              </a:rPr>
              <a:t>to</a:t>
            </a:r>
            <a:r>
              <a:rPr lang="en-US" sz="4000" spc="10" dirty="0">
                <a:solidFill>
                  <a:srgbClr val="BF0000"/>
                </a:solidFill>
                <a:latin typeface="Arial MT"/>
                <a:cs typeface="Arial MT"/>
              </a:rPr>
              <a:t> </a:t>
            </a:r>
            <a:r>
              <a:rPr lang="en-US" sz="4000" dirty="0">
                <a:solidFill>
                  <a:srgbClr val="BF0000"/>
                </a:solidFill>
                <a:latin typeface="Arial MT"/>
                <a:cs typeface="Arial MT"/>
              </a:rPr>
              <a:t>Project</a:t>
            </a:r>
            <a:r>
              <a:rPr lang="en-US" sz="4000" spc="245" dirty="0">
                <a:solidFill>
                  <a:srgbClr val="BF0000"/>
                </a:solidFill>
                <a:latin typeface="Arial MT"/>
                <a:cs typeface="Arial MT"/>
              </a:rPr>
              <a:t> </a:t>
            </a:r>
            <a:r>
              <a:rPr lang="en-US" sz="4000" spc="-10" dirty="0">
                <a:solidFill>
                  <a:srgbClr val="BA0300"/>
                </a:solidFill>
                <a:latin typeface="Arial MT"/>
                <a:cs typeface="Arial MT"/>
              </a:rPr>
              <a:t>Management</a:t>
            </a:r>
            <a:endParaRPr lang="en-US" sz="4000" dirty="0">
              <a:latin typeface="Calibri"/>
              <a:cs typeface="Calibri"/>
            </a:endParaRPr>
          </a:p>
          <a:p>
            <a:pPr algn="ctr">
              <a:lnSpc>
                <a:spcPts val="3279"/>
              </a:lnSpc>
              <a:spcBef>
                <a:spcPts val="2660"/>
              </a:spcBef>
            </a:pPr>
            <a:r>
              <a:rPr sz="2800" spc="150" dirty="0">
                <a:latin typeface="Georgia"/>
                <a:cs typeface="Georgia"/>
              </a:rPr>
              <a:t>Dr.</a:t>
            </a:r>
            <a:r>
              <a:rPr sz="2800" spc="254" dirty="0">
                <a:latin typeface="Georgia"/>
                <a:cs typeface="Georgia"/>
              </a:rPr>
              <a:t> </a:t>
            </a:r>
            <a:r>
              <a:rPr lang="en-US" sz="2800" spc="210" dirty="0">
                <a:latin typeface="Georgia"/>
                <a:cs typeface="Georgia"/>
              </a:rPr>
              <a:t>Zahraa Ismail</a:t>
            </a:r>
            <a:endParaRPr sz="2800" dirty="0">
              <a:latin typeface="Georgia"/>
              <a:cs typeface="Georgia"/>
            </a:endParaRPr>
          </a:p>
        </p:txBody>
      </p:sp>
      <p:sp>
        <p:nvSpPr>
          <p:cNvPr id="6" name="AutoShape 2" descr="Everything You Need To Know About Project Management">
            <a:extLst>
              <a:ext uri="{FF2B5EF4-FFF2-40B4-BE49-F238E27FC236}">
                <a16:creationId xmlns:a16="http://schemas.microsoft.com/office/drawing/2014/main" id="{B1CED721-1AD2-4BC0-8097-0E8B174045F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 name="Picture 7">
            <a:extLst>
              <a:ext uri="{FF2B5EF4-FFF2-40B4-BE49-F238E27FC236}">
                <a16:creationId xmlns:a16="http://schemas.microsoft.com/office/drawing/2014/main" id="{8C248782-86BA-4E1F-B7E1-4A463E78CCF0}"/>
              </a:ext>
            </a:extLst>
          </p:cNvPr>
          <p:cNvPicPr>
            <a:picLocks noChangeAspect="1"/>
          </p:cNvPicPr>
          <p:nvPr/>
        </p:nvPicPr>
        <p:blipFill>
          <a:blip r:embed="rId2"/>
          <a:stretch>
            <a:fillRect/>
          </a:stretch>
        </p:blipFill>
        <p:spPr>
          <a:xfrm>
            <a:off x="3585562" y="4338122"/>
            <a:ext cx="4395788" cy="2519878"/>
          </a:xfrm>
          <a:prstGeom prst="rect">
            <a:avLst/>
          </a:prstGeom>
        </p:spPr>
      </p:pic>
      <p:pic>
        <p:nvPicPr>
          <p:cNvPr id="1026" name="Picture 2">
            <a:extLst>
              <a:ext uri="{FF2B5EF4-FFF2-40B4-BE49-F238E27FC236}">
                <a16:creationId xmlns:a16="http://schemas.microsoft.com/office/drawing/2014/main" id="{5EBBDB1C-2115-A2B1-F6AF-82551A0774E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18685" y="91468"/>
            <a:ext cx="2649830" cy="147212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extLst>
              <p:ext uri="{D42A27DB-BD31-4B8C-83A1-F6EECF244321}">
                <p14:modId xmlns:p14="http://schemas.microsoft.com/office/powerpoint/2010/main" val="2174856498"/>
              </p:ext>
            </p:extLst>
          </p:nvPr>
        </p:nvGraphicFramePr>
        <p:xfrm>
          <a:off x="1597762" y="2328875"/>
          <a:ext cx="8894444" cy="2974645"/>
        </p:xfrm>
        <a:graphic>
          <a:graphicData uri="http://schemas.openxmlformats.org/drawingml/2006/table">
            <a:tbl>
              <a:tblPr firstRow="1" bandRow="1">
                <a:tableStyleId>{2D5ABB26-0587-4C30-8999-92F81FD0307C}</a:tableStyleId>
              </a:tblPr>
              <a:tblGrid>
                <a:gridCol w="3075940">
                  <a:extLst>
                    <a:ext uri="{9D8B030D-6E8A-4147-A177-3AD203B41FA5}">
                      <a16:colId xmlns:a16="http://schemas.microsoft.com/office/drawing/2014/main" val="20000"/>
                    </a:ext>
                  </a:extLst>
                </a:gridCol>
                <a:gridCol w="5818504">
                  <a:extLst>
                    <a:ext uri="{9D8B030D-6E8A-4147-A177-3AD203B41FA5}">
                      <a16:colId xmlns:a16="http://schemas.microsoft.com/office/drawing/2014/main" val="20001"/>
                    </a:ext>
                  </a:extLst>
                </a:gridCol>
              </a:tblGrid>
              <a:tr h="579120">
                <a:tc>
                  <a:txBody>
                    <a:bodyPr/>
                    <a:lstStyle/>
                    <a:p>
                      <a:pPr marL="91440">
                        <a:lnSpc>
                          <a:spcPct val="100000"/>
                        </a:lnSpc>
                        <a:spcBef>
                          <a:spcPts val="155"/>
                        </a:spcBef>
                      </a:pPr>
                      <a:r>
                        <a:rPr sz="3200" b="1" spc="-10" dirty="0">
                          <a:latin typeface="Calibri"/>
                          <a:cs typeface="Calibri"/>
                        </a:rPr>
                        <a:t>Instructor</a:t>
                      </a:r>
                      <a:endParaRPr sz="3200">
                        <a:latin typeface="Calibri"/>
                        <a:cs typeface="Calibri"/>
                      </a:endParaRPr>
                    </a:p>
                  </a:txBody>
                  <a:tcPr marL="0" marR="0" marT="19685" marB="0">
                    <a:lnR w="12700">
                      <a:solidFill>
                        <a:srgbClr val="4472C4"/>
                      </a:solidFill>
                      <a:prstDash val="solid"/>
                    </a:lnR>
                    <a:lnT w="12700">
                      <a:solidFill>
                        <a:srgbClr val="4472C4"/>
                      </a:solidFill>
                      <a:prstDash val="solid"/>
                    </a:lnT>
                    <a:lnB w="12700">
                      <a:solidFill>
                        <a:srgbClr val="4472C4"/>
                      </a:solidFill>
                      <a:prstDash val="solid"/>
                    </a:lnB>
                    <a:solidFill>
                      <a:srgbClr val="E9EBF5"/>
                    </a:solidFill>
                  </a:tcPr>
                </a:tc>
                <a:tc>
                  <a:txBody>
                    <a:bodyPr/>
                    <a:lstStyle/>
                    <a:p>
                      <a:pPr marL="90805">
                        <a:lnSpc>
                          <a:spcPct val="100000"/>
                        </a:lnSpc>
                        <a:spcBef>
                          <a:spcPts val="155"/>
                        </a:spcBef>
                      </a:pPr>
                      <a:r>
                        <a:rPr sz="3200" b="1" spc="-65" dirty="0">
                          <a:latin typeface="Calibri"/>
                          <a:cs typeface="Calibri"/>
                        </a:rPr>
                        <a:t>Dr. </a:t>
                      </a:r>
                      <a:r>
                        <a:rPr lang="en-US" sz="3200" b="1" dirty="0">
                          <a:latin typeface="Calibri"/>
                          <a:cs typeface="Calibri"/>
                        </a:rPr>
                        <a:t>Zahraa Ismail</a:t>
                      </a:r>
                      <a:endParaRPr sz="3200" dirty="0">
                        <a:latin typeface="Calibri"/>
                        <a:cs typeface="Calibri"/>
                      </a:endParaRPr>
                    </a:p>
                  </a:txBody>
                  <a:tcPr marL="0" marR="0" marT="19685" marB="0">
                    <a:lnL w="12700">
                      <a:solidFill>
                        <a:srgbClr val="4472C4"/>
                      </a:solidFill>
                      <a:prstDash val="solid"/>
                    </a:lnL>
                    <a:lnT w="12700">
                      <a:solidFill>
                        <a:srgbClr val="4472C4"/>
                      </a:solidFill>
                      <a:prstDash val="solid"/>
                    </a:lnT>
                    <a:lnB w="12700">
                      <a:solidFill>
                        <a:srgbClr val="4472C4"/>
                      </a:solidFill>
                      <a:prstDash val="solid"/>
                    </a:lnB>
                    <a:solidFill>
                      <a:srgbClr val="E9EBF5"/>
                    </a:solidFill>
                  </a:tcPr>
                </a:tc>
                <a:extLst>
                  <a:ext uri="{0D108BD9-81ED-4DB2-BD59-A6C34878D82A}">
                    <a16:rowId xmlns:a16="http://schemas.microsoft.com/office/drawing/2014/main" val="10000"/>
                  </a:ext>
                </a:extLst>
              </a:tr>
              <a:tr h="579120">
                <a:tc>
                  <a:txBody>
                    <a:bodyPr/>
                    <a:lstStyle/>
                    <a:p>
                      <a:pPr marL="91440">
                        <a:lnSpc>
                          <a:spcPct val="100000"/>
                        </a:lnSpc>
                        <a:spcBef>
                          <a:spcPts val="155"/>
                        </a:spcBef>
                      </a:pPr>
                      <a:r>
                        <a:rPr sz="3200" spc="-290" dirty="0">
                          <a:latin typeface="Calibri"/>
                          <a:cs typeface="Calibri"/>
                        </a:rPr>
                        <a:t>TA</a:t>
                      </a:r>
                      <a:r>
                        <a:rPr lang="en-US" sz="3200" spc="-290" dirty="0">
                          <a:latin typeface="Calibri"/>
                          <a:cs typeface="Calibri"/>
                        </a:rPr>
                        <a:t>s</a:t>
                      </a:r>
                      <a:endParaRPr sz="3200" dirty="0">
                        <a:latin typeface="Calibri"/>
                        <a:cs typeface="Calibri"/>
                      </a:endParaRPr>
                    </a:p>
                  </a:txBody>
                  <a:tcPr marL="0" marR="0" marT="19685" marB="0">
                    <a:lnR w="12700">
                      <a:solidFill>
                        <a:srgbClr val="4472C4"/>
                      </a:solidFill>
                      <a:prstDash val="solid"/>
                    </a:lnR>
                    <a:lnT w="12700">
                      <a:solidFill>
                        <a:srgbClr val="4472C4"/>
                      </a:solidFill>
                      <a:prstDash val="solid"/>
                    </a:lnT>
                    <a:lnB w="12700">
                      <a:solidFill>
                        <a:srgbClr val="4472C4"/>
                      </a:solidFill>
                      <a:prstDash val="solid"/>
                    </a:lnB>
                    <a:solidFill>
                      <a:srgbClr val="CFD5EA"/>
                    </a:solidFill>
                  </a:tcPr>
                </a:tc>
                <a:tc>
                  <a:txBody>
                    <a:bodyPr/>
                    <a:lstStyle/>
                    <a:p>
                      <a:pPr marL="90805">
                        <a:lnSpc>
                          <a:spcPct val="100000"/>
                        </a:lnSpc>
                        <a:spcBef>
                          <a:spcPts val="155"/>
                        </a:spcBef>
                      </a:pPr>
                      <a:r>
                        <a:rPr sz="3200" dirty="0">
                          <a:solidFill>
                            <a:srgbClr val="FF0000"/>
                          </a:solidFill>
                          <a:latin typeface="Calibri"/>
                          <a:cs typeface="Calibri"/>
                        </a:rPr>
                        <a:t>Eng.</a:t>
                      </a:r>
                      <a:r>
                        <a:rPr sz="3200" spc="-55" dirty="0">
                          <a:solidFill>
                            <a:srgbClr val="FF0000"/>
                          </a:solidFill>
                          <a:latin typeface="Calibri"/>
                          <a:cs typeface="Calibri"/>
                        </a:rPr>
                        <a:t> </a:t>
                      </a:r>
                      <a:r>
                        <a:rPr lang="en-US" sz="3200" dirty="0">
                          <a:solidFill>
                            <a:srgbClr val="FF0000"/>
                          </a:solidFill>
                          <a:latin typeface="Calibri"/>
                          <a:cs typeface="Calibri"/>
                        </a:rPr>
                        <a:t>Salma Samy and Eng. Malak</a:t>
                      </a:r>
                      <a:endParaRPr sz="3200" dirty="0">
                        <a:solidFill>
                          <a:srgbClr val="FF0000"/>
                        </a:solidFill>
                        <a:latin typeface="Calibri"/>
                        <a:cs typeface="Calibri"/>
                      </a:endParaRPr>
                    </a:p>
                  </a:txBody>
                  <a:tcPr marL="0" marR="0" marT="19685" marB="0">
                    <a:lnL w="12700">
                      <a:solidFill>
                        <a:srgbClr val="4472C4"/>
                      </a:solidFill>
                      <a:prstDash val="solid"/>
                    </a:lnL>
                    <a:lnT w="12700">
                      <a:solidFill>
                        <a:srgbClr val="4472C4"/>
                      </a:solidFill>
                      <a:prstDash val="solid"/>
                    </a:lnT>
                    <a:lnB w="12700">
                      <a:solidFill>
                        <a:srgbClr val="4472C4"/>
                      </a:solidFill>
                      <a:prstDash val="solid"/>
                    </a:lnB>
                    <a:solidFill>
                      <a:srgbClr val="CFD5EA"/>
                    </a:solidFill>
                  </a:tcPr>
                </a:tc>
                <a:extLst>
                  <a:ext uri="{0D108BD9-81ED-4DB2-BD59-A6C34878D82A}">
                    <a16:rowId xmlns:a16="http://schemas.microsoft.com/office/drawing/2014/main" val="10001"/>
                  </a:ext>
                </a:extLst>
              </a:tr>
              <a:tr h="703885">
                <a:tc>
                  <a:txBody>
                    <a:bodyPr/>
                    <a:lstStyle/>
                    <a:p>
                      <a:pPr marL="91440">
                        <a:lnSpc>
                          <a:spcPct val="100000"/>
                        </a:lnSpc>
                        <a:spcBef>
                          <a:spcPts val="155"/>
                        </a:spcBef>
                      </a:pPr>
                      <a:r>
                        <a:rPr sz="3200" dirty="0">
                          <a:latin typeface="Calibri"/>
                          <a:cs typeface="Calibri"/>
                        </a:rPr>
                        <a:t>Lecture</a:t>
                      </a:r>
                      <a:r>
                        <a:rPr sz="3200" spc="-95" dirty="0">
                          <a:latin typeface="Calibri"/>
                          <a:cs typeface="Calibri"/>
                        </a:rPr>
                        <a:t> </a:t>
                      </a:r>
                      <a:r>
                        <a:rPr sz="3200" spc="-10" dirty="0">
                          <a:latin typeface="Calibri"/>
                          <a:cs typeface="Calibri"/>
                        </a:rPr>
                        <a:t>Schedule</a:t>
                      </a:r>
                      <a:endParaRPr sz="3200">
                        <a:latin typeface="Calibri"/>
                        <a:cs typeface="Calibri"/>
                      </a:endParaRPr>
                    </a:p>
                  </a:txBody>
                  <a:tcPr marL="0" marR="0" marT="19685" marB="0">
                    <a:lnR w="12700">
                      <a:solidFill>
                        <a:srgbClr val="4472C4"/>
                      </a:solidFill>
                      <a:prstDash val="solid"/>
                    </a:lnR>
                    <a:lnT w="12700">
                      <a:solidFill>
                        <a:srgbClr val="4472C4"/>
                      </a:solidFill>
                      <a:prstDash val="solid"/>
                    </a:lnT>
                    <a:lnB w="12700">
                      <a:solidFill>
                        <a:srgbClr val="4472C4"/>
                      </a:solidFill>
                      <a:prstDash val="solid"/>
                    </a:lnB>
                    <a:solidFill>
                      <a:srgbClr val="E9EBF5"/>
                    </a:solidFill>
                  </a:tcPr>
                </a:tc>
                <a:tc>
                  <a:txBody>
                    <a:bodyPr/>
                    <a:lstStyle/>
                    <a:p>
                      <a:pPr marL="90805" marR="94615">
                        <a:lnSpc>
                          <a:spcPts val="3790"/>
                        </a:lnSpc>
                        <a:spcBef>
                          <a:spcPts val="325"/>
                        </a:spcBef>
                      </a:pPr>
                      <a:r>
                        <a:rPr lang="en-US" sz="3200" dirty="0">
                          <a:solidFill>
                            <a:srgbClr val="FF0000"/>
                          </a:solidFill>
                          <a:latin typeface="Calibri"/>
                          <a:cs typeface="Calibri"/>
                        </a:rPr>
                        <a:t>Tuesday</a:t>
                      </a:r>
                      <a:r>
                        <a:rPr sz="3200" spc="-60" dirty="0">
                          <a:solidFill>
                            <a:srgbClr val="FF0000"/>
                          </a:solidFill>
                          <a:latin typeface="Calibri"/>
                          <a:cs typeface="Calibri"/>
                        </a:rPr>
                        <a:t> </a:t>
                      </a:r>
                      <a:r>
                        <a:rPr sz="3200" dirty="0">
                          <a:solidFill>
                            <a:srgbClr val="FF0000"/>
                          </a:solidFill>
                          <a:latin typeface="Calibri"/>
                          <a:cs typeface="Calibri"/>
                        </a:rPr>
                        <a:t>from</a:t>
                      </a:r>
                      <a:r>
                        <a:rPr sz="3200" spc="-50" dirty="0">
                          <a:solidFill>
                            <a:srgbClr val="FF0000"/>
                          </a:solidFill>
                          <a:latin typeface="Calibri"/>
                          <a:cs typeface="Calibri"/>
                        </a:rPr>
                        <a:t> </a:t>
                      </a:r>
                      <a:r>
                        <a:rPr sz="3200" dirty="0">
                          <a:solidFill>
                            <a:srgbClr val="FF0000"/>
                          </a:solidFill>
                          <a:latin typeface="Calibri"/>
                          <a:cs typeface="Calibri"/>
                        </a:rPr>
                        <a:t>1</a:t>
                      </a:r>
                      <a:r>
                        <a:rPr lang="en-US" sz="3200" dirty="0">
                          <a:solidFill>
                            <a:srgbClr val="FF0000"/>
                          </a:solidFill>
                          <a:latin typeface="Calibri"/>
                          <a:cs typeface="Calibri"/>
                        </a:rPr>
                        <a:t>2</a:t>
                      </a:r>
                      <a:r>
                        <a:rPr sz="3200" spc="-55" dirty="0">
                          <a:solidFill>
                            <a:srgbClr val="FF0000"/>
                          </a:solidFill>
                          <a:latin typeface="Calibri"/>
                          <a:cs typeface="Calibri"/>
                        </a:rPr>
                        <a:t> </a:t>
                      </a:r>
                      <a:r>
                        <a:rPr lang="en-US" sz="3200" spc="-55" dirty="0" err="1">
                          <a:solidFill>
                            <a:srgbClr val="FF0000"/>
                          </a:solidFill>
                          <a:latin typeface="Calibri"/>
                          <a:cs typeface="Calibri"/>
                        </a:rPr>
                        <a:t>p</a:t>
                      </a:r>
                      <a:r>
                        <a:rPr sz="3200" dirty="0" err="1">
                          <a:solidFill>
                            <a:srgbClr val="FF0000"/>
                          </a:solidFill>
                          <a:latin typeface="Calibri"/>
                          <a:cs typeface="Calibri"/>
                        </a:rPr>
                        <a:t>M</a:t>
                      </a:r>
                      <a:r>
                        <a:rPr sz="3200" spc="-55" dirty="0">
                          <a:solidFill>
                            <a:srgbClr val="FF0000"/>
                          </a:solidFill>
                          <a:latin typeface="Calibri"/>
                          <a:cs typeface="Calibri"/>
                        </a:rPr>
                        <a:t> </a:t>
                      </a:r>
                      <a:r>
                        <a:rPr sz="3200" dirty="0">
                          <a:solidFill>
                            <a:srgbClr val="FF0000"/>
                          </a:solidFill>
                          <a:latin typeface="Calibri"/>
                          <a:cs typeface="Calibri"/>
                        </a:rPr>
                        <a:t>–</a:t>
                      </a:r>
                      <a:r>
                        <a:rPr sz="3200" spc="-50" dirty="0">
                          <a:solidFill>
                            <a:srgbClr val="FF0000"/>
                          </a:solidFill>
                          <a:latin typeface="Calibri"/>
                          <a:cs typeface="Calibri"/>
                        </a:rPr>
                        <a:t> </a:t>
                      </a:r>
                      <a:r>
                        <a:rPr lang="en-US" sz="3200" dirty="0">
                          <a:solidFill>
                            <a:srgbClr val="FF0000"/>
                          </a:solidFill>
                          <a:latin typeface="Calibri"/>
                          <a:cs typeface="Calibri"/>
                        </a:rPr>
                        <a:t>2</a:t>
                      </a:r>
                      <a:r>
                        <a:rPr sz="3200" spc="-50" dirty="0">
                          <a:solidFill>
                            <a:srgbClr val="FF0000"/>
                          </a:solidFill>
                          <a:latin typeface="Calibri"/>
                          <a:cs typeface="Calibri"/>
                        </a:rPr>
                        <a:t> </a:t>
                      </a:r>
                      <a:r>
                        <a:rPr sz="3200" dirty="0">
                          <a:solidFill>
                            <a:srgbClr val="FF0000"/>
                          </a:solidFill>
                          <a:latin typeface="Calibri"/>
                          <a:cs typeface="Calibri"/>
                        </a:rPr>
                        <a:t>PM</a:t>
                      </a:r>
                      <a:r>
                        <a:rPr sz="3200" spc="-55" dirty="0">
                          <a:solidFill>
                            <a:srgbClr val="FF0000"/>
                          </a:solidFill>
                          <a:latin typeface="Calibri"/>
                          <a:cs typeface="Calibri"/>
                        </a:rPr>
                        <a:t> </a:t>
                      </a:r>
                      <a:r>
                        <a:rPr sz="3200" spc="-10" dirty="0">
                          <a:solidFill>
                            <a:srgbClr val="FF0000"/>
                          </a:solidFill>
                          <a:latin typeface="Calibri"/>
                          <a:cs typeface="Calibri"/>
                        </a:rPr>
                        <a:t>(ECE</a:t>
                      </a:r>
                      <a:endParaRPr sz="3200" dirty="0">
                        <a:solidFill>
                          <a:srgbClr val="FF0000"/>
                        </a:solidFill>
                        <a:latin typeface="Calibri"/>
                        <a:cs typeface="Calibri"/>
                      </a:endParaRPr>
                    </a:p>
                  </a:txBody>
                  <a:tcPr marL="0" marR="0" marT="41275" marB="0">
                    <a:lnL w="12700">
                      <a:solidFill>
                        <a:srgbClr val="4472C4"/>
                      </a:solidFill>
                      <a:prstDash val="solid"/>
                    </a:lnL>
                    <a:lnT w="12700">
                      <a:solidFill>
                        <a:srgbClr val="4472C4"/>
                      </a:solidFill>
                      <a:prstDash val="solid"/>
                    </a:lnT>
                    <a:lnB w="12700">
                      <a:solidFill>
                        <a:srgbClr val="4472C4"/>
                      </a:solidFill>
                      <a:prstDash val="solid"/>
                    </a:lnB>
                    <a:solidFill>
                      <a:srgbClr val="E9EBF5"/>
                    </a:solidFill>
                  </a:tcPr>
                </a:tc>
                <a:extLst>
                  <a:ext uri="{0D108BD9-81ED-4DB2-BD59-A6C34878D82A}">
                    <a16:rowId xmlns:a16="http://schemas.microsoft.com/office/drawing/2014/main" val="10002"/>
                  </a:ext>
                </a:extLst>
              </a:tr>
              <a:tr h="533400">
                <a:tc>
                  <a:txBody>
                    <a:bodyPr/>
                    <a:lstStyle/>
                    <a:p>
                      <a:pPr marL="91440">
                        <a:lnSpc>
                          <a:spcPct val="100000"/>
                        </a:lnSpc>
                        <a:spcBef>
                          <a:spcPts val="155"/>
                        </a:spcBef>
                      </a:pPr>
                      <a:r>
                        <a:rPr sz="3200" dirty="0">
                          <a:latin typeface="Calibri"/>
                          <a:cs typeface="Calibri"/>
                        </a:rPr>
                        <a:t>Lecture</a:t>
                      </a:r>
                      <a:r>
                        <a:rPr sz="3200" spc="-95" dirty="0">
                          <a:latin typeface="Calibri"/>
                          <a:cs typeface="Calibri"/>
                        </a:rPr>
                        <a:t> </a:t>
                      </a:r>
                      <a:r>
                        <a:rPr sz="3200" spc="-10" dirty="0">
                          <a:latin typeface="Calibri"/>
                          <a:cs typeface="Calibri"/>
                        </a:rPr>
                        <a:t>location</a:t>
                      </a:r>
                      <a:endParaRPr sz="3200">
                        <a:latin typeface="Calibri"/>
                        <a:cs typeface="Calibri"/>
                      </a:endParaRPr>
                    </a:p>
                  </a:txBody>
                  <a:tcPr marL="0" marR="0" marT="19685" marB="0">
                    <a:lnR w="12700">
                      <a:solidFill>
                        <a:srgbClr val="4472C4"/>
                      </a:solidFill>
                      <a:prstDash val="solid"/>
                    </a:lnR>
                    <a:lnT w="12700">
                      <a:solidFill>
                        <a:srgbClr val="4472C4"/>
                      </a:solidFill>
                      <a:prstDash val="solid"/>
                    </a:lnT>
                    <a:lnB w="12700">
                      <a:solidFill>
                        <a:srgbClr val="4472C4"/>
                      </a:solidFill>
                      <a:prstDash val="solid"/>
                    </a:lnB>
                    <a:solidFill>
                      <a:srgbClr val="CFD5EA"/>
                    </a:solidFill>
                  </a:tcPr>
                </a:tc>
                <a:tc>
                  <a:txBody>
                    <a:bodyPr/>
                    <a:lstStyle/>
                    <a:p>
                      <a:pPr marL="90805">
                        <a:lnSpc>
                          <a:spcPts val="3815"/>
                        </a:lnSpc>
                      </a:pPr>
                      <a:r>
                        <a:rPr sz="3200" spc="-25" dirty="0">
                          <a:solidFill>
                            <a:srgbClr val="FF0000"/>
                          </a:solidFill>
                          <a:latin typeface="Calibri"/>
                          <a:cs typeface="Calibri"/>
                        </a:rPr>
                        <a:t>A-</a:t>
                      </a:r>
                      <a:r>
                        <a:rPr sz="3200" spc="-10" dirty="0">
                          <a:solidFill>
                            <a:srgbClr val="FF0000"/>
                          </a:solidFill>
                          <a:latin typeface="Calibri"/>
                          <a:cs typeface="Calibri"/>
                        </a:rPr>
                        <a:t>LH-</a:t>
                      </a:r>
                      <a:r>
                        <a:rPr lang="en-US" sz="3200" spc="-10" dirty="0">
                          <a:solidFill>
                            <a:srgbClr val="FF0000"/>
                          </a:solidFill>
                          <a:latin typeface="Calibri"/>
                          <a:cs typeface="Calibri"/>
                        </a:rPr>
                        <a:t>3</a:t>
                      </a:r>
                      <a:endParaRPr sz="3200" dirty="0">
                        <a:solidFill>
                          <a:srgbClr val="FF0000"/>
                        </a:solidFill>
                        <a:latin typeface="Calibri"/>
                        <a:cs typeface="Calibri"/>
                      </a:endParaRPr>
                    </a:p>
                  </a:txBody>
                  <a:tcPr marL="0" marR="0" marT="19685" marB="0">
                    <a:lnL w="12700">
                      <a:solidFill>
                        <a:srgbClr val="4472C4"/>
                      </a:solidFill>
                      <a:prstDash val="solid"/>
                    </a:lnL>
                    <a:lnT w="12700">
                      <a:solidFill>
                        <a:srgbClr val="4472C4"/>
                      </a:solidFill>
                      <a:prstDash val="solid"/>
                    </a:lnT>
                    <a:lnB w="12700">
                      <a:solidFill>
                        <a:srgbClr val="4472C4"/>
                      </a:solidFill>
                      <a:prstDash val="solid"/>
                    </a:lnB>
                    <a:solidFill>
                      <a:srgbClr val="CFD5EA"/>
                    </a:solidFill>
                  </a:tcPr>
                </a:tc>
                <a:extLst>
                  <a:ext uri="{0D108BD9-81ED-4DB2-BD59-A6C34878D82A}">
                    <a16:rowId xmlns:a16="http://schemas.microsoft.com/office/drawing/2014/main" val="10003"/>
                  </a:ext>
                </a:extLst>
              </a:tr>
              <a:tr h="579120">
                <a:tc>
                  <a:txBody>
                    <a:bodyPr/>
                    <a:lstStyle/>
                    <a:p>
                      <a:pPr marL="91440">
                        <a:lnSpc>
                          <a:spcPct val="100000"/>
                        </a:lnSpc>
                        <a:spcBef>
                          <a:spcPts val="155"/>
                        </a:spcBef>
                      </a:pPr>
                      <a:r>
                        <a:rPr sz="3200" spc="-10" dirty="0">
                          <a:latin typeface="Calibri"/>
                          <a:cs typeface="Calibri"/>
                        </a:rPr>
                        <a:t>Email</a:t>
                      </a:r>
                      <a:endParaRPr sz="3200">
                        <a:latin typeface="Calibri"/>
                        <a:cs typeface="Calibri"/>
                      </a:endParaRPr>
                    </a:p>
                  </a:txBody>
                  <a:tcPr marL="0" marR="0" marT="19685" marB="0">
                    <a:lnR w="12700">
                      <a:solidFill>
                        <a:srgbClr val="4472C4"/>
                      </a:solidFill>
                      <a:prstDash val="solid"/>
                    </a:lnR>
                    <a:lnT w="12700">
                      <a:solidFill>
                        <a:srgbClr val="4472C4"/>
                      </a:solidFill>
                      <a:prstDash val="solid"/>
                    </a:lnT>
                    <a:lnB w="12700">
                      <a:solidFill>
                        <a:srgbClr val="4472C4"/>
                      </a:solidFill>
                      <a:prstDash val="solid"/>
                    </a:lnB>
                    <a:solidFill>
                      <a:srgbClr val="E9EBF5"/>
                    </a:solidFill>
                  </a:tcPr>
                </a:tc>
                <a:tc>
                  <a:txBody>
                    <a:bodyPr/>
                    <a:lstStyle/>
                    <a:p>
                      <a:pPr marL="90805">
                        <a:lnSpc>
                          <a:spcPct val="100000"/>
                        </a:lnSpc>
                        <a:spcBef>
                          <a:spcPts val="155"/>
                        </a:spcBef>
                      </a:pPr>
                      <a:r>
                        <a:rPr lang="en-US" sz="3200" spc="-10" dirty="0">
                          <a:latin typeface="Calibri"/>
                          <a:cs typeface="Calibri"/>
                        </a:rPr>
                        <a:t>Zahraa.Ismail@bue.edu.eg</a:t>
                      </a:r>
                      <a:endParaRPr sz="3200" dirty="0">
                        <a:latin typeface="Calibri"/>
                        <a:cs typeface="Calibri"/>
                      </a:endParaRPr>
                    </a:p>
                  </a:txBody>
                  <a:tcPr marL="0" marR="0" marT="19685" marB="0">
                    <a:lnL w="12700">
                      <a:solidFill>
                        <a:srgbClr val="4472C4"/>
                      </a:solidFill>
                      <a:prstDash val="solid"/>
                    </a:lnL>
                    <a:lnT w="12700">
                      <a:solidFill>
                        <a:srgbClr val="4472C4"/>
                      </a:solidFill>
                      <a:prstDash val="solid"/>
                    </a:lnT>
                    <a:lnB w="12700">
                      <a:solidFill>
                        <a:srgbClr val="4472C4"/>
                      </a:solidFill>
                      <a:prstDash val="solid"/>
                    </a:lnB>
                    <a:solidFill>
                      <a:srgbClr val="E9EBF5"/>
                    </a:solidFill>
                  </a:tcPr>
                </a:tc>
                <a:extLst>
                  <a:ext uri="{0D108BD9-81ED-4DB2-BD59-A6C34878D82A}">
                    <a16:rowId xmlns:a16="http://schemas.microsoft.com/office/drawing/2014/main" val="10004"/>
                  </a:ext>
                </a:extLst>
              </a:tr>
            </a:tbl>
          </a:graphicData>
        </a:graphic>
      </p:graphicFrame>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2</a:t>
            </a:fld>
            <a:endParaRPr spc="-25" dirty="0"/>
          </a:p>
        </p:txBody>
      </p:sp>
      <p:sp>
        <p:nvSpPr>
          <p:cNvPr id="3" name="object 3"/>
          <p:cNvSpPr txBox="1">
            <a:spLocks noGrp="1"/>
          </p:cNvSpPr>
          <p:nvPr>
            <p:ph type="title"/>
          </p:nvPr>
        </p:nvSpPr>
        <p:spPr>
          <a:xfrm>
            <a:off x="271780" y="685800"/>
            <a:ext cx="11648440" cy="686247"/>
          </a:xfrm>
          <a:prstGeom prst="rect">
            <a:avLst/>
          </a:prstGeom>
        </p:spPr>
        <p:txBody>
          <a:bodyPr vert="horz" wrap="square" lIns="0" tIns="13970" rIns="0" bIns="0" rtlCol="0">
            <a:spAutoFit/>
          </a:bodyPr>
          <a:lstStyle/>
          <a:p>
            <a:pPr marL="513715">
              <a:lnSpc>
                <a:spcPct val="100000"/>
              </a:lnSpc>
              <a:spcBef>
                <a:spcPts val="110"/>
              </a:spcBef>
            </a:pPr>
            <a:r>
              <a:rPr b="1" u="sng" spc="90" dirty="0">
                <a:solidFill>
                  <a:srgbClr val="FF0000"/>
                </a:solidFill>
              </a:rPr>
              <a:t>Course</a:t>
            </a:r>
            <a:r>
              <a:rPr b="1" u="sng" spc="120" dirty="0">
                <a:solidFill>
                  <a:srgbClr val="FF0000"/>
                </a:solidFill>
              </a:rPr>
              <a:t> </a:t>
            </a:r>
            <a:r>
              <a:rPr b="1" u="sng" spc="55" dirty="0">
                <a:solidFill>
                  <a:srgbClr val="FF0000"/>
                </a:solidFill>
              </a:rPr>
              <a:t>staff</a:t>
            </a:r>
            <a:r>
              <a:rPr b="1" u="sng" spc="125" dirty="0">
                <a:solidFill>
                  <a:srgbClr val="FF0000"/>
                </a:solidFill>
              </a:rPr>
              <a:t> </a:t>
            </a:r>
            <a:r>
              <a:rPr b="1" u="sng" spc="55" dirty="0">
                <a:solidFill>
                  <a:srgbClr val="FF0000"/>
                </a:solidFill>
              </a:rPr>
              <a:t>&amp;</a:t>
            </a:r>
            <a:r>
              <a:rPr b="1" u="sng" spc="130" dirty="0">
                <a:solidFill>
                  <a:srgbClr val="FF0000"/>
                </a:solidFill>
              </a:rPr>
              <a:t> </a:t>
            </a:r>
            <a:r>
              <a:rPr b="1" u="sng" spc="95" dirty="0">
                <a:solidFill>
                  <a:srgbClr val="FF0000"/>
                </a:solidFill>
              </a:rPr>
              <a:t>timing</a:t>
            </a:r>
          </a:p>
        </p:txBody>
      </p:sp>
      <p:pic>
        <p:nvPicPr>
          <p:cNvPr id="2050" name="Picture 2">
            <a:extLst>
              <a:ext uri="{FF2B5EF4-FFF2-40B4-BE49-F238E27FC236}">
                <a16:creationId xmlns:a16="http://schemas.microsoft.com/office/drawing/2014/main" id="{5A4314D8-158E-CE65-99EE-DF709349591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963150" y="0"/>
            <a:ext cx="2228850" cy="12382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513715">
              <a:lnSpc>
                <a:spcPct val="100000"/>
              </a:lnSpc>
              <a:spcBef>
                <a:spcPts val="110"/>
              </a:spcBef>
            </a:pPr>
            <a:r>
              <a:rPr b="1" u="sng" spc="90" dirty="0">
                <a:solidFill>
                  <a:srgbClr val="FF0000"/>
                </a:solidFill>
              </a:rPr>
              <a:t>Course</a:t>
            </a:r>
            <a:r>
              <a:rPr b="1" u="sng" spc="130" dirty="0">
                <a:solidFill>
                  <a:srgbClr val="FF0000"/>
                </a:solidFill>
              </a:rPr>
              <a:t> </a:t>
            </a:r>
            <a:r>
              <a:rPr b="1" u="sng" spc="100" dirty="0">
                <a:solidFill>
                  <a:srgbClr val="FF0000"/>
                </a:solidFill>
              </a:rPr>
              <a:t>Assessment</a:t>
            </a:r>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3</a:t>
            </a:fld>
            <a:endParaRPr spc="-25" dirty="0"/>
          </a:p>
        </p:txBody>
      </p:sp>
      <p:graphicFrame>
        <p:nvGraphicFramePr>
          <p:cNvPr id="3" name="object 3"/>
          <p:cNvGraphicFramePr>
            <a:graphicFrameLocks noGrp="1"/>
          </p:cNvGraphicFramePr>
          <p:nvPr>
            <p:extLst>
              <p:ext uri="{D42A27DB-BD31-4B8C-83A1-F6EECF244321}">
                <p14:modId xmlns:p14="http://schemas.microsoft.com/office/powerpoint/2010/main" val="2158247249"/>
              </p:ext>
            </p:extLst>
          </p:nvPr>
        </p:nvGraphicFramePr>
        <p:xfrm>
          <a:off x="2005802" y="2778577"/>
          <a:ext cx="7748270" cy="2316480"/>
        </p:xfrm>
        <a:graphic>
          <a:graphicData uri="http://schemas.openxmlformats.org/drawingml/2006/table">
            <a:tbl>
              <a:tblPr firstRow="1" bandRow="1">
                <a:tableStyleId>{2D5ABB26-0587-4C30-8999-92F81FD0307C}</a:tableStyleId>
              </a:tblPr>
              <a:tblGrid>
                <a:gridCol w="5516245">
                  <a:extLst>
                    <a:ext uri="{9D8B030D-6E8A-4147-A177-3AD203B41FA5}">
                      <a16:colId xmlns:a16="http://schemas.microsoft.com/office/drawing/2014/main" val="20000"/>
                    </a:ext>
                  </a:extLst>
                </a:gridCol>
                <a:gridCol w="2232025">
                  <a:extLst>
                    <a:ext uri="{9D8B030D-6E8A-4147-A177-3AD203B41FA5}">
                      <a16:colId xmlns:a16="http://schemas.microsoft.com/office/drawing/2014/main" val="20001"/>
                    </a:ext>
                  </a:extLst>
                </a:gridCol>
              </a:tblGrid>
              <a:tr h="579120">
                <a:tc>
                  <a:txBody>
                    <a:bodyPr/>
                    <a:lstStyle/>
                    <a:p>
                      <a:pPr algn="ctr">
                        <a:lnSpc>
                          <a:spcPct val="100000"/>
                        </a:lnSpc>
                        <a:spcBef>
                          <a:spcPts val="165"/>
                        </a:spcBef>
                      </a:pPr>
                      <a:r>
                        <a:rPr sz="3200" b="1" spc="-10" dirty="0">
                          <a:solidFill>
                            <a:srgbClr val="C00000"/>
                          </a:solidFill>
                          <a:latin typeface="Calibri"/>
                          <a:cs typeface="Calibri"/>
                        </a:rPr>
                        <a:t>Assessment</a:t>
                      </a:r>
                      <a:endParaRPr sz="3200">
                        <a:latin typeface="Calibri"/>
                        <a:cs typeface="Calibri"/>
                      </a:endParaRPr>
                    </a:p>
                  </a:txBody>
                  <a:tcPr marL="0" marR="0" marT="20955" marB="0">
                    <a:lnR w="12700">
                      <a:solidFill>
                        <a:srgbClr val="4472C4"/>
                      </a:solidFill>
                      <a:prstDash val="solid"/>
                    </a:lnR>
                    <a:lnT w="12700">
                      <a:solidFill>
                        <a:srgbClr val="4472C4"/>
                      </a:solidFill>
                      <a:prstDash val="solid"/>
                    </a:lnT>
                    <a:lnB w="12700">
                      <a:solidFill>
                        <a:srgbClr val="4472C4"/>
                      </a:solidFill>
                      <a:prstDash val="solid"/>
                    </a:lnB>
                    <a:solidFill>
                      <a:srgbClr val="E9EBF5"/>
                    </a:solidFill>
                  </a:tcPr>
                </a:tc>
                <a:tc>
                  <a:txBody>
                    <a:bodyPr/>
                    <a:lstStyle/>
                    <a:p>
                      <a:pPr algn="ctr">
                        <a:lnSpc>
                          <a:spcPct val="100000"/>
                        </a:lnSpc>
                        <a:spcBef>
                          <a:spcPts val="165"/>
                        </a:spcBef>
                      </a:pPr>
                      <a:r>
                        <a:rPr sz="3200" b="1" spc="-10" dirty="0">
                          <a:solidFill>
                            <a:srgbClr val="C00000"/>
                          </a:solidFill>
                          <a:latin typeface="Calibri"/>
                          <a:cs typeface="Calibri"/>
                        </a:rPr>
                        <a:t>Weight</a:t>
                      </a:r>
                      <a:endParaRPr sz="3200">
                        <a:latin typeface="Calibri"/>
                        <a:cs typeface="Calibri"/>
                      </a:endParaRPr>
                    </a:p>
                  </a:txBody>
                  <a:tcPr marL="0" marR="0" marT="20955" marB="0">
                    <a:lnL w="12700">
                      <a:solidFill>
                        <a:srgbClr val="4472C4"/>
                      </a:solidFill>
                      <a:prstDash val="solid"/>
                    </a:lnL>
                    <a:lnT w="12700">
                      <a:solidFill>
                        <a:srgbClr val="4472C4"/>
                      </a:solidFill>
                      <a:prstDash val="solid"/>
                    </a:lnT>
                    <a:lnB w="12700">
                      <a:solidFill>
                        <a:srgbClr val="4472C4"/>
                      </a:solidFill>
                      <a:prstDash val="solid"/>
                    </a:lnB>
                    <a:solidFill>
                      <a:srgbClr val="E9EBF5"/>
                    </a:solidFill>
                  </a:tcPr>
                </a:tc>
                <a:extLst>
                  <a:ext uri="{0D108BD9-81ED-4DB2-BD59-A6C34878D82A}">
                    <a16:rowId xmlns:a16="http://schemas.microsoft.com/office/drawing/2014/main" val="10000"/>
                  </a:ext>
                </a:extLst>
              </a:tr>
              <a:tr h="579120">
                <a:tc>
                  <a:txBody>
                    <a:bodyPr/>
                    <a:lstStyle/>
                    <a:p>
                      <a:pPr algn="ctr">
                        <a:lnSpc>
                          <a:spcPct val="100000"/>
                        </a:lnSpc>
                        <a:spcBef>
                          <a:spcPts val="165"/>
                        </a:spcBef>
                      </a:pPr>
                      <a:r>
                        <a:rPr sz="3200" spc="-10" dirty="0">
                          <a:latin typeface="Calibri"/>
                          <a:cs typeface="Calibri"/>
                        </a:rPr>
                        <a:t>Project</a:t>
                      </a:r>
                      <a:endParaRPr sz="3200">
                        <a:latin typeface="Calibri"/>
                        <a:cs typeface="Calibri"/>
                      </a:endParaRPr>
                    </a:p>
                  </a:txBody>
                  <a:tcPr marL="0" marR="0" marT="20955" marB="0">
                    <a:lnR w="12700">
                      <a:solidFill>
                        <a:srgbClr val="4472C4"/>
                      </a:solidFill>
                      <a:prstDash val="solid"/>
                    </a:lnR>
                    <a:lnT w="12700">
                      <a:solidFill>
                        <a:srgbClr val="4472C4"/>
                      </a:solidFill>
                      <a:prstDash val="solid"/>
                    </a:lnT>
                    <a:lnB w="12700">
                      <a:solidFill>
                        <a:srgbClr val="4472C4"/>
                      </a:solidFill>
                      <a:prstDash val="solid"/>
                    </a:lnB>
                    <a:solidFill>
                      <a:srgbClr val="CFD5EA"/>
                    </a:solidFill>
                  </a:tcPr>
                </a:tc>
                <a:tc>
                  <a:txBody>
                    <a:bodyPr/>
                    <a:lstStyle/>
                    <a:p>
                      <a:pPr algn="ctr">
                        <a:lnSpc>
                          <a:spcPct val="100000"/>
                        </a:lnSpc>
                        <a:spcBef>
                          <a:spcPts val="165"/>
                        </a:spcBef>
                      </a:pPr>
                      <a:r>
                        <a:rPr sz="3200" spc="-25" dirty="0">
                          <a:latin typeface="Calibri"/>
                          <a:cs typeface="Calibri"/>
                        </a:rPr>
                        <a:t>20%</a:t>
                      </a:r>
                      <a:endParaRPr sz="3200">
                        <a:latin typeface="Calibri"/>
                        <a:cs typeface="Calibri"/>
                      </a:endParaRPr>
                    </a:p>
                  </a:txBody>
                  <a:tcPr marL="0" marR="0" marT="20955" marB="0">
                    <a:lnL w="12700">
                      <a:solidFill>
                        <a:srgbClr val="4472C4"/>
                      </a:solidFill>
                      <a:prstDash val="solid"/>
                    </a:lnL>
                    <a:lnT w="12700">
                      <a:solidFill>
                        <a:srgbClr val="4472C4"/>
                      </a:solidFill>
                      <a:prstDash val="solid"/>
                    </a:lnT>
                    <a:lnB w="12700">
                      <a:solidFill>
                        <a:srgbClr val="4472C4"/>
                      </a:solidFill>
                      <a:prstDash val="solid"/>
                    </a:lnB>
                    <a:solidFill>
                      <a:srgbClr val="CFD5EA"/>
                    </a:solidFill>
                  </a:tcPr>
                </a:tc>
                <a:extLst>
                  <a:ext uri="{0D108BD9-81ED-4DB2-BD59-A6C34878D82A}">
                    <a16:rowId xmlns:a16="http://schemas.microsoft.com/office/drawing/2014/main" val="10001"/>
                  </a:ext>
                </a:extLst>
              </a:tr>
              <a:tr h="579120">
                <a:tc>
                  <a:txBody>
                    <a:bodyPr/>
                    <a:lstStyle/>
                    <a:p>
                      <a:pPr algn="ctr">
                        <a:lnSpc>
                          <a:spcPct val="100000"/>
                        </a:lnSpc>
                        <a:spcBef>
                          <a:spcPts val="165"/>
                        </a:spcBef>
                      </a:pPr>
                      <a:r>
                        <a:rPr sz="3200" spc="-20" dirty="0">
                          <a:latin typeface="Calibri"/>
                          <a:cs typeface="Calibri"/>
                        </a:rPr>
                        <a:t>In-</a:t>
                      </a:r>
                      <a:r>
                        <a:rPr sz="3200" dirty="0">
                          <a:latin typeface="Calibri"/>
                          <a:cs typeface="Calibri"/>
                        </a:rPr>
                        <a:t>class</a:t>
                      </a:r>
                      <a:r>
                        <a:rPr sz="3200" spc="65" dirty="0">
                          <a:latin typeface="Calibri"/>
                          <a:cs typeface="Calibri"/>
                        </a:rPr>
                        <a:t> </a:t>
                      </a:r>
                      <a:r>
                        <a:rPr sz="3200" spc="-20" dirty="0">
                          <a:latin typeface="Calibri"/>
                          <a:cs typeface="Calibri"/>
                        </a:rPr>
                        <a:t>Exam</a:t>
                      </a:r>
                      <a:endParaRPr sz="3200" dirty="0">
                        <a:latin typeface="Calibri"/>
                        <a:cs typeface="Calibri"/>
                      </a:endParaRPr>
                    </a:p>
                  </a:txBody>
                  <a:tcPr marL="0" marR="0" marT="20955" marB="0">
                    <a:lnR w="12700">
                      <a:solidFill>
                        <a:srgbClr val="4472C4"/>
                      </a:solidFill>
                      <a:prstDash val="solid"/>
                    </a:lnR>
                    <a:lnT w="12700">
                      <a:solidFill>
                        <a:srgbClr val="4472C4"/>
                      </a:solidFill>
                      <a:prstDash val="solid"/>
                    </a:lnT>
                    <a:lnB w="12700">
                      <a:solidFill>
                        <a:srgbClr val="4472C4"/>
                      </a:solidFill>
                      <a:prstDash val="solid"/>
                    </a:lnB>
                    <a:solidFill>
                      <a:srgbClr val="E9EBF5"/>
                    </a:solidFill>
                  </a:tcPr>
                </a:tc>
                <a:tc>
                  <a:txBody>
                    <a:bodyPr/>
                    <a:lstStyle/>
                    <a:p>
                      <a:pPr algn="ctr">
                        <a:lnSpc>
                          <a:spcPct val="100000"/>
                        </a:lnSpc>
                        <a:spcBef>
                          <a:spcPts val="165"/>
                        </a:spcBef>
                      </a:pPr>
                      <a:r>
                        <a:rPr sz="3200" spc="-25" dirty="0">
                          <a:latin typeface="Calibri"/>
                          <a:cs typeface="Calibri"/>
                        </a:rPr>
                        <a:t>20%</a:t>
                      </a:r>
                      <a:endParaRPr sz="3200">
                        <a:latin typeface="Calibri"/>
                        <a:cs typeface="Calibri"/>
                      </a:endParaRPr>
                    </a:p>
                  </a:txBody>
                  <a:tcPr marL="0" marR="0" marT="20955" marB="0">
                    <a:lnL w="12700">
                      <a:solidFill>
                        <a:srgbClr val="4472C4"/>
                      </a:solidFill>
                      <a:prstDash val="solid"/>
                    </a:lnL>
                    <a:lnT w="12700">
                      <a:solidFill>
                        <a:srgbClr val="4472C4"/>
                      </a:solidFill>
                      <a:prstDash val="solid"/>
                    </a:lnT>
                    <a:lnB w="12700">
                      <a:solidFill>
                        <a:srgbClr val="4472C4"/>
                      </a:solidFill>
                      <a:prstDash val="solid"/>
                    </a:lnB>
                    <a:solidFill>
                      <a:srgbClr val="E9EBF5"/>
                    </a:solidFill>
                  </a:tcPr>
                </a:tc>
                <a:extLst>
                  <a:ext uri="{0D108BD9-81ED-4DB2-BD59-A6C34878D82A}">
                    <a16:rowId xmlns:a16="http://schemas.microsoft.com/office/drawing/2014/main" val="10002"/>
                  </a:ext>
                </a:extLst>
              </a:tr>
              <a:tr h="579120">
                <a:tc>
                  <a:txBody>
                    <a:bodyPr/>
                    <a:lstStyle/>
                    <a:p>
                      <a:pPr algn="ctr">
                        <a:lnSpc>
                          <a:spcPct val="100000"/>
                        </a:lnSpc>
                        <a:spcBef>
                          <a:spcPts val="165"/>
                        </a:spcBef>
                      </a:pPr>
                      <a:r>
                        <a:rPr sz="3200" dirty="0">
                          <a:latin typeface="Calibri"/>
                          <a:cs typeface="Calibri"/>
                        </a:rPr>
                        <a:t>Final</a:t>
                      </a:r>
                      <a:r>
                        <a:rPr sz="3200" spc="-60" dirty="0">
                          <a:latin typeface="Calibri"/>
                          <a:cs typeface="Calibri"/>
                        </a:rPr>
                        <a:t> </a:t>
                      </a:r>
                      <a:r>
                        <a:rPr sz="3200" spc="-20" dirty="0">
                          <a:latin typeface="Calibri"/>
                          <a:cs typeface="Calibri"/>
                        </a:rPr>
                        <a:t>Exam</a:t>
                      </a:r>
                      <a:endParaRPr sz="3200">
                        <a:latin typeface="Calibri"/>
                        <a:cs typeface="Calibri"/>
                      </a:endParaRPr>
                    </a:p>
                  </a:txBody>
                  <a:tcPr marL="0" marR="0" marT="20955" marB="0">
                    <a:lnR w="12700">
                      <a:solidFill>
                        <a:srgbClr val="4472C4"/>
                      </a:solidFill>
                      <a:prstDash val="solid"/>
                    </a:lnR>
                    <a:lnT w="12700">
                      <a:solidFill>
                        <a:srgbClr val="4472C4"/>
                      </a:solidFill>
                      <a:prstDash val="solid"/>
                    </a:lnT>
                    <a:lnB w="12700">
                      <a:solidFill>
                        <a:srgbClr val="4472C4"/>
                      </a:solidFill>
                      <a:prstDash val="solid"/>
                    </a:lnB>
                    <a:solidFill>
                      <a:srgbClr val="CFD5EA"/>
                    </a:solidFill>
                  </a:tcPr>
                </a:tc>
                <a:tc>
                  <a:txBody>
                    <a:bodyPr/>
                    <a:lstStyle/>
                    <a:p>
                      <a:pPr algn="ctr">
                        <a:lnSpc>
                          <a:spcPct val="100000"/>
                        </a:lnSpc>
                        <a:spcBef>
                          <a:spcPts val="165"/>
                        </a:spcBef>
                      </a:pPr>
                      <a:r>
                        <a:rPr sz="3200" spc="-25" dirty="0">
                          <a:latin typeface="Calibri"/>
                          <a:cs typeface="Calibri"/>
                        </a:rPr>
                        <a:t>60%</a:t>
                      </a:r>
                      <a:endParaRPr sz="3200" dirty="0">
                        <a:latin typeface="Calibri"/>
                        <a:cs typeface="Calibri"/>
                      </a:endParaRPr>
                    </a:p>
                  </a:txBody>
                  <a:tcPr marL="0" marR="0" marT="20955" marB="0">
                    <a:lnL w="12700">
                      <a:solidFill>
                        <a:srgbClr val="4472C4"/>
                      </a:solidFill>
                      <a:prstDash val="solid"/>
                    </a:lnL>
                    <a:lnT w="12700">
                      <a:solidFill>
                        <a:srgbClr val="4472C4"/>
                      </a:solidFill>
                      <a:prstDash val="solid"/>
                    </a:lnT>
                    <a:lnB w="12700">
                      <a:solidFill>
                        <a:srgbClr val="4472C4"/>
                      </a:solidFill>
                      <a:prstDash val="solid"/>
                    </a:lnB>
                    <a:solidFill>
                      <a:srgbClr val="CFD5EA"/>
                    </a:solidFill>
                  </a:tcPr>
                </a:tc>
                <a:extLst>
                  <a:ext uri="{0D108BD9-81ED-4DB2-BD59-A6C34878D82A}">
                    <a16:rowId xmlns:a16="http://schemas.microsoft.com/office/drawing/2014/main" val="10003"/>
                  </a:ext>
                </a:extLst>
              </a:tr>
            </a:tbl>
          </a:graphicData>
        </a:graphic>
      </p:graphicFrame>
      <p:pic>
        <p:nvPicPr>
          <p:cNvPr id="5" name="Picture 2">
            <a:extLst>
              <a:ext uri="{FF2B5EF4-FFF2-40B4-BE49-F238E27FC236}">
                <a16:creationId xmlns:a16="http://schemas.microsoft.com/office/drawing/2014/main" id="{044ACD9E-E6E4-392A-4A4C-B1249D07CA2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963150" y="0"/>
            <a:ext cx="2228850" cy="12382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513715">
              <a:lnSpc>
                <a:spcPct val="100000"/>
              </a:lnSpc>
              <a:spcBef>
                <a:spcPts val="110"/>
              </a:spcBef>
            </a:pPr>
            <a:r>
              <a:rPr b="1" u="sng" dirty="0">
                <a:solidFill>
                  <a:srgbClr val="FF0000"/>
                </a:solidFill>
              </a:rPr>
              <a:t>Text</a:t>
            </a:r>
            <a:r>
              <a:rPr b="1" u="sng" spc="75" dirty="0">
                <a:solidFill>
                  <a:srgbClr val="FF0000"/>
                </a:solidFill>
              </a:rPr>
              <a:t> </a:t>
            </a:r>
            <a:r>
              <a:rPr b="1" u="sng" spc="85" dirty="0">
                <a:solidFill>
                  <a:srgbClr val="FF0000"/>
                </a:solidFill>
              </a:rPr>
              <a:t>book</a:t>
            </a:r>
          </a:p>
        </p:txBody>
      </p:sp>
      <p:sp>
        <p:nvSpPr>
          <p:cNvPr id="7" name="object 7"/>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4</a:t>
            </a:fld>
            <a:endParaRPr spc="-25" dirty="0"/>
          </a:p>
        </p:txBody>
      </p:sp>
      <p:sp>
        <p:nvSpPr>
          <p:cNvPr id="3" name="object 3"/>
          <p:cNvSpPr txBox="1"/>
          <p:nvPr/>
        </p:nvSpPr>
        <p:spPr>
          <a:xfrm>
            <a:off x="574686" y="2062479"/>
            <a:ext cx="8688070" cy="589280"/>
          </a:xfrm>
          <a:prstGeom prst="rect">
            <a:avLst/>
          </a:prstGeom>
        </p:spPr>
        <p:txBody>
          <a:bodyPr vert="horz" wrap="square" lIns="0" tIns="12700" rIns="0" bIns="0" rtlCol="0">
            <a:spAutoFit/>
          </a:bodyPr>
          <a:lstStyle/>
          <a:p>
            <a:pPr marL="12700">
              <a:lnSpc>
                <a:spcPct val="100000"/>
              </a:lnSpc>
              <a:spcBef>
                <a:spcPts val="100"/>
              </a:spcBef>
              <a:tabLst>
                <a:tab pos="1869439" algn="l"/>
                <a:tab pos="2626995" algn="l"/>
                <a:tab pos="3973829" algn="l"/>
                <a:tab pos="5161280" algn="l"/>
                <a:tab pos="6344285" algn="l"/>
                <a:tab pos="7299959" algn="l"/>
              </a:tabLst>
            </a:pPr>
            <a:r>
              <a:rPr sz="3700" spc="-10" dirty="0">
                <a:latin typeface="Calibri"/>
                <a:cs typeface="Calibri"/>
              </a:rPr>
              <a:t>Clifford</a:t>
            </a:r>
            <a:r>
              <a:rPr sz="3700" dirty="0">
                <a:latin typeface="Calibri"/>
                <a:cs typeface="Calibri"/>
              </a:rPr>
              <a:t>	</a:t>
            </a:r>
            <a:r>
              <a:rPr sz="3700" spc="-25" dirty="0">
                <a:latin typeface="Calibri"/>
                <a:cs typeface="Calibri"/>
              </a:rPr>
              <a:t>F.</a:t>
            </a:r>
            <a:r>
              <a:rPr sz="3700" dirty="0">
                <a:latin typeface="Calibri"/>
                <a:cs typeface="Calibri"/>
              </a:rPr>
              <a:t>	</a:t>
            </a:r>
            <a:r>
              <a:rPr sz="3700" spc="-20" dirty="0">
                <a:latin typeface="Calibri"/>
                <a:cs typeface="Calibri"/>
              </a:rPr>
              <a:t>Gray</a:t>
            </a:r>
            <a:r>
              <a:rPr sz="3700" dirty="0">
                <a:latin typeface="Calibri"/>
                <a:cs typeface="Calibri"/>
              </a:rPr>
              <a:t>	</a:t>
            </a:r>
            <a:r>
              <a:rPr sz="3700" spc="-25" dirty="0">
                <a:latin typeface="Calibri"/>
                <a:cs typeface="Calibri"/>
              </a:rPr>
              <a:t>and</a:t>
            </a:r>
            <a:r>
              <a:rPr sz="3700" dirty="0">
                <a:latin typeface="Calibri"/>
                <a:cs typeface="Calibri"/>
              </a:rPr>
              <a:t>	</a:t>
            </a:r>
            <a:r>
              <a:rPr sz="3700" spc="-20" dirty="0">
                <a:latin typeface="Calibri"/>
                <a:cs typeface="Calibri"/>
              </a:rPr>
              <a:t>Erik</a:t>
            </a:r>
            <a:r>
              <a:rPr sz="3700" dirty="0">
                <a:latin typeface="Calibri"/>
                <a:cs typeface="Calibri"/>
              </a:rPr>
              <a:t>	</a:t>
            </a:r>
            <a:r>
              <a:rPr sz="3700" spc="-25" dirty="0">
                <a:latin typeface="Calibri"/>
                <a:cs typeface="Calibri"/>
              </a:rPr>
              <a:t>W.</a:t>
            </a:r>
            <a:r>
              <a:rPr sz="3700" dirty="0">
                <a:latin typeface="Calibri"/>
                <a:cs typeface="Calibri"/>
              </a:rPr>
              <a:t>	</a:t>
            </a:r>
            <a:r>
              <a:rPr sz="3700" spc="-10" dirty="0">
                <a:latin typeface="Calibri"/>
                <a:cs typeface="Calibri"/>
              </a:rPr>
              <a:t>Larson,</a:t>
            </a:r>
            <a:endParaRPr sz="3700">
              <a:latin typeface="Calibri"/>
              <a:cs typeface="Calibri"/>
            </a:endParaRPr>
          </a:p>
        </p:txBody>
      </p:sp>
      <p:sp>
        <p:nvSpPr>
          <p:cNvPr id="4" name="object 4"/>
          <p:cNvSpPr txBox="1"/>
          <p:nvPr/>
        </p:nvSpPr>
        <p:spPr>
          <a:xfrm>
            <a:off x="549286" y="2568447"/>
            <a:ext cx="8660765" cy="589280"/>
          </a:xfrm>
          <a:prstGeom prst="rect">
            <a:avLst/>
          </a:prstGeom>
        </p:spPr>
        <p:txBody>
          <a:bodyPr vert="horz" wrap="square" lIns="0" tIns="12700" rIns="0" bIns="0" rtlCol="0">
            <a:spAutoFit/>
          </a:bodyPr>
          <a:lstStyle/>
          <a:p>
            <a:pPr marL="38100">
              <a:lnSpc>
                <a:spcPct val="100000"/>
              </a:lnSpc>
              <a:spcBef>
                <a:spcPts val="100"/>
              </a:spcBef>
              <a:tabLst>
                <a:tab pos="2962910" algn="l"/>
                <a:tab pos="3913504" algn="l"/>
                <a:tab pos="6309360" algn="l"/>
                <a:tab pos="8114030" algn="l"/>
              </a:tabLst>
            </a:pPr>
            <a:r>
              <a:rPr sz="3700" spc="-10" dirty="0">
                <a:latin typeface="Calibri"/>
                <a:cs typeface="Calibri"/>
              </a:rPr>
              <a:t>Management:</a:t>
            </a:r>
            <a:r>
              <a:rPr sz="3700" dirty="0">
                <a:latin typeface="Calibri"/>
                <a:cs typeface="Calibri"/>
              </a:rPr>
              <a:t>	</a:t>
            </a:r>
            <a:r>
              <a:rPr sz="3700" spc="-25" dirty="0">
                <a:latin typeface="Calibri"/>
                <a:cs typeface="Calibri"/>
              </a:rPr>
              <a:t>The</a:t>
            </a:r>
            <a:r>
              <a:rPr sz="3700" dirty="0">
                <a:latin typeface="Calibri"/>
                <a:cs typeface="Calibri"/>
              </a:rPr>
              <a:t>	</a:t>
            </a:r>
            <a:r>
              <a:rPr sz="3700" spc="-10" dirty="0">
                <a:latin typeface="Calibri"/>
                <a:cs typeface="Calibri"/>
              </a:rPr>
              <a:t>Managerial</a:t>
            </a:r>
            <a:r>
              <a:rPr sz="3700" dirty="0">
                <a:latin typeface="Calibri"/>
                <a:cs typeface="Calibri"/>
              </a:rPr>
              <a:t>	</a:t>
            </a:r>
            <a:r>
              <a:rPr sz="3700" spc="-10" dirty="0">
                <a:latin typeface="Calibri"/>
                <a:cs typeface="Calibri"/>
              </a:rPr>
              <a:t>Process,</a:t>
            </a:r>
            <a:r>
              <a:rPr sz="3700" dirty="0">
                <a:latin typeface="Calibri"/>
                <a:cs typeface="Calibri"/>
              </a:rPr>
              <a:t>	</a:t>
            </a:r>
            <a:r>
              <a:rPr sz="3700" spc="-25" dirty="0">
                <a:latin typeface="Calibri"/>
                <a:cs typeface="Calibri"/>
              </a:rPr>
              <a:t>7</a:t>
            </a:r>
            <a:r>
              <a:rPr sz="3750" spc="-37" baseline="24444" dirty="0">
                <a:latin typeface="Calibri"/>
                <a:cs typeface="Calibri"/>
              </a:rPr>
              <a:t>th</a:t>
            </a:r>
            <a:endParaRPr sz="3750" baseline="24444">
              <a:latin typeface="Calibri"/>
              <a:cs typeface="Calibri"/>
            </a:endParaRPr>
          </a:p>
        </p:txBody>
      </p:sp>
      <p:sp>
        <p:nvSpPr>
          <p:cNvPr id="5" name="object 5"/>
          <p:cNvSpPr txBox="1"/>
          <p:nvPr/>
        </p:nvSpPr>
        <p:spPr>
          <a:xfrm>
            <a:off x="9640770" y="2062479"/>
            <a:ext cx="1634489" cy="1095375"/>
          </a:xfrm>
          <a:prstGeom prst="rect">
            <a:avLst/>
          </a:prstGeom>
        </p:spPr>
        <p:txBody>
          <a:bodyPr vert="horz" wrap="square" lIns="0" tIns="78105" rIns="0" bIns="0" rtlCol="0">
            <a:spAutoFit/>
          </a:bodyPr>
          <a:lstStyle/>
          <a:p>
            <a:pPr marL="12700" marR="5080" indent="62865">
              <a:lnSpc>
                <a:spcPts val="3979"/>
              </a:lnSpc>
              <a:spcBef>
                <a:spcPts val="615"/>
              </a:spcBef>
            </a:pPr>
            <a:r>
              <a:rPr sz="3700" spc="-20" dirty="0">
                <a:latin typeface="Calibri"/>
                <a:cs typeface="Calibri"/>
              </a:rPr>
              <a:t>“Project </a:t>
            </a:r>
            <a:r>
              <a:rPr sz="3700" spc="-55" dirty="0">
                <a:latin typeface="Calibri"/>
                <a:cs typeface="Calibri"/>
              </a:rPr>
              <a:t>Edition”,</a:t>
            </a:r>
            <a:endParaRPr sz="3700">
              <a:latin typeface="Calibri"/>
              <a:cs typeface="Calibri"/>
            </a:endParaRPr>
          </a:p>
        </p:txBody>
      </p:sp>
      <p:sp>
        <p:nvSpPr>
          <p:cNvPr id="6" name="object 6"/>
          <p:cNvSpPr txBox="1"/>
          <p:nvPr/>
        </p:nvSpPr>
        <p:spPr>
          <a:xfrm>
            <a:off x="574686" y="3077463"/>
            <a:ext cx="10701655" cy="2875280"/>
          </a:xfrm>
          <a:prstGeom prst="rect">
            <a:avLst/>
          </a:prstGeom>
        </p:spPr>
        <p:txBody>
          <a:bodyPr vert="horz" wrap="square" lIns="0" tIns="12700" rIns="0" bIns="0" rtlCol="0">
            <a:spAutoFit/>
          </a:bodyPr>
          <a:lstStyle/>
          <a:p>
            <a:pPr marL="12700" algn="just">
              <a:lnSpc>
                <a:spcPct val="100000"/>
              </a:lnSpc>
              <a:spcBef>
                <a:spcPts val="100"/>
              </a:spcBef>
            </a:pPr>
            <a:r>
              <a:rPr sz="3700" spc="-55" dirty="0">
                <a:latin typeface="Calibri"/>
                <a:cs typeface="Calibri"/>
              </a:rPr>
              <a:t>McGraw-</a:t>
            </a:r>
            <a:r>
              <a:rPr sz="3700" dirty="0">
                <a:latin typeface="Calibri"/>
                <a:cs typeface="Calibri"/>
              </a:rPr>
              <a:t>Hill,</a:t>
            </a:r>
            <a:r>
              <a:rPr sz="3700" spc="15" dirty="0">
                <a:latin typeface="Calibri"/>
                <a:cs typeface="Calibri"/>
              </a:rPr>
              <a:t> </a:t>
            </a:r>
            <a:r>
              <a:rPr sz="3700" dirty="0">
                <a:latin typeface="Calibri"/>
                <a:cs typeface="Calibri"/>
              </a:rPr>
              <a:t>ISBN:</a:t>
            </a:r>
            <a:r>
              <a:rPr sz="3700" spc="5" dirty="0">
                <a:latin typeface="Calibri"/>
                <a:cs typeface="Calibri"/>
              </a:rPr>
              <a:t> </a:t>
            </a:r>
            <a:r>
              <a:rPr sz="3700" spc="-10" dirty="0">
                <a:latin typeface="Calibri"/>
                <a:cs typeface="Calibri"/>
              </a:rPr>
              <a:t>978-1-259-66609-</a:t>
            </a:r>
            <a:r>
              <a:rPr sz="3700" dirty="0">
                <a:latin typeface="Calibri"/>
                <a:cs typeface="Calibri"/>
              </a:rPr>
              <a:t>4,</a:t>
            </a:r>
            <a:r>
              <a:rPr sz="3700" spc="15" dirty="0">
                <a:latin typeface="Calibri"/>
                <a:cs typeface="Calibri"/>
              </a:rPr>
              <a:t> </a:t>
            </a:r>
            <a:r>
              <a:rPr sz="3700" spc="-10" dirty="0">
                <a:latin typeface="Calibri"/>
                <a:cs typeface="Calibri"/>
              </a:rPr>
              <a:t>2018.</a:t>
            </a:r>
            <a:endParaRPr sz="3700">
              <a:latin typeface="Calibri"/>
              <a:cs typeface="Calibri"/>
            </a:endParaRPr>
          </a:p>
          <a:p>
            <a:pPr>
              <a:lnSpc>
                <a:spcPct val="100000"/>
              </a:lnSpc>
              <a:spcBef>
                <a:spcPts val="1495"/>
              </a:spcBef>
            </a:pPr>
            <a:endParaRPr sz="3700">
              <a:latin typeface="Calibri"/>
              <a:cs typeface="Calibri"/>
            </a:endParaRPr>
          </a:p>
          <a:p>
            <a:pPr marL="12700" marR="5080" algn="just">
              <a:lnSpc>
                <a:spcPct val="90000"/>
              </a:lnSpc>
            </a:pPr>
            <a:r>
              <a:rPr sz="3700" dirty="0">
                <a:latin typeface="Calibri"/>
                <a:cs typeface="Calibri"/>
              </a:rPr>
              <a:t>John</a:t>
            </a:r>
            <a:r>
              <a:rPr sz="3700" spc="-25" dirty="0">
                <a:latin typeface="Calibri"/>
                <a:cs typeface="Calibri"/>
              </a:rPr>
              <a:t> </a:t>
            </a:r>
            <a:r>
              <a:rPr sz="3700" dirty="0">
                <a:latin typeface="Calibri"/>
                <a:cs typeface="Calibri"/>
              </a:rPr>
              <a:t>M.</a:t>
            </a:r>
            <a:r>
              <a:rPr sz="3700" spc="-30" dirty="0">
                <a:latin typeface="Calibri"/>
                <a:cs typeface="Calibri"/>
              </a:rPr>
              <a:t> </a:t>
            </a:r>
            <a:r>
              <a:rPr sz="3700" dirty="0">
                <a:latin typeface="Calibri"/>
                <a:cs typeface="Calibri"/>
              </a:rPr>
              <a:t>Nicholas,</a:t>
            </a:r>
            <a:r>
              <a:rPr sz="3700" spc="-30" dirty="0">
                <a:latin typeface="Calibri"/>
                <a:cs typeface="Calibri"/>
              </a:rPr>
              <a:t> </a:t>
            </a:r>
            <a:r>
              <a:rPr sz="3700" dirty="0">
                <a:latin typeface="Calibri"/>
                <a:cs typeface="Calibri"/>
              </a:rPr>
              <a:t>Project</a:t>
            </a:r>
            <a:r>
              <a:rPr sz="3700" spc="-30" dirty="0">
                <a:latin typeface="Calibri"/>
                <a:cs typeface="Calibri"/>
              </a:rPr>
              <a:t> </a:t>
            </a:r>
            <a:r>
              <a:rPr sz="3700" dirty="0">
                <a:latin typeface="Calibri"/>
                <a:cs typeface="Calibri"/>
              </a:rPr>
              <a:t>Management</a:t>
            </a:r>
            <a:r>
              <a:rPr sz="3700" spc="-35" dirty="0">
                <a:latin typeface="Calibri"/>
                <a:cs typeface="Calibri"/>
              </a:rPr>
              <a:t> </a:t>
            </a:r>
            <a:r>
              <a:rPr sz="3700" dirty="0">
                <a:latin typeface="Calibri"/>
                <a:cs typeface="Calibri"/>
              </a:rPr>
              <a:t>for</a:t>
            </a:r>
            <a:r>
              <a:rPr sz="3700" spc="-35" dirty="0">
                <a:latin typeface="Calibri"/>
                <a:cs typeface="Calibri"/>
              </a:rPr>
              <a:t> </a:t>
            </a:r>
            <a:r>
              <a:rPr sz="3700" spc="-10" dirty="0">
                <a:latin typeface="Calibri"/>
                <a:cs typeface="Calibri"/>
              </a:rPr>
              <a:t>Engineering, </a:t>
            </a:r>
            <a:r>
              <a:rPr sz="3700" dirty="0">
                <a:latin typeface="Calibri"/>
                <a:cs typeface="Calibri"/>
              </a:rPr>
              <a:t>Business</a:t>
            </a:r>
            <a:r>
              <a:rPr sz="3700" spc="775" dirty="0">
                <a:latin typeface="Calibri"/>
                <a:cs typeface="Calibri"/>
              </a:rPr>
              <a:t> </a:t>
            </a:r>
            <a:r>
              <a:rPr sz="3700" dirty="0">
                <a:latin typeface="Calibri"/>
                <a:cs typeface="Calibri"/>
              </a:rPr>
              <a:t>and</a:t>
            </a:r>
            <a:r>
              <a:rPr sz="3700" spc="785" dirty="0">
                <a:latin typeface="Calibri"/>
                <a:cs typeface="Calibri"/>
              </a:rPr>
              <a:t> </a:t>
            </a:r>
            <a:r>
              <a:rPr sz="3700" dirty="0">
                <a:latin typeface="Calibri"/>
                <a:cs typeface="Calibri"/>
              </a:rPr>
              <a:t>Technology</a:t>
            </a:r>
            <a:r>
              <a:rPr sz="3700" spc="770" dirty="0">
                <a:latin typeface="Calibri"/>
                <a:cs typeface="Calibri"/>
              </a:rPr>
              <a:t> </a:t>
            </a:r>
            <a:r>
              <a:rPr sz="3700" dirty="0">
                <a:latin typeface="Calibri"/>
                <a:cs typeface="Calibri"/>
              </a:rPr>
              <a:t>6th</a:t>
            </a:r>
            <a:r>
              <a:rPr sz="3700" spc="785" dirty="0">
                <a:latin typeface="Calibri"/>
                <a:cs typeface="Calibri"/>
              </a:rPr>
              <a:t> </a:t>
            </a:r>
            <a:r>
              <a:rPr sz="3700" dirty="0">
                <a:latin typeface="Calibri"/>
                <a:cs typeface="Calibri"/>
              </a:rPr>
              <a:t>Edition,</a:t>
            </a:r>
            <a:r>
              <a:rPr sz="3700" spc="775" dirty="0">
                <a:latin typeface="Calibri"/>
                <a:cs typeface="Calibri"/>
              </a:rPr>
              <a:t> </a:t>
            </a:r>
            <a:r>
              <a:rPr sz="3700" dirty="0">
                <a:latin typeface="Calibri"/>
                <a:cs typeface="Calibri"/>
              </a:rPr>
              <a:t>Routledge;</a:t>
            </a:r>
            <a:r>
              <a:rPr sz="3700" spc="770" dirty="0">
                <a:latin typeface="Calibri"/>
                <a:cs typeface="Calibri"/>
              </a:rPr>
              <a:t> </a:t>
            </a:r>
            <a:r>
              <a:rPr sz="3700" spc="-25" dirty="0">
                <a:latin typeface="Calibri"/>
                <a:cs typeface="Calibri"/>
              </a:rPr>
              <a:t>6th </a:t>
            </a:r>
            <a:r>
              <a:rPr sz="3700" dirty="0">
                <a:latin typeface="Calibri"/>
                <a:cs typeface="Calibri"/>
              </a:rPr>
              <a:t>edition</a:t>
            </a:r>
            <a:r>
              <a:rPr sz="3700" spc="-50" dirty="0">
                <a:latin typeface="Calibri"/>
                <a:cs typeface="Calibri"/>
              </a:rPr>
              <a:t> </a:t>
            </a:r>
            <a:r>
              <a:rPr sz="3700" dirty="0">
                <a:latin typeface="Calibri"/>
                <a:cs typeface="Calibri"/>
              </a:rPr>
              <a:t>(August</a:t>
            </a:r>
            <a:r>
              <a:rPr sz="3700" spc="-55" dirty="0">
                <a:latin typeface="Calibri"/>
                <a:cs typeface="Calibri"/>
              </a:rPr>
              <a:t> </a:t>
            </a:r>
            <a:r>
              <a:rPr sz="3700" dirty="0">
                <a:latin typeface="Calibri"/>
                <a:cs typeface="Calibri"/>
              </a:rPr>
              <a:t>3,</a:t>
            </a:r>
            <a:r>
              <a:rPr sz="3700" spc="-50" dirty="0">
                <a:latin typeface="Calibri"/>
                <a:cs typeface="Calibri"/>
              </a:rPr>
              <a:t> </a:t>
            </a:r>
            <a:r>
              <a:rPr sz="3700" dirty="0">
                <a:latin typeface="Calibri"/>
                <a:cs typeface="Calibri"/>
              </a:rPr>
              <a:t>2020),</a:t>
            </a:r>
            <a:r>
              <a:rPr sz="3700" spc="-50" dirty="0">
                <a:latin typeface="Calibri"/>
                <a:cs typeface="Calibri"/>
              </a:rPr>
              <a:t> </a:t>
            </a:r>
            <a:r>
              <a:rPr sz="3700" dirty="0">
                <a:latin typeface="Calibri"/>
                <a:cs typeface="Calibri"/>
              </a:rPr>
              <a:t>ISBN:</a:t>
            </a:r>
            <a:r>
              <a:rPr sz="3700" spc="-55" dirty="0">
                <a:latin typeface="Calibri"/>
                <a:cs typeface="Calibri"/>
              </a:rPr>
              <a:t> </a:t>
            </a:r>
            <a:r>
              <a:rPr sz="3700" spc="-10" dirty="0">
                <a:latin typeface="Calibri"/>
                <a:cs typeface="Calibri"/>
              </a:rPr>
              <a:t>978-0367277345</a:t>
            </a:r>
            <a:endParaRPr sz="3700">
              <a:latin typeface="Calibri"/>
              <a:cs typeface="Calibri"/>
            </a:endParaRPr>
          </a:p>
        </p:txBody>
      </p:sp>
      <p:pic>
        <p:nvPicPr>
          <p:cNvPr id="8" name="Picture 2">
            <a:extLst>
              <a:ext uri="{FF2B5EF4-FFF2-40B4-BE49-F238E27FC236}">
                <a16:creationId xmlns:a16="http://schemas.microsoft.com/office/drawing/2014/main" id="{6854D289-0B1E-3EDB-0B6D-72D03E76B9D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963150" y="0"/>
            <a:ext cx="2228850" cy="12382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507365">
              <a:lnSpc>
                <a:spcPct val="100000"/>
              </a:lnSpc>
              <a:spcBef>
                <a:spcPts val="110"/>
              </a:spcBef>
            </a:pPr>
            <a:r>
              <a:rPr b="1" u="sng" spc="70" dirty="0">
                <a:solidFill>
                  <a:srgbClr val="FF0000"/>
                </a:solidFill>
              </a:rPr>
              <a:t>References</a:t>
            </a:r>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5</a:t>
            </a:fld>
            <a:endParaRPr spc="-25" dirty="0"/>
          </a:p>
        </p:txBody>
      </p:sp>
      <p:sp>
        <p:nvSpPr>
          <p:cNvPr id="3" name="object 3"/>
          <p:cNvSpPr txBox="1"/>
          <p:nvPr/>
        </p:nvSpPr>
        <p:spPr>
          <a:xfrm>
            <a:off x="916939" y="1621028"/>
            <a:ext cx="10222865" cy="4862830"/>
          </a:xfrm>
          <a:prstGeom prst="rect">
            <a:avLst/>
          </a:prstGeom>
        </p:spPr>
        <p:txBody>
          <a:bodyPr vert="horz" wrap="square" lIns="0" tIns="48260" rIns="0" bIns="0" rtlCol="0">
            <a:spAutoFit/>
          </a:bodyPr>
          <a:lstStyle/>
          <a:p>
            <a:pPr marL="240029" marR="24130" indent="-227329">
              <a:lnSpc>
                <a:spcPct val="90300"/>
              </a:lnSpc>
              <a:spcBef>
                <a:spcPts val="380"/>
              </a:spcBef>
              <a:buChar char="•"/>
              <a:tabLst>
                <a:tab pos="241300" algn="l"/>
              </a:tabLst>
            </a:pPr>
            <a:r>
              <a:rPr sz="2400" dirty="0">
                <a:latin typeface="Arial MT"/>
                <a:cs typeface="Arial MT"/>
              </a:rPr>
              <a:t>Chris</a:t>
            </a:r>
            <a:r>
              <a:rPr sz="2400" spc="-65" dirty="0">
                <a:latin typeface="Arial MT"/>
                <a:cs typeface="Arial MT"/>
              </a:rPr>
              <a:t> </a:t>
            </a:r>
            <a:r>
              <a:rPr sz="2400" dirty="0">
                <a:latin typeface="Arial MT"/>
                <a:cs typeface="Arial MT"/>
              </a:rPr>
              <a:t>Croft,</a:t>
            </a:r>
            <a:r>
              <a:rPr sz="2400" spc="-70" dirty="0">
                <a:latin typeface="Arial MT"/>
                <a:cs typeface="Arial MT"/>
              </a:rPr>
              <a:t> </a:t>
            </a:r>
            <a:r>
              <a:rPr sz="2400" dirty="0">
                <a:latin typeface="Arial MT"/>
                <a:cs typeface="Arial MT"/>
              </a:rPr>
              <a:t>Project</a:t>
            </a:r>
            <a:r>
              <a:rPr sz="2400" spc="-70" dirty="0">
                <a:latin typeface="Arial MT"/>
                <a:cs typeface="Arial MT"/>
              </a:rPr>
              <a:t> </a:t>
            </a:r>
            <a:r>
              <a:rPr sz="2400" dirty="0">
                <a:latin typeface="Arial MT"/>
                <a:cs typeface="Arial MT"/>
              </a:rPr>
              <a:t>Management</a:t>
            </a:r>
            <a:r>
              <a:rPr sz="2400" spc="-70" dirty="0">
                <a:latin typeface="Arial MT"/>
                <a:cs typeface="Arial MT"/>
              </a:rPr>
              <a:t> </a:t>
            </a:r>
            <a:r>
              <a:rPr sz="2400" dirty="0">
                <a:latin typeface="Arial MT"/>
                <a:cs typeface="Arial MT"/>
              </a:rPr>
              <a:t>QuickStart</a:t>
            </a:r>
            <a:r>
              <a:rPr sz="2400" spc="-65" dirty="0">
                <a:latin typeface="Arial MT"/>
                <a:cs typeface="Arial MT"/>
              </a:rPr>
              <a:t> </a:t>
            </a:r>
            <a:r>
              <a:rPr sz="2400" dirty="0">
                <a:latin typeface="Arial MT"/>
                <a:cs typeface="Arial MT"/>
              </a:rPr>
              <a:t>Guide:</a:t>
            </a:r>
            <a:r>
              <a:rPr sz="2400" spc="-110" dirty="0">
                <a:latin typeface="Arial MT"/>
                <a:cs typeface="Arial MT"/>
              </a:rPr>
              <a:t> </a:t>
            </a:r>
            <a:r>
              <a:rPr sz="2400" dirty="0">
                <a:latin typeface="Arial MT"/>
                <a:cs typeface="Arial MT"/>
              </a:rPr>
              <a:t>The</a:t>
            </a:r>
            <a:r>
              <a:rPr sz="2400" spc="-65" dirty="0">
                <a:latin typeface="Arial MT"/>
                <a:cs typeface="Arial MT"/>
              </a:rPr>
              <a:t> </a:t>
            </a:r>
            <a:r>
              <a:rPr sz="2400" spc="-10" dirty="0">
                <a:latin typeface="Arial MT"/>
                <a:cs typeface="Arial MT"/>
              </a:rPr>
              <a:t>Simplified 	</a:t>
            </a:r>
            <a:r>
              <a:rPr sz="2400" dirty="0">
                <a:latin typeface="Arial MT"/>
                <a:cs typeface="Arial MT"/>
              </a:rPr>
              <a:t>Beginner’s</a:t>
            </a:r>
            <a:r>
              <a:rPr sz="2400" spc="-75" dirty="0">
                <a:latin typeface="Arial MT"/>
                <a:cs typeface="Arial MT"/>
              </a:rPr>
              <a:t> </a:t>
            </a:r>
            <a:r>
              <a:rPr sz="2400" dirty="0">
                <a:latin typeface="Arial MT"/>
                <a:cs typeface="Arial MT"/>
              </a:rPr>
              <a:t>Guide</a:t>
            </a:r>
            <a:r>
              <a:rPr sz="2400" spc="-70" dirty="0">
                <a:latin typeface="Arial MT"/>
                <a:cs typeface="Arial MT"/>
              </a:rPr>
              <a:t> </a:t>
            </a:r>
            <a:r>
              <a:rPr sz="2400" dirty="0">
                <a:latin typeface="Arial MT"/>
                <a:cs typeface="Arial MT"/>
              </a:rPr>
              <a:t>to</a:t>
            </a:r>
            <a:r>
              <a:rPr sz="2400" spc="-70" dirty="0">
                <a:latin typeface="Arial MT"/>
                <a:cs typeface="Arial MT"/>
              </a:rPr>
              <a:t> </a:t>
            </a:r>
            <a:r>
              <a:rPr sz="2400" dirty="0">
                <a:latin typeface="Arial MT"/>
                <a:cs typeface="Arial MT"/>
              </a:rPr>
              <a:t>Precise</a:t>
            </a:r>
            <a:r>
              <a:rPr sz="2400" spc="-70" dirty="0">
                <a:latin typeface="Arial MT"/>
                <a:cs typeface="Arial MT"/>
              </a:rPr>
              <a:t> </a:t>
            </a:r>
            <a:r>
              <a:rPr sz="2400" dirty="0">
                <a:latin typeface="Arial MT"/>
                <a:cs typeface="Arial MT"/>
              </a:rPr>
              <a:t>Planning,</a:t>
            </a:r>
            <a:r>
              <a:rPr sz="2400" spc="-75" dirty="0">
                <a:latin typeface="Arial MT"/>
                <a:cs typeface="Arial MT"/>
              </a:rPr>
              <a:t> </a:t>
            </a:r>
            <a:r>
              <a:rPr sz="2400" dirty="0">
                <a:latin typeface="Arial MT"/>
                <a:cs typeface="Arial MT"/>
              </a:rPr>
              <a:t>Strategic</a:t>
            </a:r>
            <a:r>
              <a:rPr sz="2400" spc="-70" dirty="0">
                <a:latin typeface="Arial MT"/>
                <a:cs typeface="Arial MT"/>
              </a:rPr>
              <a:t> </a:t>
            </a:r>
            <a:r>
              <a:rPr sz="2400" dirty="0">
                <a:latin typeface="Arial MT"/>
                <a:cs typeface="Arial MT"/>
              </a:rPr>
              <a:t>Resource</a:t>
            </a:r>
            <a:r>
              <a:rPr sz="2400" spc="-70" dirty="0">
                <a:latin typeface="Arial MT"/>
                <a:cs typeface="Arial MT"/>
              </a:rPr>
              <a:t> </a:t>
            </a:r>
            <a:r>
              <a:rPr sz="2400" spc="-10" dirty="0">
                <a:latin typeface="Arial MT"/>
                <a:cs typeface="Arial MT"/>
              </a:rPr>
              <a:t>Management, 	</a:t>
            </a:r>
            <a:r>
              <a:rPr sz="2400" dirty="0">
                <a:latin typeface="Arial MT"/>
                <a:cs typeface="Arial MT"/>
              </a:rPr>
              <a:t>and</a:t>
            </a:r>
            <a:r>
              <a:rPr sz="2400" spc="-65" dirty="0">
                <a:latin typeface="Arial MT"/>
                <a:cs typeface="Arial MT"/>
              </a:rPr>
              <a:t> </a:t>
            </a:r>
            <a:r>
              <a:rPr sz="2400" dirty="0">
                <a:latin typeface="Arial MT"/>
                <a:cs typeface="Arial MT"/>
              </a:rPr>
              <a:t>Delivering</a:t>
            </a:r>
            <a:r>
              <a:rPr sz="2400" spc="-65" dirty="0">
                <a:latin typeface="Arial MT"/>
                <a:cs typeface="Arial MT"/>
              </a:rPr>
              <a:t> </a:t>
            </a:r>
            <a:r>
              <a:rPr sz="2400" dirty="0">
                <a:latin typeface="Arial MT"/>
                <a:cs typeface="Arial MT"/>
              </a:rPr>
              <a:t>World</a:t>
            </a:r>
            <a:r>
              <a:rPr sz="2400" spc="-65" dirty="0">
                <a:latin typeface="Arial MT"/>
                <a:cs typeface="Arial MT"/>
              </a:rPr>
              <a:t> </a:t>
            </a:r>
            <a:r>
              <a:rPr sz="2400" dirty="0">
                <a:latin typeface="Arial MT"/>
                <a:cs typeface="Arial MT"/>
              </a:rPr>
              <a:t>Class</a:t>
            </a:r>
            <a:r>
              <a:rPr sz="2400" spc="-65" dirty="0">
                <a:latin typeface="Arial MT"/>
                <a:cs typeface="Arial MT"/>
              </a:rPr>
              <a:t> </a:t>
            </a:r>
            <a:r>
              <a:rPr sz="2400" dirty="0">
                <a:latin typeface="Arial MT"/>
                <a:cs typeface="Arial MT"/>
              </a:rPr>
              <a:t>Results</a:t>
            </a:r>
            <a:r>
              <a:rPr sz="2400" spc="-60" dirty="0">
                <a:latin typeface="Arial MT"/>
                <a:cs typeface="Arial MT"/>
              </a:rPr>
              <a:t> </a:t>
            </a:r>
            <a:r>
              <a:rPr sz="2400" dirty="0">
                <a:latin typeface="Arial MT"/>
                <a:cs typeface="Arial MT"/>
              </a:rPr>
              <a:t>(QuickStart</a:t>
            </a:r>
            <a:r>
              <a:rPr sz="2400" spc="-70" dirty="0">
                <a:latin typeface="Arial MT"/>
                <a:cs typeface="Arial MT"/>
              </a:rPr>
              <a:t> </a:t>
            </a:r>
            <a:r>
              <a:rPr sz="2400" dirty="0">
                <a:latin typeface="Arial MT"/>
                <a:cs typeface="Arial MT"/>
              </a:rPr>
              <a:t>Guides™</a:t>
            </a:r>
            <a:r>
              <a:rPr sz="2400" spc="-65" dirty="0">
                <a:latin typeface="Arial MT"/>
                <a:cs typeface="Arial MT"/>
              </a:rPr>
              <a:t> </a:t>
            </a:r>
            <a:r>
              <a:rPr sz="2400" dirty="0">
                <a:latin typeface="Arial MT"/>
                <a:cs typeface="Arial MT"/>
              </a:rPr>
              <a:t>-</a:t>
            </a:r>
            <a:r>
              <a:rPr sz="2400" spc="-65" dirty="0">
                <a:latin typeface="Arial MT"/>
                <a:cs typeface="Arial MT"/>
              </a:rPr>
              <a:t> </a:t>
            </a:r>
            <a:r>
              <a:rPr sz="2400" spc="-10" dirty="0">
                <a:latin typeface="Arial MT"/>
                <a:cs typeface="Arial MT"/>
              </a:rPr>
              <a:t>Business) 	</a:t>
            </a:r>
            <a:r>
              <a:rPr sz="2400" dirty="0">
                <a:latin typeface="Arial MT"/>
                <a:cs typeface="Arial MT"/>
              </a:rPr>
              <a:t>Paperback</a:t>
            </a:r>
            <a:r>
              <a:rPr sz="2400" spc="-55" dirty="0">
                <a:latin typeface="Arial MT"/>
                <a:cs typeface="Arial MT"/>
              </a:rPr>
              <a:t> </a:t>
            </a:r>
            <a:r>
              <a:rPr sz="2400" dirty="0">
                <a:latin typeface="Arial MT"/>
                <a:cs typeface="Arial MT"/>
              </a:rPr>
              <a:t>–</a:t>
            </a:r>
            <a:r>
              <a:rPr sz="2400" spc="-55" dirty="0">
                <a:latin typeface="Arial MT"/>
                <a:cs typeface="Arial MT"/>
              </a:rPr>
              <a:t> </a:t>
            </a:r>
            <a:r>
              <a:rPr sz="2400" dirty="0">
                <a:latin typeface="Arial MT"/>
                <a:cs typeface="Arial MT"/>
              </a:rPr>
              <a:t>May</a:t>
            </a:r>
            <a:r>
              <a:rPr sz="2400" spc="-55" dirty="0">
                <a:latin typeface="Arial MT"/>
                <a:cs typeface="Arial MT"/>
              </a:rPr>
              <a:t> </a:t>
            </a:r>
            <a:r>
              <a:rPr sz="2400" dirty="0">
                <a:latin typeface="Arial MT"/>
                <a:cs typeface="Arial MT"/>
              </a:rPr>
              <a:t>29,</a:t>
            </a:r>
            <a:r>
              <a:rPr sz="2400" spc="-60" dirty="0">
                <a:latin typeface="Arial MT"/>
                <a:cs typeface="Arial MT"/>
              </a:rPr>
              <a:t> </a:t>
            </a:r>
            <a:r>
              <a:rPr sz="2400" dirty="0">
                <a:latin typeface="Arial MT"/>
                <a:cs typeface="Arial MT"/>
              </a:rPr>
              <a:t>2022,</a:t>
            </a:r>
            <a:r>
              <a:rPr sz="2400" spc="-60" dirty="0">
                <a:latin typeface="Arial MT"/>
                <a:cs typeface="Arial MT"/>
              </a:rPr>
              <a:t> </a:t>
            </a:r>
            <a:r>
              <a:rPr sz="2400" dirty="0">
                <a:latin typeface="Arial MT"/>
                <a:cs typeface="Arial MT"/>
              </a:rPr>
              <a:t>ClydeBank</a:t>
            </a:r>
            <a:r>
              <a:rPr sz="2400" spc="-55" dirty="0">
                <a:latin typeface="Arial MT"/>
                <a:cs typeface="Arial MT"/>
              </a:rPr>
              <a:t> </a:t>
            </a:r>
            <a:r>
              <a:rPr sz="2400" dirty="0">
                <a:latin typeface="Arial MT"/>
                <a:cs typeface="Arial MT"/>
              </a:rPr>
              <a:t>Media</a:t>
            </a:r>
            <a:r>
              <a:rPr sz="2400" spc="-55" dirty="0">
                <a:latin typeface="Arial MT"/>
                <a:cs typeface="Arial MT"/>
              </a:rPr>
              <a:t> </a:t>
            </a:r>
            <a:r>
              <a:rPr sz="2400" dirty="0">
                <a:latin typeface="Arial MT"/>
                <a:cs typeface="Arial MT"/>
              </a:rPr>
              <a:t>LLC</a:t>
            </a:r>
            <a:r>
              <a:rPr sz="2400" spc="-50" dirty="0">
                <a:latin typeface="Arial MT"/>
                <a:cs typeface="Arial MT"/>
              </a:rPr>
              <a:t> </a:t>
            </a:r>
            <a:r>
              <a:rPr sz="2400" dirty="0">
                <a:latin typeface="Arial MT"/>
                <a:cs typeface="Arial MT"/>
              </a:rPr>
              <a:t>(May</a:t>
            </a:r>
            <a:r>
              <a:rPr sz="2400" spc="-55" dirty="0">
                <a:latin typeface="Arial MT"/>
                <a:cs typeface="Arial MT"/>
              </a:rPr>
              <a:t> </a:t>
            </a:r>
            <a:r>
              <a:rPr sz="2400" dirty="0">
                <a:latin typeface="Arial MT"/>
                <a:cs typeface="Arial MT"/>
              </a:rPr>
              <a:t>29,</a:t>
            </a:r>
            <a:r>
              <a:rPr sz="2400" spc="-60" dirty="0">
                <a:latin typeface="Arial MT"/>
                <a:cs typeface="Arial MT"/>
              </a:rPr>
              <a:t> </a:t>
            </a:r>
            <a:r>
              <a:rPr sz="2400" dirty="0">
                <a:latin typeface="Arial MT"/>
                <a:cs typeface="Arial MT"/>
              </a:rPr>
              <a:t>2022),</a:t>
            </a:r>
            <a:r>
              <a:rPr sz="2400" spc="-55" dirty="0">
                <a:latin typeface="Arial MT"/>
                <a:cs typeface="Arial MT"/>
              </a:rPr>
              <a:t> </a:t>
            </a:r>
            <a:r>
              <a:rPr sz="2400" spc="-10" dirty="0">
                <a:latin typeface="Arial MT"/>
                <a:cs typeface="Arial MT"/>
              </a:rPr>
              <a:t>ISBN:</a:t>
            </a:r>
            <a:endParaRPr sz="2400">
              <a:latin typeface="Arial MT"/>
              <a:cs typeface="Arial MT"/>
            </a:endParaRPr>
          </a:p>
          <a:p>
            <a:pPr marL="241300">
              <a:lnSpc>
                <a:spcPts val="2615"/>
              </a:lnSpc>
            </a:pPr>
            <a:r>
              <a:rPr sz="2400" spc="-20" dirty="0">
                <a:latin typeface="Arial MT"/>
                <a:cs typeface="Arial MT"/>
              </a:rPr>
              <a:t>978-</a:t>
            </a:r>
            <a:r>
              <a:rPr sz="2400" spc="-10" dirty="0">
                <a:latin typeface="Arial MT"/>
                <a:cs typeface="Arial MT"/>
              </a:rPr>
              <a:t>1636100586</a:t>
            </a:r>
            <a:endParaRPr sz="2400">
              <a:latin typeface="Arial MT"/>
              <a:cs typeface="Arial MT"/>
            </a:endParaRPr>
          </a:p>
          <a:p>
            <a:pPr>
              <a:lnSpc>
                <a:spcPct val="100000"/>
              </a:lnSpc>
              <a:spcBef>
                <a:spcPts val="1885"/>
              </a:spcBef>
            </a:pPr>
            <a:endParaRPr sz="2400">
              <a:latin typeface="Arial MT"/>
              <a:cs typeface="Arial MT"/>
            </a:endParaRPr>
          </a:p>
          <a:p>
            <a:pPr marL="240029" marR="412750" indent="-227329">
              <a:lnSpc>
                <a:spcPts val="2590"/>
              </a:lnSpc>
              <a:buChar char="•"/>
              <a:tabLst>
                <a:tab pos="241300" algn="l"/>
              </a:tabLst>
            </a:pPr>
            <a:r>
              <a:rPr sz="2400" dirty="0">
                <a:latin typeface="Arial MT"/>
                <a:cs typeface="Arial MT"/>
              </a:rPr>
              <a:t>Neil</a:t>
            </a:r>
            <a:r>
              <a:rPr sz="2400" spc="-60" dirty="0">
                <a:latin typeface="Arial MT"/>
                <a:cs typeface="Arial MT"/>
              </a:rPr>
              <a:t> </a:t>
            </a:r>
            <a:r>
              <a:rPr sz="2400" dirty="0">
                <a:latin typeface="Arial MT"/>
                <a:cs typeface="Arial MT"/>
              </a:rPr>
              <a:t>G.</a:t>
            </a:r>
            <a:r>
              <a:rPr sz="2400" spc="-65" dirty="0">
                <a:latin typeface="Arial MT"/>
                <a:cs typeface="Arial MT"/>
              </a:rPr>
              <a:t> </a:t>
            </a:r>
            <a:r>
              <a:rPr sz="2400" dirty="0">
                <a:latin typeface="Arial MT"/>
                <a:cs typeface="Arial MT"/>
              </a:rPr>
              <a:t>Siegel,</a:t>
            </a:r>
            <a:r>
              <a:rPr sz="2400" spc="-65" dirty="0">
                <a:latin typeface="Arial MT"/>
                <a:cs typeface="Arial MT"/>
              </a:rPr>
              <a:t> </a:t>
            </a:r>
            <a:r>
              <a:rPr sz="2400" dirty="0">
                <a:latin typeface="Arial MT"/>
                <a:cs typeface="Arial MT"/>
              </a:rPr>
              <a:t>Engineering</a:t>
            </a:r>
            <a:r>
              <a:rPr sz="2400" spc="-60" dirty="0">
                <a:latin typeface="Arial MT"/>
                <a:cs typeface="Arial MT"/>
              </a:rPr>
              <a:t> </a:t>
            </a:r>
            <a:r>
              <a:rPr sz="2400" dirty="0">
                <a:latin typeface="Arial MT"/>
                <a:cs typeface="Arial MT"/>
              </a:rPr>
              <a:t>Project</a:t>
            </a:r>
            <a:r>
              <a:rPr sz="2400" spc="-65" dirty="0">
                <a:latin typeface="Arial MT"/>
                <a:cs typeface="Arial MT"/>
              </a:rPr>
              <a:t> </a:t>
            </a:r>
            <a:r>
              <a:rPr sz="2400" dirty="0">
                <a:latin typeface="Arial MT"/>
                <a:cs typeface="Arial MT"/>
              </a:rPr>
              <a:t>Management</a:t>
            </a:r>
            <a:r>
              <a:rPr sz="2400" spc="-65" dirty="0">
                <a:latin typeface="Arial MT"/>
                <a:cs typeface="Arial MT"/>
              </a:rPr>
              <a:t> </a:t>
            </a:r>
            <a:r>
              <a:rPr sz="2400" dirty="0">
                <a:latin typeface="Arial MT"/>
                <a:cs typeface="Arial MT"/>
              </a:rPr>
              <a:t>1st</a:t>
            </a:r>
            <a:r>
              <a:rPr sz="2400" spc="-70" dirty="0">
                <a:latin typeface="Arial MT"/>
                <a:cs typeface="Arial MT"/>
              </a:rPr>
              <a:t> </a:t>
            </a:r>
            <a:r>
              <a:rPr sz="2400" dirty="0">
                <a:latin typeface="Arial MT"/>
                <a:cs typeface="Arial MT"/>
              </a:rPr>
              <a:t>Edition,</a:t>
            </a:r>
            <a:r>
              <a:rPr sz="2400" spc="-65" dirty="0">
                <a:latin typeface="Arial MT"/>
                <a:cs typeface="Arial MT"/>
              </a:rPr>
              <a:t> </a:t>
            </a:r>
            <a:r>
              <a:rPr sz="2400" dirty="0">
                <a:latin typeface="Arial MT"/>
                <a:cs typeface="Arial MT"/>
              </a:rPr>
              <a:t>Wiley;</a:t>
            </a:r>
            <a:r>
              <a:rPr sz="2400" spc="-65" dirty="0">
                <a:latin typeface="Arial MT"/>
                <a:cs typeface="Arial MT"/>
              </a:rPr>
              <a:t> </a:t>
            </a:r>
            <a:r>
              <a:rPr sz="2400" spc="-25" dirty="0">
                <a:latin typeface="Arial MT"/>
                <a:cs typeface="Arial MT"/>
              </a:rPr>
              <a:t>1st 	</a:t>
            </a:r>
            <a:r>
              <a:rPr sz="2400" dirty="0">
                <a:latin typeface="Arial MT"/>
                <a:cs typeface="Arial MT"/>
              </a:rPr>
              <a:t>edition</a:t>
            </a:r>
            <a:r>
              <a:rPr sz="2400" spc="-55" dirty="0">
                <a:latin typeface="Arial MT"/>
                <a:cs typeface="Arial MT"/>
              </a:rPr>
              <a:t> </a:t>
            </a:r>
            <a:r>
              <a:rPr sz="2400" dirty="0">
                <a:latin typeface="Arial MT"/>
                <a:cs typeface="Arial MT"/>
              </a:rPr>
              <a:t>(February</a:t>
            </a:r>
            <a:r>
              <a:rPr sz="2400" spc="-55" dirty="0">
                <a:latin typeface="Arial MT"/>
                <a:cs typeface="Arial MT"/>
              </a:rPr>
              <a:t> </a:t>
            </a:r>
            <a:r>
              <a:rPr sz="2400" dirty="0">
                <a:latin typeface="Arial MT"/>
                <a:cs typeface="Arial MT"/>
              </a:rPr>
              <a:t>18,</a:t>
            </a:r>
            <a:r>
              <a:rPr sz="2400" spc="-55" dirty="0">
                <a:latin typeface="Arial MT"/>
                <a:cs typeface="Arial MT"/>
              </a:rPr>
              <a:t> </a:t>
            </a:r>
            <a:r>
              <a:rPr sz="2400" dirty="0">
                <a:latin typeface="Arial MT"/>
                <a:cs typeface="Arial MT"/>
              </a:rPr>
              <a:t>2020),</a:t>
            </a:r>
            <a:r>
              <a:rPr sz="2400" spc="-60" dirty="0">
                <a:latin typeface="Arial MT"/>
                <a:cs typeface="Arial MT"/>
              </a:rPr>
              <a:t> </a:t>
            </a:r>
            <a:r>
              <a:rPr sz="2400" dirty="0">
                <a:latin typeface="Arial MT"/>
                <a:cs typeface="Arial MT"/>
              </a:rPr>
              <a:t>ISBN:</a:t>
            </a:r>
            <a:r>
              <a:rPr sz="2400" spc="-60" dirty="0">
                <a:latin typeface="Arial MT"/>
                <a:cs typeface="Arial MT"/>
              </a:rPr>
              <a:t> </a:t>
            </a:r>
            <a:r>
              <a:rPr sz="2400" spc="-20" dirty="0">
                <a:latin typeface="Arial MT"/>
                <a:cs typeface="Arial MT"/>
              </a:rPr>
              <a:t>978-</a:t>
            </a:r>
            <a:r>
              <a:rPr sz="2400" spc="-10" dirty="0">
                <a:latin typeface="Arial MT"/>
                <a:cs typeface="Arial MT"/>
              </a:rPr>
              <a:t>1119525769</a:t>
            </a:r>
            <a:endParaRPr sz="2400">
              <a:latin typeface="Arial MT"/>
              <a:cs typeface="Arial MT"/>
            </a:endParaRPr>
          </a:p>
          <a:p>
            <a:pPr>
              <a:lnSpc>
                <a:spcPct val="100000"/>
              </a:lnSpc>
              <a:spcBef>
                <a:spcPts val="1805"/>
              </a:spcBef>
              <a:buFont typeface="Arial MT"/>
              <a:buChar char="•"/>
            </a:pPr>
            <a:endParaRPr sz="2400">
              <a:latin typeface="Arial MT"/>
              <a:cs typeface="Arial MT"/>
            </a:endParaRPr>
          </a:p>
          <a:p>
            <a:pPr marL="240029" marR="5080" indent="-227329">
              <a:lnSpc>
                <a:spcPct val="90300"/>
              </a:lnSpc>
              <a:buChar char="•"/>
              <a:tabLst>
                <a:tab pos="241300" algn="l"/>
              </a:tabLst>
            </a:pPr>
            <a:r>
              <a:rPr sz="2400" dirty="0">
                <a:latin typeface="Arial MT"/>
                <a:cs typeface="Arial MT"/>
              </a:rPr>
              <a:t>Erik</a:t>
            </a:r>
            <a:r>
              <a:rPr sz="2400" spc="-105" dirty="0">
                <a:latin typeface="Arial MT"/>
                <a:cs typeface="Arial MT"/>
              </a:rPr>
              <a:t> </a:t>
            </a:r>
            <a:r>
              <a:rPr sz="2400" dirty="0">
                <a:latin typeface="Arial MT"/>
                <a:cs typeface="Arial MT"/>
              </a:rPr>
              <a:t>W.</a:t>
            </a:r>
            <a:r>
              <a:rPr sz="2400" spc="-70" dirty="0">
                <a:latin typeface="Arial MT"/>
                <a:cs typeface="Arial MT"/>
              </a:rPr>
              <a:t> </a:t>
            </a:r>
            <a:r>
              <a:rPr sz="2400" dirty="0">
                <a:latin typeface="Arial MT"/>
                <a:cs typeface="Arial MT"/>
              </a:rPr>
              <a:t>Larson</a:t>
            </a:r>
            <a:r>
              <a:rPr sz="2400" spc="-70" dirty="0">
                <a:latin typeface="Arial MT"/>
                <a:cs typeface="Arial MT"/>
              </a:rPr>
              <a:t> </a:t>
            </a:r>
            <a:r>
              <a:rPr sz="2400" dirty="0">
                <a:latin typeface="Arial MT"/>
                <a:cs typeface="Arial MT"/>
              </a:rPr>
              <a:t>and</a:t>
            </a:r>
            <a:r>
              <a:rPr sz="2400" spc="-65" dirty="0">
                <a:latin typeface="Arial MT"/>
                <a:cs typeface="Arial MT"/>
              </a:rPr>
              <a:t> </a:t>
            </a:r>
            <a:r>
              <a:rPr sz="2400" dirty="0">
                <a:latin typeface="Arial MT"/>
                <a:cs typeface="Arial MT"/>
              </a:rPr>
              <a:t>Clifford</a:t>
            </a:r>
            <a:r>
              <a:rPr sz="2400" spc="-70" dirty="0">
                <a:latin typeface="Arial MT"/>
                <a:cs typeface="Arial MT"/>
              </a:rPr>
              <a:t> </a:t>
            </a:r>
            <a:r>
              <a:rPr sz="2400" spc="-114" dirty="0">
                <a:latin typeface="Arial MT"/>
                <a:cs typeface="Arial MT"/>
              </a:rPr>
              <a:t>F.</a:t>
            </a:r>
            <a:r>
              <a:rPr sz="2400" spc="-50" dirty="0">
                <a:latin typeface="Arial MT"/>
                <a:cs typeface="Arial MT"/>
              </a:rPr>
              <a:t> </a:t>
            </a:r>
            <a:r>
              <a:rPr sz="2400" spc="-20" dirty="0">
                <a:latin typeface="Arial MT"/>
                <a:cs typeface="Arial MT"/>
              </a:rPr>
              <a:t>Gray,</a:t>
            </a:r>
            <a:r>
              <a:rPr sz="2400" spc="-75" dirty="0">
                <a:latin typeface="Arial MT"/>
                <a:cs typeface="Arial MT"/>
              </a:rPr>
              <a:t> </a:t>
            </a:r>
            <a:r>
              <a:rPr sz="2400" dirty="0">
                <a:latin typeface="Arial MT"/>
                <a:cs typeface="Arial MT"/>
              </a:rPr>
              <a:t>ISE</a:t>
            </a:r>
            <a:r>
              <a:rPr sz="2400" spc="-70" dirty="0">
                <a:latin typeface="Arial MT"/>
                <a:cs typeface="Arial MT"/>
              </a:rPr>
              <a:t> </a:t>
            </a:r>
            <a:r>
              <a:rPr sz="2400" dirty="0">
                <a:latin typeface="Arial MT"/>
                <a:cs typeface="Arial MT"/>
              </a:rPr>
              <a:t>Project</a:t>
            </a:r>
            <a:r>
              <a:rPr sz="2400" spc="-75" dirty="0">
                <a:latin typeface="Arial MT"/>
                <a:cs typeface="Arial MT"/>
              </a:rPr>
              <a:t> </a:t>
            </a:r>
            <a:r>
              <a:rPr sz="2400" spc="-10" dirty="0">
                <a:latin typeface="Arial MT"/>
                <a:cs typeface="Arial MT"/>
              </a:rPr>
              <a:t>Management:</a:t>
            </a:r>
            <a:r>
              <a:rPr sz="2400" spc="-110" dirty="0">
                <a:latin typeface="Arial MT"/>
                <a:cs typeface="Arial MT"/>
              </a:rPr>
              <a:t> </a:t>
            </a:r>
            <a:r>
              <a:rPr sz="2400" spc="-25" dirty="0">
                <a:latin typeface="Arial MT"/>
                <a:cs typeface="Arial MT"/>
              </a:rPr>
              <a:t>The 	</a:t>
            </a:r>
            <a:r>
              <a:rPr sz="2400" dirty="0">
                <a:latin typeface="Arial MT"/>
                <a:cs typeface="Arial MT"/>
              </a:rPr>
              <a:t>Managerial</a:t>
            </a:r>
            <a:r>
              <a:rPr sz="2400" spc="-80" dirty="0">
                <a:latin typeface="Arial MT"/>
                <a:cs typeface="Arial MT"/>
              </a:rPr>
              <a:t> </a:t>
            </a:r>
            <a:r>
              <a:rPr sz="2400" dirty="0">
                <a:latin typeface="Arial MT"/>
                <a:cs typeface="Arial MT"/>
              </a:rPr>
              <a:t>Process</a:t>
            </a:r>
            <a:r>
              <a:rPr sz="2400" spc="-85" dirty="0">
                <a:latin typeface="Arial MT"/>
                <a:cs typeface="Arial MT"/>
              </a:rPr>
              <a:t> </a:t>
            </a:r>
            <a:r>
              <a:rPr sz="2400" dirty="0">
                <a:latin typeface="Arial MT"/>
                <a:cs typeface="Arial MT"/>
              </a:rPr>
              <a:t>(ISE</a:t>
            </a:r>
            <a:r>
              <a:rPr sz="2400" spc="-90" dirty="0">
                <a:latin typeface="Arial MT"/>
                <a:cs typeface="Arial MT"/>
              </a:rPr>
              <a:t> </a:t>
            </a:r>
            <a:r>
              <a:rPr sz="2400" dirty="0">
                <a:latin typeface="Arial MT"/>
                <a:cs typeface="Arial MT"/>
              </a:rPr>
              <a:t>HED</a:t>
            </a:r>
            <a:r>
              <a:rPr sz="2400" spc="-80" dirty="0">
                <a:latin typeface="Arial MT"/>
                <a:cs typeface="Arial MT"/>
              </a:rPr>
              <a:t> </a:t>
            </a:r>
            <a:r>
              <a:rPr sz="2400" dirty="0">
                <a:latin typeface="Arial MT"/>
                <a:cs typeface="Arial MT"/>
              </a:rPr>
              <a:t>IRWIN</a:t>
            </a:r>
            <a:r>
              <a:rPr sz="2400" spc="-80" dirty="0">
                <a:latin typeface="Arial MT"/>
                <a:cs typeface="Arial MT"/>
              </a:rPr>
              <a:t> </a:t>
            </a:r>
            <a:r>
              <a:rPr sz="2400" spc="-10" dirty="0">
                <a:latin typeface="Arial MT"/>
                <a:cs typeface="Arial MT"/>
              </a:rPr>
              <a:t>OPERATIONS/DEC</a:t>
            </a:r>
            <a:r>
              <a:rPr sz="2400" spc="-80" dirty="0">
                <a:latin typeface="Arial MT"/>
                <a:cs typeface="Arial MT"/>
              </a:rPr>
              <a:t> </a:t>
            </a:r>
            <a:r>
              <a:rPr sz="2400" spc="-10" dirty="0">
                <a:latin typeface="Arial MT"/>
                <a:cs typeface="Arial MT"/>
              </a:rPr>
              <a:t>SCIENCES) 	</a:t>
            </a:r>
            <a:r>
              <a:rPr sz="2400" dirty="0">
                <a:latin typeface="Arial MT"/>
                <a:cs typeface="Arial MT"/>
              </a:rPr>
              <a:t>Paperback</a:t>
            </a:r>
            <a:r>
              <a:rPr sz="2400" spc="-65" dirty="0">
                <a:latin typeface="Arial MT"/>
                <a:cs typeface="Arial MT"/>
              </a:rPr>
              <a:t> </a:t>
            </a:r>
            <a:r>
              <a:rPr sz="2400" dirty="0">
                <a:latin typeface="Arial MT"/>
                <a:cs typeface="Arial MT"/>
              </a:rPr>
              <a:t>–</a:t>
            </a:r>
            <a:r>
              <a:rPr sz="2400" spc="-60" dirty="0">
                <a:latin typeface="Arial MT"/>
                <a:cs typeface="Arial MT"/>
              </a:rPr>
              <a:t> </a:t>
            </a:r>
            <a:r>
              <a:rPr sz="2400" dirty="0">
                <a:latin typeface="Arial MT"/>
                <a:cs typeface="Arial MT"/>
              </a:rPr>
              <a:t>International</a:t>
            </a:r>
            <a:r>
              <a:rPr sz="2400" spc="-55" dirty="0">
                <a:latin typeface="Arial MT"/>
                <a:cs typeface="Arial MT"/>
              </a:rPr>
              <a:t> </a:t>
            </a:r>
            <a:r>
              <a:rPr sz="2400" dirty="0">
                <a:latin typeface="Arial MT"/>
                <a:cs typeface="Arial MT"/>
              </a:rPr>
              <a:t>Edition,</a:t>
            </a:r>
            <a:r>
              <a:rPr sz="2400" spc="-70" dirty="0">
                <a:latin typeface="Arial MT"/>
                <a:cs typeface="Arial MT"/>
              </a:rPr>
              <a:t> </a:t>
            </a:r>
            <a:r>
              <a:rPr sz="2400" dirty="0">
                <a:latin typeface="Arial MT"/>
                <a:cs typeface="Arial MT"/>
              </a:rPr>
              <a:t>March</a:t>
            </a:r>
            <a:r>
              <a:rPr sz="2400" spc="-60" dirty="0">
                <a:latin typeface="Arial MT"/>
                <a:cs typeface="Arial MT"/>
              </a:rPr>
              <a:t> </a:t>
            </a:r>
            <a:r>
              <a:rPr sz="2400" dirty="0">
                <a:latin typeface="Arial MT"/>
                <a:cs typeface="Arial MT"/>
              </a:rPr>
              <a:t>5,</a:t>
            </a:r>
            <a:r>
              <a:rPr sz="2400" spc="-65" dirty="0">
                <a:latin typeface="Arial MT"/>
                <a:cs typeface="Arial MT"/>
              </a:rPr>
              <a:t> </a:t>
            </a:r>
            <a:r>
              <a:rPr sz="2400" dirty="0">
                <a:latin typeface="Arial MT"/>
                <a:cs typeface="Arial MT"/>
              </a:rPr>
              <a:t>2020,</a:t>
            </a:r>
            <a:r>
              <a:rPr sz="2400" spc="-65" dirty="0">
                <a:latin typeface="Arial MT"/>
                <a:cs typeface="Arial MT"/>
              </a:rPr>
              <a:t> </a:t>
            </a:r>
            <a:r>
              <a:rPr sz="2400" spc="-10" dirty="0">
                <a:latin typeface="Arial MT"/>
                <a:cs typeface="Arial MT"/>
              </a:rPr>
              <a:t>McGraw-</a:t>
            </a:r>
            <a:r>
              <a:rPr sz="2400" dirty="0">
                <a:latin typeface="Arial MT"/>
                <a:cs typeface="Arial MT"/>
              </a:rPr>
              <a:t>Hill</a:t>
            </a:r>
            <a:r>
              <a:rPr sz="2400" spc="-60" dirty="0">
                <a:latin typeface="Arial MT"/>
                <a:cs typeface="Arial MT"/>
              </a:rPr>
              <a:t> </a:t>
            </a:r>
            <a:r>
              <a:rPr sz="2400" spc="-10" dirty="0">
                <a:latin typeface="Arial MT"/>
                <a:cs typeface="Arial MT"/>
              </a:rPr>
              <a:t>Education; 	</a:t>
            </a:r>
            <a:r>
              <a:rPr sz="2400" dirty="0">
                <a:latin typeface="Arial MT"/>
                <a:cs typeface="Arial MT"/>
              </a:rPr>
              <a:t>8th</a:t>
            </a:r>
            <a:r>
              <a:rPr sz="2400" spc="-50" dirty="0">
                <a:latin typeface="Arial MT"/>
                <a:cs typeface="Arial MT"/>
              </a:rPr>
              <a:t> </a:t>
            </a:r>
            <a:r>
              <a:rPr sz="2400" dirty="0">
                <a:latin typeface="Arial MT"/>
                <a:cs typeface="Arial MT"/>
              </a:rPr>
              <a:t>edition</a:t>
            </a:r>
            <a:r>
              <a:rPr sz="2400" spc="-50" dirty="0">
                <a:latin typeface="Arial MT"/>
                <a:cs typeface="Arial MT"/>
              </a:rPr>
              <a:t> </a:t>
            </a:r>
            <a:r>
              <a:rPr sz="2400" dirty="0">
                <a:latin typeface="Arial MT"/>
                <a:cs typeface="Arial MT"/>
              </a:rPr>
              <a:t>(March</a:t>
            </a:r>
            <a:r>
              <a:rPr sz="2400" spc="-45" dirty="0">
                <a:latin typeface="Arial MT"/>
                <a:cs typeface="Arial MT"/>
              </a:rPr>
              <a:t> </a:t>
            </a:r>
            <a:r>
              <a:rPr sz="2400" dirty="0">
                <a:latin typeface="Arial MT"/>
                <a:cs typeface="Arial MT"/>
              </a:rPr>
              <a:t>5,</a:t>
            </a:r>
            <a:r>
              <a:rPr sz="2400" spc="-55" dirty="0">
                <a:latin typeface="Arial MT"/>
                <a:cs typeface="Arial MT"/>
              </a:rPr>
              <a:t> </a:t>
            </a:r>
            <a:r>
              <a:rPr sz="2400" dirty="0">
                <a:latin typeface="Arial MT"/>
                <a:cs typeface="Arial MT"/>
              </a:rPr>
              <a:t>2020),</a:t>
            </a:r>
            <a:r>
              <a:rPr sz="2400" spc="-50" dirty="0">
                <a:latin typeface="Arial MT"/>
                <a:cs typeface="Arial MT"/>
              </a:rPr>
              <a:t> </a:t>
            </a:r>
            <a:r>
              <a:rPr sz="2400" dirty="0">
                <a:latin typeface="Arial MT"/>
                <a:cs typeface="Arial MT"/>
              </a:rPr>
              <a:t>ISBN:</a:t>
            </a:r>
            <a:r>
              <a:rPr sz="2400" spc="-55" dirty="0">
                <a:latin typeface="Arial MT"/>
                <a:cs typeface="Arial MT"/>
              </a:rPr>
              <a:t> </a:t>
            </a:r>
            <a:r>
              <a:rPr sz="2400" spc="-20" dirty="0">
                <a:latin typeface="Arial MT"/>
                <a:cs typeface="Arial MT"/>
              </a:rPr>
              <a:t>978-</a:t>
            </a:r>
            <a:r>
              <a:rPr sz="2400" spc="-10" dirty="0">
                <a:latin typeface="Arial MT"/>
                <a:cs typeface="Arial MT"/>
              </a:rPr>
              <a:t>1260570434</a:t>
            </a:r>
            <a:endParaRPr sz="2400">
              <a:latin typeface="Arial MT"/>
              <a:cs typeface="Arial MT"/>
            </a:endParaRPr>
          </a:p>
        </p:txBody>
      </p:sp>
      <p:pic>
        <p:nvPicPr>
          <p:cNvPr id="5" name="Picture 2">
            <a:extLst>
              <a:ext uri="{FF2B5EF4-FFF2-40B4-BE49-F238E27FC236}">
                <a16:creationId xmlns:a16="http://schemas.microsoft.com/office/drawing/2014/main" id="{0B0853D7-69D9-03BC-3CAD-7CCB0BB9185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963150" y="0"/>
            <a:ext cx="2228850" cy="12382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4000681-96AD-4577-B5C1-B6CEB7F0345D}"/>
              </a:ext>
            </a:extLst>
          </p:cNvPr>
          <p:cNvSpPr>
            <a:spLocks noGrp="1"/>
          </p:cNvSpPr>
          <p:nvPr>
            <p:ph type="body" idx="1"/>
          </p:nvPr>
        </p:nvSpPr>
        <p:spPr>
          <a:xfrm>
            <a:off x="916939" y="1557165"/>
            <a:ext cx="10358120" cy="4739759"/>
          </a:xfrm>
        </p:spPr>
        <p:txBody>
          <a:bodyPr/>
          <a:lstStyle/>
          <a:p>
            <a:r>
              <a:rPr lang="en-US" dirty="0"/>
              <a:t>The objectives of a project management course typically include:</a:t>
            </a:r>
          </a:p>
          <a:p>
            <a:pPr>
              <a:buFont typeface="+mj-lt"/>
              <a:buAutoNum type="arabicPeriod"/>
            </a:pPr>
            <a:r>
              <a:rPr lang="en-US" b="1" dirty="0"/>
              <a:t>Understanding Project Management Fundamentals</a:t>
            </a:r>
            <a:endParaRPr lang="en-US" dirty="0"/>
          </a:p>
          <a:p>
            <a:pPr>
              <a:buFont typeface="+mj-lt"/>
              <a:buAutoNum type="arabicPeriod"/>
            </a:pPr>
            <a:r>
              <a:rPr lang="en-US" b="1" dirty="0"/>
              <a:t>Project Planning</a:t>
            </a:r>
          </a:p>
          <a:p>
            <a:pPr>
              <a:buFont typeface="+mj-lt"/>
              <a:buAutoNum type="arabicPeriod"/>
            </a:pPr>
            <a:r>
              <a:rPr lang="en-US" b="1" dirty="0"/>
              <a:t>Resource Management</a:t>
            </a:r>
          </a:p>
          <a:p>
            <a:pPr>
              <a:buFont typeface="+mj-lt"/>
              <a:buAutoNum type="arabicPeriod"/>
            </a:pPr>
            <a:r>
              <a:rPr lang="en-US" b="1" dirty="0"/>
              <a:t>Risk Management</a:t>
            </a:r>
          </a:p>
          <a:p>
            <a:pPr>
              <a:buFont typeface="+mj-lt"/>
              <a:buAutoNum type="arabicPeriod"/>
            </a:pPr>
            <a:r>
              <a:rPr lang="en-US" b="1" dirty="0"/>
              <a:t>Time Management</a:t>
            </a:r>
          </a:p>
          <a:p>
            <a:pPr>
              <a:buFont typeface="+mj-lt"/>
              <a:buAutoNum type="arabicPeriod"/>
            </a:pPr>
            <a:r>
              <a:rPr lang="en-US" b="1" dirty="0"/>
              <a:t>Communication Skills</a:t>
            </a:r>
          </a:p>
          <a:p>
            <a:pPr>
              <a:buFont typeface="+mj-lt"/>
              <a:buAutoNum type="arabicPeriod"/>
            </a:pPr>
            <a:r>
              <a:rPr lang="en-US" b="1" dirty="0"/>
              <a:t>Quality Management</a:t>
            </a:r>
          </a:p>
          <a:p>
            <a:pPr>
              <a:buFont typeface="+mj-lt"/>
              <a:buAutoNum type="arabicPeriod"/>
            </a:pPr>
            <a:r>
              <a:rPr lang="en-US" b="1" dirty="0"/>
              <a:t>Use of Project Management Tools</a:t>
            </a:r>
          </a:p>
          <a:p>
            <a:pPr>
              <a:buFont typeface="+mj-lt"/>
              <a:buAutoNum type="arabicPeriod"/>
            </a:pPr>
            <a:r>
              <a:rPr lang="en-US" b="1" dirty="0"/>
              <a:t>Leadership and Team Dynamics</a:t>
            </a:r>
          </a:p>
          <a:p>
            <a:pPr>
              <a:buFont typeface="+mj-lt"/>
              <a:buAutoNum type="arabicPeriod"/>
            </a:pPr>
            <a:r>
              <a:rPr lang="en-US" b="1" dirty="0"/>
              <a:t>Evaluation and Closure</a:t>
            </a:r>
            <a:endParaRPr lang="en-US" dirty="0"/>
          </a:p>
        </p:txBody>
      </p:sp>
      <p:sp>
        <p:nvSpPr>
          <p:cNvPr id="4" name="object 2">
            <a:extLst>
              <a:ext uri="{FF2B5EF4-FFF2-40B4-BE49-F238E27FC236}">
                <a16:creationId xmlns:a16="http://schemas.microsoft.com/office/drawing/2014/main" id="{17915572-CC82-4E5F-B8BF-B935C86D39DF}"/>
              </a:ext>
            </a:extLst>
          </p:cNvPr>
          <p:cNvSpPr txBox="1">
            <a:spLocks noGrp="1"/>
          </p:cNvSpPr>
          <p:nvPr>
            <p:ph type="title"/>
          </p:nvPr>
        </p:nvSpPr>
        <p:spPr>
          <a:xfrm>
            <a:off x="415925" y="615950"/>
            <a:ext cx="11647488" cy="685800"/>
          </a:xfrm>
          <a:prstGeom prst="rect">
            <a:avLst/>
          </a:prstGeom>
        </p:spPr>
        <p:txBody>
          <a:bodyPr vert="horz" wrap="square" lIns="0" tIns="13970" rIns="0" bIns="0" rtlCol="0">
            <a:spAutoFit/>
          </a:bodyPr>
          <a:lstStyle/>
          <a:p>
            <a:pPr marL="513715">
              <a:lnSpc>
                <a:spcPct val="100000"/>
              </a:lnSpc>
              <a:spcBef>
                <a:spcPts val="110"/>
              </a:spcBef>
            </a:pPr>
            <a:r>
              <a:rPr b="1" u="sng" spc="90" dirty="0">
                <a:solidFill>
                  <a:srgbClr val="FF0000"/>
                </a:solidFill>
              </a:rPr>
              <a:t>Course</a:t>
            </a:r>
            <a:r>
              <a:rPr b="1" u="sng" spc="130" dirty="0">
                <a:solidFill>
                  <a:srgbClr val="FF0000"/>
                </a:solidFill>
              </a:rPr>
              <a:t> </a:t>
            </a:r>
            <a:r>
              <a:rPr b="1" u="sng" spc="95" dirty="0">
                <a:solidFill>
                  <a:srgbClr val="FF0000"/>
                </a:solidFill>
              </a:rPr>
              <a:t>Objectives</a:t>
            </a:r>
          </a:p>
        </p:txBody>
      </p:sp>
      <p:pic>
        <p:nvPicPr>
          <p:cNvPr id="2" name="Picture 2">
            <a:extLst>
              <a:ext uri="{FF2B5EF4-FFF2-40B4-BE49-F238E27FC236}">
                <a16:creationId xmlns:a16="http://schemas.microsoft.com/office/drawing/2014/main" id="{A66E2EC6-0A1F-F7F8-6FCE-1AC96D859BE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63150" y="0"/>
            <a:ext cx="2228850" cy="1238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84699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013265" y="1472303"/>
            <a:ext cx="6323965" cy="2571115"/>
          </a:xfrm>
          <a:prstGeom prst="rect">
            <a:avLst/>
          </a:prstGeom>
        </p:spPr>
        <p:txBody>
          <a:bodyPr vert="horz" wrap="square" lIns="0" tIns="16510" rIns="0" bIns="0" rtlCol="0">
            <a:spAutoFit/>
          </a:bodyPr>
          <a:lstStyle/>
          <a:p>
            <a:pPr marR="148590" algn="ctr">
              <a:lnSpc>
                <a:spcPts val="6759"/>
              </a:lnSpc>
              <a:spcBef>
                <a:spcPts val="130"/>
              </a:spcBef>
            </a:pPr>
            <a:r>
              <a:rPr sz="5850" spc="140" dirty="0">
                <a:solidFill>
                  <a:srgbClr val="262EA4"/>
                </a:solidFill>
                <a:latin typeface="Calibri Light"/>
                <a:cs typeface="Calibri Light"/>
              </a:rPr>
              <a:t>Introduction</a:t>
            </a:r>
            <a:endParaRPr sz="5850">
              <a:latin typeface="Calibri Light"/>
              <a:cs typeface="Calibri Light"/>
            </a:endParaRPr>
          </a:p>
          <a:p>
            <a:pPr marL="5080" algn="ctr">
              <a:lnSpc>
                <a:spcPts val="6490"/>
              </a:lnSpc>
            </a:pPr>
            <a:r>
              <a:rPr sz="5850" spc="70" dirty="0">
                <a:solidFill>
                  <a:srgbClr val="262EA4"/>
                </a:solidFill>
                <a:latin typeface="Calibri Light"/>
                <a:cs typeface="Calibri Light"/>
              </a:rPr>
              <a:t>to</a:t>
            </a:r>
            <a:endParaRPr sz="5850">
              <a:latin typeface="Calibri Light"/>
              <a:cs typeface="Calibri Light"/>
            </a:endParaRPr>
          </a:p>
          <a:p>
            <a:pPr algn="ctr">
              <a:lnSpc>
                <a:spcPts val="6750"/>
              </a:lnSpc>
            </a:pPr>
            <a:r>
              <a:rPr sz="5850" spc="120" dirty="0">
                <a:solidFill>
                  <a:srgbClr val="262EA4"/>
                </a:solidFill>
                <a:latin typeface="Calibri Light"/>
                <a:cs typeface="Calibri Light"/>
              </a:rPr>
              <a:t>Project</a:t>
            </a:r>
            <a:r>
              <a:rPr sz="5850" spc="175" dirty="0">
                <a:solidFill>
                  <a:srgbClr val="262EA4"/>
                </a:solidFill>
                <a:latin typeface="Calibri Light"/>
                <a:cs typeface="Calibri Light"/>
              </a:rPr>
              <a:t> </a:t>
            </a:r>
            <a:r>
              <a:rPr sz="5850" spc="145" dirty="0">
                <a:solidFill>
                  <a:srgbClr val="262EA4"/>
                </a:solidFill>
                <a:latin typeface="Calibri Light"/>
                <a:cs typeface="Calibri Light"/>
              </a:rPr>
              <a:t>Mnagement</a:t>
            </a:r>
            <a:endParaRPr sz="5850">
              <a:latin typeface="Calibri Light"/>
              <a:cs typeface="Calibri Light"/>
            </a:endParaRPr>
          </a:p>
        </p:txBody>
      </p:sp>
      <p:sp>
        <p:nvSpPr>
          <p:cNvPr id="3" name="object 3"/>
          <p:cNvSpPr/>
          <p:nvPr/>
        </p:nvSpPr>
        <p:spPr>
          <a:xfrm>
            <a:off x="0" y="1355271"/>
            <a:ext cx="10091420" cy="392430"/>
          </a:xfrm>
          <a:custGeom>
            <a:avLst/>
            <a:gdLst/>
            <a:ahLst/>
            <a:cxnLst/>
            <a:rect l="l" t="t" r="r" b="b"/>
            <a:pathLst>
              <a:path w="10091420" h="392430">
                <a:moveTo>
                  <a:pt x="10091056" y="0"/>
                </a:moveTo>
                <a:lnTo>
                  <a:pt x="0" y="0"/>
                </a:lnTo>
                <a:lnTo>
                  <a:pt x="0" y="391885"/>
                </a:lnTo>
                <a:lnTo>
                  <a:pt x="10091056" y="391885"/>
                </a:lnTo>
                <a:lnTo>
                  <a:pt x="10091056" y="0"/>
                </a:lnTo>
                <a:close/>
              </a:path>
            </a:pathLst>
          </a:custGeom>
          <a:solidFill>
            <a:srgbClr val="FFFFFF"/>
          </a:solidFill>
        </p:spPr>
        <p:txBody>
          <a:bodyPr wrap="square" lIns="0" tIns="0" rIns="0" bIns="0" rtlCol="0"/>
          <a:lstStyle/>
          <a:p>
            <a:endParaRPr/>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7</a:t>
            </a:fld>
            <a:endParaRPr spc="-25" dirty="0"/>
          </a:p>
        </p:txBody>
      </p:sp>
      <p:pic>
        <p:nvPicPr>
          <p:cNvPr id="5" name="Picture 2">
            <a:extLst>
              <a:ext uri="{FF2B5EF4-FFF2-40B4-BE49-F238E27FC236}">
                <a16:creationId xmlns:a16="http://schemas.microsoft.com/office/drawing/2014/main" id="{2D4C29F2-7D0D-AEE1-13EA-8F380FF837C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963150" y="0"/>
            <a:ext cx="2228850" cy="12382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sldNum" sz="quarter" idx="7"/>
          </p:nvPr>
        </p:nvSpPr>
        <p:spPr>
          <a:xfrm>
            <a:off x="13118081" y="5834650"/>
            <a:ext cx="221876" cy="190485"/>
          </a:xfrm>
          <a:prstGeom prst="rect">
            <a:avLst/>
          </a:prstGeom>
        </p:spPr>
        <p:txBody>
          <a:bodyPr vert="horz" wrap="square" lIns="0" tIns="5763" rIns="0" bIns="0" rtlCol="0">
            <a:spAutoFit/>
          </a:bodyPr>
          <a:lstStyle/>
          <a:p>
            <a:pPr marL="40343">
              <a:spcBef>
                <a:spcPts val="45"/>
              </a:spcBef>
            </a:pPr>
            <a:fld id="{81D60167-4931-47E6-BA6A-407CBD079E47}" type="slidenum">
              <a:rPr spc="-23" dirty="0"/>
              <a:pPr marL="40343">
                <a:spcBef>
                  <a:spcPts val="45"/>
                </a:spcBef>
              </a:pPr>
              <a:t>8</a:t>
            </a:fld>
            <a:endParaRPr spc="-23" dirty="0"/>
          </a:p>
        </p:txBody>
      </p:sp>
      <p:sp>
        <p:nvSpPr>
          <p:cNvPr id="2" name="object 2"/>
          <p:cNvSpPr txBox="1">
            <a:spLocks noGrp="1"/>
          </p:cNvSpPr>
          <p:nvPr>
            <p:ph type="title"/>
          </p:nvPr>
        </p:nvSpPr>
        <p:spPr>
          <a:xfrm>
            <a:off x="1620734" y="558928"/>
            <a:ext cx="10571693" cy="718343"/>
          </a:xfrm>
          <a:prstGeom prst="rect">
            <a:avLst/>
          </a:prstGeom>
        </p:spPr>
        <p:txBody>
          <a:bodyPr vert="horz" wrap="square" lIns="0" tIns="116591" rIns="0" bIns="0" rtlCol="0">
            <a:spAutoFit/>
          </a:bodyPr>
          <a:lstStyle/>
          <a:p>
            <a:pPr marL="13255">
              <a:spcBef>
                <a:spcPts val="86"/>
              </a:spcBef>
            </a:pPr>
            <a:r>
              <a:rPr sz="3903" b="1" spc="-9" dirty="0">
                <a:solidFill>
                  <a:srgbClr val="FF0000"/>
                </a:solidFill>
              </a:rPr>
              <a:t>Contents</a:t>
            </a:r>
            <a:endParaRPr sz="3903" b="1" dirty="0">
              <a:solidFill>
                <a:srgbClr val="FF0000"/>
              </a:solidFill>
            </a:endParaRPr>
          </a:p>
        </p:txBody>
      </p:sp>
      <p:sp>
        <p:nvSpPr>
          <p:cNvPr id="3" name="object 3"/>
          <p:cNvSpPr txBox="1">
            <a:spLocks noGrp="1"/>
          </p:cNvSpPr>
          <p:nvPr>
            <p:ph type="body" idx="1"/>
          </p:nvPr>
        </p:nvSpPr>
        <p:spPr>
          <a:xfrm>
            <a:off x="1219200" y="1836199"/>
            <a:ext cx="9400647" cy="2852194"/>
          </a:xfrm>
          <a:prstGeom prst="rect">
            <a:avLst/>
          </a:prstGeom>
        </p:spPr>
        <p:txBody>
          <a:bodyPr vert="horz" wrap="square" lIns="0" tIns="152720" rIns="0" bIns="0" rtlCol="0">
            <a:spAutoFit/>
          </a:bodyPr>
          <a:lstStyle/>
          <a:p>
            <a:pPr marL="395936" indent="-384409">
              <a:spcBef>
                <a:spcPts val="1203"/>
              </a:spcBef>
              <a:buChar char="•"/>
              <a:tabLst>
                <a:tab pos="395936" algn="l"/>
              </a:tabLst>
            </a:pPr>
            <a:r>
              <a:rPr lang="en-US" dirty="0"/>
              <a:t>Definition of </a:t>
            </a:r>
            <a:r>
              <a:rPr dirty="0"/>
              <a:t>a</a:t>
            </a:r>
            <a:r>
              <a:rPr spc="-109" dirty="0"/>
              <a:t> </a:t>
            </a:r>
            <a:r>
              <a:rPr spc="-9" dirty="0"/>
              <a:t>Project</a:t>
            </a:r>
            <a:r>
              <a:rPr lang="en-US" spc="-9" dirty="0"/>
              <a:t>, project management, and PMI</a:t>
            </a:r>
            <a:r>
              <a:rPr spc="-9" dirty="0"/>
              <a:t>?</a:t>
            </a:r>
            <a:endParaRPr lang="en-US" spc="-9" dirty="0"/>
          </a:p>
          <a:p>
            <a:pPr marL="395936" indent="-384409">
              <a:spcBef>
                <a:spcPts val="1203"/>
              </a:spcBef>
              <a:buChar char="•"/>
              <a:tabLst>
                <a:tab pos="395936" algn="l"/>
              </a:tabLst>
            </a:pPr>
            <a:r>
              <a:rPr lang="en-US" u="none" spc="100" dirty="0">
                <a:solidFill>
                  <a:srgbClr val="000000"/>
                </a:solidFill>
              </a:rPr>
              <a:t>Characteristics</a:t>
            </a:r>
            <a:r>
              <a:rPr lang="en-US" u="none" spc="125" dirty="0">
                <a:solidFill>
                  <a:srgbClr val="000000"/>
                </a:solidFill>
              </a:rPr>
              <a:t> </a:t>
            </a:r>
            <a:r>
              <a:rPr lang="en-US" u="none" spc="80" dirty="0">
                <a:solidFill>
                  <a:srgbClr val="000000"/>
                </a:solidFill>
              </a:rPr>
              <a:t>of</a:t>
            </a:r>
            <a:r>
              <a:rPr lang="en-US" u="none" spc="125" dirty="0">
                <a:solidFill>
                  <a:srgbClr val="000000"/>
                </a:solidFill>
              </a:rPr>
              <a:t> </a:t>
            </a:r>
            <a:r>
              <a:rPr lang="en-US" u="none" spc="85" dirty="0">
                <a:solidFill>
                  <a:srgbClr val="000000"/>
                </a:solidFill>
              </a:rPr>
              <a:t>project</a:t>
            </a:r>
            <a:endParaRPr spc="-9" dirty="0"/>
          </a:p>
          <a:p>
            <a:pPr marL="394207" indent="-382680">
              <a:spcBef>
                <a:spcPts val="1116"/>
              </a:spcBef>
              <a:buChar char="•"/>
              <a:tabLst>
                <a:tab pos="394207" algn="l"/>
              </a:tabLst>
            </a:pPr>
            <a:r>
              <a:rPr spc="-9" dirty="0"/>
              <a:t>Current</a:t>
            </a:r>
            <a:r>
              <a:rPr spc="-14" dirty="0"/>
              <a:t> </a:t>
            </a:r>
            <a:r>
              <a:rPr dirty="0"/>
              <a:t>Drivers</a:t>
            </a:r>
            <a:r>
              <a:rPr spc="-73" dirty="0"/>
              <a:t> </a:t>
            </a:r>
            <a:r>
              <a:rPr dirty="0"/>
              <a:t>of</a:t>
            </a:r>
            <a:r>
              <a:rPr spc="-145" dirty="0"/>
              <a:t> </a:t>
            </a:r>
            <a:r>
              <a:rPr dirty="0"/>
              <a:t>Project</a:t>
            </a:r>
            <a:r>
              <a:rPr spc="-77" dirty="0"/>
              <a:t> </a:t>
            </a:r>
            <a:r>
              <a:rPr spc="-9" dirty="0"/>
              <a:t>Management</a:t>
            </a:r>
          </a:p>
          <a:p>
            <a:pPr marL="393631" marR="4611" indent="-382680">
              <a:lnSpc>
                <a:spcPts val="3195"/>
              </a:lnSpc>
              <a:spcBef>
                <a:spcPts val="1239"/>
              </a:spcBef>
              <a:buChar char="•"/>
              <a:tabLst>
                <a:tab pos="394783" algn="l"/>
                <a:tab pos="3607801" algn="l"/>
              </a:tabLst>
            </a:pPr>
            <a:r>
              <a:rPr dirty="0"/>
              <a:t>Project</a:t>
            </a:r>
            <a:r>
              <a:rPr spc="-54" dirty="0"/>
              <a:t> </a:t>
            </a:r>
            <a:r>
              <a:rPr spc="-9" dirty="0"/>
              <a:t>Management</a:t>
            </a:r>
            <a:r>
              <a:rPr dirty="0"/>
              <a:t>	</a:t>
            </a:r>
            <a:r>
              <a:rPr spc="-86" dirty="0"/>
              <a:t>Today:</a:t>
            </a:r>
            <a:r>
              <a:rPr spc="-18" dirty="0"/>
              <a:t> </a:t>
            </a:r>
            <a:r>
              <a:rPr dirty="0"/>
              <a:t>A</a:t>
            </a:r>
            <a:r>
              <a:rPr spc="-185" dirty="0"/>
              <a:t> </a:t>
            </a:r>
            <a:r>
              <a:rPr spc="-36" dirty="0"/>
              <a:t>Socio-</a:t>
            </a:r>
            <a:r>
              <a:rPr spc="-23" dirty="0"/>
              <a:t>Technical 	</a:t>
            </a:r>
            <a:r>
              <a:rPr spc="-9" dirty="0"/>
              <a:t>Approach</a:t>
            </a:r>
          </a:p>
          <a:p>
            <a:pPr marL="393631" indent="-382104">
              <a:spcBef>
                <a:spcPts val="1080"/>
              </a:spcBef>
              <a:buChar char="•"/>
              <a:tabLst>
                <a:tab pos="393631" algn="l"/>
              </a:tabLst>
            </a:pPr>
            <a:r>
              <a:rPr sz="2632" dirty="0"/>
              <a:t>Examples</a:t>
            </a:r>
            <a:r>
              <a:rPr sz="2632" spc="109" dirty="0"/>
              <a:t> </a:t>
            </a:r>
            <a:r>
              <a:rPr sz="2632" dirty="0"/>
              <a:t>of</a:t>
            </a:r>
            <a:r>
              <a:rPr sz="2632" spc="-59" dirty="0"/>
              <a:t> </a:t>
            </a:r>
            <a:r>
              <a:rPr sz="2632" spc="-9" dirty="0"/>
              <a:t>Projects</a:t>
            </a:r>
            <a:endParaRPr sz="2632" dirty="0"/>
          </a:p>
        </p:txBody>
      </p:sp>
      <p:pic>
        <p:nvPicPr>
          <p:cNvPr id="4" name="Picture 2">
            <a:extLst>
              <a:ext uri="{FF2B5EF4-FFF2-40B4-BE49-F238E27FC236}">
                <a16:creationId xmlns:a16="http://schemas.microsoft.com/office/drawing/2014/main" id="{F2A7C123-C454-6286-151A-DB7C41935C1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963150" y="0"/>
            <a:ext cx="2228850" cy="12382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513715">
              <a:lnSpc>
                <a:spcPct val="100000"/>
              </a:lnSpc>
              <a:spcBef>
                <a:spcPts val="110"/>
              </a:spcBef>
            </a:pPr>
            <a:r>
              <a:rPr b="1" u="sng" spc="105" dirty="0">
                <a:solidFill>
                  <a:srgbClr val="FF0000"/>
                </a:solidFill>
              </a:rPr>
              <a:t>Definitions</a:t>
            </a:r>
            <a:r>
              <a:rPr u="none" spc="150" dirty="0">
                <a:solidFill>
                  <a:srgbClr val="000000"/>
                </a:solidFill>
              </a:rPr>
              <a:t> </a:t>
            </a:r>
            <a:r>
              <a:rPr sz="1950" u="none" spc="-20" dirty="0">
                <a:solidFill>
                  <a:srgbClr val="000000"/>
                </a:solidFill>
              </a:rPr>
              <a:t>(1/2)</a:t>
            </a:r>
            <a:endParaRPr sz="1950" dirty="0"/>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9</a:t>
            </a:fld>
            <a:endParaRPr spc="-25" dirty="0"/>
          </a:p>
        </p:txBody>
      </p:sp>
      <p:sp>
        <p:nvSpPr>
          <p:cNvPr id="3" name="object 3"/>
          <p:cNvSpPr txBox="1"/>
          <p:nvPr/>
        </p:nvSpPr>
        <p:spPr>
          <a:xfrm>
            <a:off x="69623" y="1782571"/>
            <a:ext cx="10356850" cy="4324350"/>
          </a:xfrm>
          <a:prstGeom prst="rect">
            <a:avLst/>
          </a:prstGeom>
        </p:spPr>
        <p:txBody>
          <a:bodyPr vert="horz" wrap="square" lIns="0" tIns="59055" rIns="0" bIns="0" rtlCol="0">
            <a:spAutoFit/>
          </a:bodyPr>
          <a:lstStyle/>
          <a:p>
            <a:pPr marL="241300" marR="5080" indent="-228600">
              <a:lnSpc>
                <a:spcPts val="3290"/>
              </a:lnSpc>
              <a:spcBef>
                <a:spcPts val="465"/>
              </a:spcBef>
              <a:buFont typeface="Arial MT"/>
              <a:buChar char="•"/>
              <a:tabLst>
                <a:tab pos="241300" algn="l"/>
                <a:tab pos="1672589" algn="l"/>
                <a:tab pos="3545840" algn="l"/>
                <a:tab pos="5123180" algn="l"/>
                <a:tab pos="6581140" algn="l"/>
                <a:tab pos="8449310" algn="l"/>
                <a:tab pos="8983345" algn="l"/>
                <a:tab pos="10161270" algn="l"/>
              </a:tabLst>
            </a:pPr>
            <a:r>
              <a:rPr sz="3000" b="1" spc="-10" dirty="0">
                <a:solidFill>
                  <a:srgbClr val="262EA4"/>
                </a:solidFill>
                <a:latin typeface="Calibri"/>
                <a:cs typeface="Calibri"/>
              </a:rPr>
              <a:t>Project:</a:t>
            </a:r>
            <a:r>
              <a:rPr sz="3000" b="1" dirty="0">
                <a:solidFill>
                  <a:srgbClr val="262EA4"/>
                </a:solidFill>
                <a:latin typeface="Calibri"/>
                <a:cs typeface="Calibri"/>
              </a:rPr>
              <a:t>	</a:t>
            </a:r>
            <a:r>
              <a:rPr sz="3000" spc="-10" dirty="0">
                <a:latin typeface="Calibri"/>
                <a:cs typeface="Calibri"/>
              </a:rPr>
              <a:t>Temporary</a:t>
            </a:r>
            <a:r>
              <a:rPr sz="3000" dirty="0">
                <a:latin typeface="Calibri"/>
                <a:cs typeface="Calibri"/>
              </a:rPr>
              <a:t>	</a:t>
            </a:r>
            <a:r>
              <a:rPr sz="3000" spc="-10" dirty="0">
                <a:latin typeface="Calibri"/>
                <a:cs typeface="Calibri"/>
              </a:rPr>
              <a:t>activities</a:t>
            </a:r>
            <a:r>
              <a:rPr sz="3000" dirty="0">
                <a:latin typeface="Calibri"/>
                <a:cs typeface="Calibri"/>
              </a:rPr>
              <a:t>	</a:t>
            </a:r>
            <a:r>
              <a:rPr sz="3000" spc="-10" dirty="0">
                <a:latin typeface="Calibri"/>
                <a:cs typeface="Calibri"/>
              </a:rPr>
              <a:t>(efforts)</a:t>
            </a:r>
            <a:r>
              <a:rPr sz="3000" dirty="0">
                <a:latin typeface="Calibri"/>
                <a:cs typeface="Calibri"/>
              </a:rPr>
              <a:t>	</a:t>
            </a:r>
            <a:r>
              <a:rPr sz="3000" spc="-10" dirty="0">
                <a:latin typeface="Calibri"/>
                <a:cs typeface="Calibri"/>
              </a:rPr>
              <a:t>performed</a:t>
            </a:r>
            <a:r>
              <a:rPr sz="3000" dirty="0">
                <a:latin typeface="Calibri"/>
                <a:cs typeface="Calibri"/>
              </a:rPr>
              <a:t>	</a:t>
            </a:r>
            <a:r>
              <a:rPr sz="3000" spc="-25" dirty="0">
                <a:latin typeface="Calibri"/>
                <a:cs typeface="Calibri"/>
              </a:rPr>
              <a:t>to</a:t>
            </a:r>
            <a:r>
              <a:rPr sz="3000" dirty="0">
                <a:latin typeface="Calibri"/>
                <a:cs typeface="Calibri"/>
              </a:rPr>
              <a:t>	</a:t>
            </a:r>
            <a:r>
              <a:rPr sz="3000" spc="-10" dirty="0">
                <a:latin typeface="Calibri"/>
                <a:cs typeface="Calibri"/>
              </a:rPr>
              <a:t>create</a:t>
            </a:r>
            <a:r>
              <a:rPr sz="3000" dirty="0">
                <a:latin typeface="Calibri"/>
                <a:cs typeface="Calibri"/>
              </a:rPr>
              <a:t>	</a:t>
            </a:r>
            <a:r>
              <a:rPr sz="3000" spc="-50" dirty="0">
                <a:latin typeface="Calibri"/>
                <a:cs typeface="Calibri"/>
              </a:rPr>
              <a:t>a </a:t>
            </a:r>
            <a:r>
              <a:rPr sz="3000" dirty="0">
                <a:latin typeface="Calibri"/>
                <a:cs typeface="Calibri"/>
              </a:rPr>
              <a:t>unique</a:t>
            </a:r>
            <a:r>
              <a:rPr sz="3000" spc="-60" dirty="0">
                <a:latin typeface="Calibri"/>
                <a:cs typeface="Calibri"/>
              </a:rPr>
              <a:t> </a:t>
            </a:r>
            <a:r>
              <a:rPr sz="3000" dirty="0">
                <a:solidFill>
                  <a:srgbClr val="FF0000"/>
                </a:solidFill>
                <a:latin typeface="Calibri"/>
                <a:cs typeface="Calibri"/>
              </a:rPr>
              <a:t>product,</a:t>
            </a:r>
            <a:r>
              <a:rPr sz="3000" spc="-50" dirty="0">
                <a:solidFill>
                  <a:srgbClr val="FF0000"/>
                </a:solidFill>
                <a:latin typeface="Calibri"/>
                <a:cs typeface="Calibri"/>
              </a:rPr>
              <a:t> </a:t>
            </a:r>
            <a:r>
              <a:rPr sz="3000" dirty="0">
                <a:solidFill>
                  <a:srgbClr val="FF0000"/>
                </a:solidFill>
                <a:latin typeface="Calibri"/>
                <a:cs typeface="Calibri"/>
              </a:rPr>
              <a:t>service,</a:t>
            </a:r>
            <a:r>
              <a:rPr sz="3000" spc="-55" dirty="0">
                <a:solidFill>
                  <a:srgbClr val="FF0000"/>
                </a:solidFill>
                <a:latin typeface="Calibri"/>
                <a:cs typeface="Calibri"/>
              </a:rPr>
              <a:t> </a:t>
            </a:r>
            <a:r>
              <a:rPr sz="3000" dirty="0">
                <a:solidFill>
                  <a:srgbClr val="FF0000"/>
                </a:solidFill>
                <a:latin typeface="Calibri"/>
                <a:cs typeface="Calibri"/>
              </a:rPr>
              <a:t>or</a:t>
            </a:r>
            <a:r>
              <a:rPr sz="3000" spc="-45" dirty="0">
                <a:solidFill>
                  <a:srgbClr val="FF0000"/>
                </a:solidFill>
                <a:latin typeface="Calibri"/>
                <a:cs typeface="Calibri"/>
              </a:rPr>
              <a:t> </a:t>
            </a:r>
            <a:r>
              <a:rPr sz="3000" spc="-10" dirty="0">
                <a:solidFill>
                  <a:srgbClr val="FF0000"/>
                </a:solidFill>
                <a:latin typeface="Calibri"/>
                <a:cs typeface="Calibri"/>
              </a:rPr>
              <a:t>result</a:t>
            </a:r>
            <a:r>
              <a:rPr sz="3000" spc="-10" dirty="0">
                <a:latin typeface="Calibri"/>
                <a:cs typeface="Calibri"/>
              </a:rPr>
              <a:t>.</a:t>
            </a:r>
            <a:endParaRPr sz="3000" dirty="0">
              <a:latin typeface="Calibri"/>
              <a:cs typeface="Calibri"/>
            </a:endParaRPr>
          </a:p>
          <a:p>
            <a:pPr marL="241300" indent="-228600">
              <a:lnSpc>
                <a:spcPct val="100000"/>
              </a:lnSpc>
              <a:spcBef>
                <a:spcPts val="540"/>
              </a:spcBef>
              <a:buFont typeface="Arial MT"/>
              <a:buChar char="•"/>
              <a:tabLst>
                <a:tab pos="241300" algn="l"/>
              </a:tabLst>
            </a:pPr>
            <a:r>
              <a:rPr sz="3000" b="1" spc="-10" dirty="0">
                <a:solidFill>
                  <a:srgbClr val="262EA4"/>
                </a:solidFill>
                <a:latin typeface="Calibri"/>
                <a:cs typeface="Calibri"/>
              </a:rPr>
              <a:t>Examples:</a:t>
            </a:r>
            <a:endParaRPr sz="3000" dirty="0">
              <a:latin typeface="Calibri"/>
              <a:cs typeface="Calibri"/>
            </a:endParaRPr>
          </a:p>
          <a:p>
            <a:pPr marL="697230" lvl="1" indent="-227329">
              <a:lnSpc>
                <a:spcPct val="100000"/>
              </a:lnSpc>
              <a:spcBef>
                <a:spcPts val="315"/>
              </a:spcBef>
              <a:buFont typeface="Arial MT"/>
              <a:buChar char="•"/>
              <a:tabLst>
                <a:tab pos="697230" algn="l"/>
              </a:tabLst>
            </a:pPr>
            <a:r>
              <a:rPr sz="2400" dirty="0">
                <a:latin typeface="Calibri"/>
                <a:cs typeface="Calibri"/>
              </a:rPr>
              <a:t>Hospitals</a:t>
            </a:r>
            <a:r>
              <a:rPr sz="2400" spc="-75" dirty="0">
                <a:latin typeface="Calibri"/>
                <a:cs typeface="Calibri"/>
              </a:rPr>
              <a:t> </a:t>
            </a:r>
            <a:r>
              <a:rPr sz="2400" dirty="0">
                <a:latin typeface="Calibri"/>
                <a:cs typeface="Calibri"/>
              </a:rPr>
              <a:t>Respond</a:t>
            </a:r>
            <a:r>
              <a:rPr sz="2400" spc="-80" dirty="0">
                <a:latin typeface="Calibri"/>
                <a:cs typeface="Calibri"/>
              </a:rPr>
              <a:t> </a:t>
            </a:r>
            <a:r>
              <a:rPr sz="2400" dirty="0">
                <a:latin typeface="Calibri"/>
                <a:cs typeface="Calibri"/>
              </a:rPr>
              <a:t>to</a:t>
            </a:r>
            <a:r>
              <a:rPr sz="2400" spc="-75" dirty="0">
                <a:latin typeface="Calibri"/>
                <a:cs typeface="Calibri"/>
              </a:rPr>
              <a:t> </a:t>
            </a:r>
            <a:r>
              <a:rPr sz="2400" dirty="0">
                <a:latin typeface="Calibri"/>
                <a:cs typeface="Calibri"/>
              </a:rPr>
              <a:t>New</a:t>
            </a:r>
            <a:r>
              <a:rPr sz="2400" spc="-80" dirty="0">
                <a:latin typeface="Calibri"/>
                <a:cs typeface="Calibri"/>
              </a:rPr>
              <a:t> </a:t>
            </a:r>
            <a:r>
              <a:rPr sz="2400" spc="-10" dirty="0">
                <a:latin typeface="Calibri"/>
                <a:cs typeface="Calibri"/>
              </a:rPr>
              <a:t>Healthcare</a:t>
            </a:r>
            <a:r>
              <a:rPr sz="2400" spc="-70" dirty="0">
                <a:latin typeface="Calibri"/>
                <a:cs typeface="Calibri"/>
              </a:rPr>
              <a:t> </a:t>
            </a:r>
            <a:r>
              <a:rPr sz="2400" spc="-10" dirty="0">
                <a:latin typeface="Calibri"/>
                <a:cs typeface="Calibri"/>
              </a:rPr>
              <a:t>treatment</a:t>
            </a:r>
            <a:endParaRPr sz="2400" dirty="0">
              <a:latin typeface="Calibri"/>
              <a:cs typeface="Calibri"/>
            </a:endParaRPr>
          </a:p>
          <a:p>
            <a:pPr marL="697230" lvl="1" indent="-227329">
              <a:lnSpc>
                <a:spcPct val="100000"/>
              </a:lnSpc>
              <a:spcBef>
                <a:spcPts val="215"/>
              </a:spcBef>
              <a:buFont typeface="Arial MT"/>
              <a:buChar char="•"/>
              <a:tabLst>
                <a:tab pos="697230" algn="l"/>
              </a:tabLst>
            </a:pPr>
            <a:r>
              <a:rPr sz="2400" spc="-20" dirty="0">
                <a:latin typeface="Calibri"/>
                <a:cs typeface="Calibri"/>
              </a:rPr>
              <a:t>Apple’s</a:t>
            </a:r>
            <a:r>
              <a:rPr sz="2400" spc="-45" dirty="0">
                <a:latin typeface="Calibri"/>
                <a:cs typeface="Calibri"/>
              </a:rPr>
              <a:t> </a:t>
            </a:r>
            <a:r>
              <a:rPr sz="2400" dirty="0">
                <a:latin typeface="Calibri"/>
                <a:cs typeface="Calibri"/>
              </a:rPr>
              <a:t>New</a:t>
            </a:r>
            <a:r>
              <a:rPr sz="2400" spc="-50" dirty="0">
                <a:latin typeface="Calibri"/>
                <a:cs typeface="Calibri"/>
              </a:rPr>
              <a:t> </a:t>
            </a:r>
            <a:r>
              <a:rPr sz="2400" dirty="0">
                <a:latin typeface="Calibri"/>
                <a:cs typeface="Calibri"/>
              </a:rPr>
              <a:t>iPhone</a:t>
            </a:r>
            <a:r>
              <a:rPr sz="2400" spc="-45" dirty="0">
                <a:latin typeface="Calibri"/>
                <a:cs typeface="Calibri"/>
              </a:rPr>
              <a:t> </a:t>
            </a:r>
            <a:r>
              <a:rPr sz="2400" dirty="0">
                <a:latin typeface="Calibri"/>
                <a:cs typeface="Calibri"/>
              </a:rPr>
              <a:t>Hits</a:t>
            </a:r>
            <a:r>
              <a:rPr sz="2400" spc="-45" dirty="0">
                <a:latin typeface="Calibri"/>
                <a:cs typeface="Calibri"/>
              </a:rPr>
              <a:t> </a:t>
            </a:r>
            <a:r>
              <a:rPr sz="2400" dirty="0">
                <a:latin typeface="Calibri"/>
                <a:cs typeface="Calibri"/>
              </a:rPr>
              <a:t>the</a:t>
            </a:r>
            <a:r>
              <a:rPr sz="2400" spc="-40" dirty="0">
                <a:latin typeface="Calibri"/>
                <a:cs typeface="Calibri"/>
              </a:rPr>
              <a:t> </a:t>
            </a:r>
            <a:r>
              <a:rPr sz="2400" spc="-10" dirty="0">
                <a:latin typeface="Calibri"/>
                <a:cs typeface="Calibri"/>
              </a:rPr>
              <a:t>Market</a:t>
            </a:r>
            <a:endParaRPr sz="2400" dirty="0">
              <a:latin typeface="Calibri"/>
              <a:cs typeface="Calibri"/>
            </a:endParaRPr>
          </a:p>
          <a:p>
            <a:pPr marL="697230" lvl="1" indent="-227329">
              <a:lnSpc>
                <a:spcPct val="100000"/>
              </a:lnSpc>
              <a:spcBef>
                <a:spcPts val="215"/>
              </a:spcBef>
              <a:buFont typeface="Arial MT"/>
              <a:buChar char="•"/>
              <a:tabLst>
                <a:tab pos="697230" algn="l"/>
              </a:tabLst>
            </a:pPr>
            <a:r>
              <a:rPr sz="2400" dirty="0">
                <a:latin typeface="Calibri"/>
                <a:cs typeface="Calibri"/>
              </a:rPr>
              <a:t>Constructing</a:t>
            </a:r>
            <a:r>
              <a:rPr sz="2400" spc="-60" dirty="0">
                <a:latin typeface="Calibri"/>
                <a:cs typeface="Calibri"/>
              </a:rPr>
              <a:t> </a:t>
            </a:r>
            <a:r>
              <a:rPr sz="2400" dirty="0">
                <a:latin typeface="Calibri"/>
                <a:cs typeface="Calibri"/>
              </a:rPr>
              <a:t>a</a:t>
            </a:r>
            <a:r>
              <a:rPr sz="2400" spc="-55" dirty="0">
                <a:latin typeface="Calibri"/>
                <a:cs typeface="Calibri"/>
              </a:rPr>
              <a:t> </a:t>
            </a:r>
            <a:r>
              <a:rPr sz="2400" dirty="0">
                <a:latin typeface="Calibri"/>
                <a:cs typeface="Calibri"/>
              </a:rPr>
              <a:t>building</a:t>
            </a:r>
            <a:r>
              <a:rPr sz="2400" spc="-55" dirty="0">
                <a:latin typeface="Calibri"/>
                <a:cs typeface="Calibri"/>
              </a:rPr>
              <a:t> </a:t>
            </a:r>
            <a:r>
              <a:rPr sz="2400" dirty="0">
                <a:latin typeface="Calibri"/>
                <a:cs typeface="Calibri"/>
              </a:rPr>
              <a:t>or</a:t>
            </a:r>
            <a:r>
              <a:rPr sz="2400" spc="-60" dirty="0">
                <a:latin typeface="Calibri"/>
                <a:cs typeface="Calibri"/>
              </a:rPr>
              <a:t> </a:t>
            </a:r>
            <a:r>
              <a:rPr sz="2400" spc="-10" dirty="0">
                <a:latin typeface="Calibri"/>
                <a:cs typeface="Calibri"/>
              </a:rPr>
              <a:t>facility</a:t>
            </a:r>
            <a:endParaRPr sz="2400" dirty="0">
              <a:latin typeface="Calibri"/>
              <a:cs typeface="Calibri"/>
            </a:endParaRPr>
          </a:p>
          <a:p>
            <a:pPr marL="697230" lvl="1" indent="-227329">
              <a:lnSpc>
                <a:spcPct val="100000"/>
              </a:lnSpc>
              <a:spcBef>
                <a:spcPts val="215"/>
              </a:spcBef>
              <a:buFont typeface="Arial MT"/>
              <a:buChar char="•"/>
              <a:tabLst>
                <a:tab pos="697230" algn="l"/>
              </a:tabLst>
            </a:pPr>
            <a:r>
              <a:rPr sz="2400" dirty="0">
                <a:latin typeface="Calibri"/>
                <a:cs typeface="Calibri"/>
              </a:rPr>
              <a:t>Designing</a:t>
            </a:r>
            <a:r>
              <a:rPr sz="2400" spc="-55" dirty="0">
                <a:latin typeface="Calibri"/>
                <a:cs typeface="Calibri"/>
              </a:rPr>
              <a:t> </a:t>
            </a:r>
            <a:r>
              <a:rPr sz="2400" dirty="0">
                <a:latin typeface="Calibri"/>
                <a:cs typeface="Calibri"/>
              </a:rPr>
              <a:t>a</a:t>
            </a:r>
            <a:r>
              <a:rPr sz="2400" spc="-50" dirty="0">
                <a:latin typeface="Calibri"/>
                <a:cs typeface="Calibri"/>
              </a:rPr>
              <a:t> </a:t>
            </a:r>
            <a:r>
              <a:rPr sz="2400" dirty="0">
                <a:latin typeface="Calibri"/>
                <a:cs typeface="Calibri"/>
              </a:rPr>
              <a:t>new</a:t>
            </a:r>
            <a:r>
              <a:rPr sz="2400" spc="-55" dirty="0">
                <a:latin typeface="Calibri"/>
                <a:cs typeface="Calibri"/>
              </a:rPr>
              <a:t> </a:t>
            </a:r>
            <a:r>
              <a:rPr sz="2400" spc="-10" dirty="0">
                <a:latin typeface="Calibri"/>
                <a:cs typeface="Calibri"/>
              </a:rPr>
              <a:t>transportation</a:t>
            </a:r>
            <a:r>
              <a:rPr sz="2400" spc="-50" dirty="0">
                <a:latin typeface="Calibri"/>
                <a:cs typeface="Calibri"/>
              </a:rPr>
              <a:t> </a:t>
            </a:r>
            <a:r>
              <a:rPr sz="2400" spc="-10" dirty="0">
                <a:latin typeface="Calibri"/>
                <a:cs typeface="Calibri"/>
              </a:rPr>
              <a:t>vehicle</a:t>
            </a:r>
            <a:endParaRPr sz="2400" dirty="0">
              <a:latin typeface="Calibri"/>
              <a:cs typeface="Calibri"/>
            </a:endParaRPr>
          </a:p>
          <a:p>
            <a:pPr marL="697230" lvl="1" indent="-227329">
              <a:lnSpc>
                <a:spcPct val="100000"/>
              </a:lnSpc>
              <a:spcBef>
                <a:spcPts val="120"/>
              </a:spcBef>
              <a:buFont typeface="Arial MT"/>
              <a:buChar char="•"/>
              <a:tabLst>
                <a:tab pos="697230" algn="l"/>
              </a:tabLst>
            </a:pPr>
            <a:r>
              <a:rPr sz="2400" spc="-10" dirty="0">
                <a:latin typeface="Calibri"/>
                <a:cs typeface="Calibri"/>
              </a:rPr>
              <a:t>Organizing</a:t>
            </a:r>
            <a:r>
              <a:rPr sz="2400" spc="-45" dirty="0">
                <a:latin typeface="Calibri"/>
                <a:cs typeface="Calibri"/>
              </a:rPr>
              <a:t> </a:t>
            </a:r>
            <a:r>
              <a:rPr sz="2400" dirty="0">
                <a:latin typeface="Calibri"/>
                <a:cs typeface="Calibri"/>
              </a:rPr>
              <a:t>a</a:t>
            </a:r>
            <a:r>
              <a:rPr sz="2400" spc="-30" dirty="0">
                <a:latin typeface="Calibri"/>
                <a:cs typeface="Calibri"/>
              </a:rPr>
              <a:t> </a:t>
            </a:r>
            <a:r>
              <a:rPr sz="2400" spc="-10" dirty="0">
                <a:latin typeface="Calibri"/>
                <a:cs typeface="Calibri"/>
              </a:rPr>
              <a:t>meeting</a:t>
            </a:r>
            <a:endParaRPr sz="2400" dirty="0">
              <a:latin typeface="Calibri"/>
              <a:cs typeface="Calibri"/>
            </a:endParaRPr>
          </a:p>
          <a:p>
            <a:pPr marL="241300" marR="5080" indent="-228600">
              <a:lnSpc>
                <a:spcPts val="3100"/>
              </a:lnSpc>
              <a:spcBef>
                <a:spcPts val="1145"/>
              </a:spcBef>
              <a:buChar char="•"/>
              <a:tabLst>
                <a:tab pos="241300" algn="l"/>
                <a:tab pos="326390" algn="l"/>
                <a:tab pos="1680210" algn="l"/>
                <a:tab pos="4137660" algn="l"/>
                <a:tab pos="4566920" algn="l"/>
                <a:tab pos="6090920" algn="l"/>
                <a:tab pos="6746875" algn="l"/>
                <a:tab pos="7265670" algn="l"/>
                <a:tab pos="8199755" algn="l"/>
                <a:tab pos="9014460" algn="l"/>
              </a:tabLst>
            </a:pPr>
            <a:r>
              <a:rPr sz="3000" dirty="0">
                <a:solidFill>
                  <a:srgbClr val="262EA4"/>
                </a:solidFill>
                <a:latin typeface="Arial MT"/>
                <a:cs typeface="Arial MT"/>
              </a:rPr>
              <a:t>	</a:t>
            </a:r>
            <a:r>
              <a:rPr sz="3000" b="1" spc="-10" dirty="0">
                <a:solidFill>
                  <a:srgbClr val="262EA4"/>
                </a:solidFill>
                <a:latin typeface="Calibri"/>
                <a:cs typeface="Calibri"/>
              </a:rPr>
              <a:t>Project</a:t>
            </a:r>
            <a:r>
              <a:rPr sz="3000" b="1" dirty="0">
                <a:solidFill>
                  <a:srgbClr val="262EA4"/>
                </a:solidFill>
                <a:latin typeface="Calibri"/>
                <a:cs typeface="Calibri"/>
              </a:rPr>
              <a:t>	</a:t>
            </a:r>
            <a:r>
              <a:rPr sz="3000" b="1" spc="-10" dirty="0">
                <a:solidFill>
                  <a:srgbClr val="262EA4"/>
                </a:solidFill>
                <a:latin typeface="Calibri"/>
                <a:cs typeface="Calibri"/>
              </a:rPr>
              <a:t>Management:</a:t>
            </a:r>
            <a:r>
              <a:rPr sz="3000" b="1" dirty="0">
                <a:solidFill>
                  <a:srgbClr val="262EA4"/>
                </a:solidFill>
                <a:latin typeface="Calibri"/>
                <a:cs typeface="Calibri"/>
              </a:rPr>
              <a:t>	</a:t>
            </a:r>
            <a:r>
              <a:rPr sz="2800" spc="-50" dirty="0">
                <a:latin typeface="Calibri"/>
                <a:cs typeface="Calibri"/>
              </a:rPr>
              <a:t>A</a:t>
            </a:r>
            <a:r>
              <a:rPr sz="2800" dirty="0">
                <a:latin typeface="Calibri"/>
                <a:cs typeface="Calibri"/>
              </a:rPr>
              <a:t>	</a:t>
            </a:r>
            <a:r>
              <a:rPr sz="2800" spc="-10" dirty="0">
                <a:latin typeface="Calibri"/>
                <a:cs typeface="Calibri"/>
              </a:rPr>
              <a:t>powerful</a:t>
            </a:r>
            <a:r>
              <a:rPr sz="2800" dirty="0">
                <a:latin typeface="Calibri"/>
                <a:cs typeface="Calibri"/>
              </a:rPr>
              <a:t>	</a:t>
            </a:r>
            <a:r>
              <a:rPr sz="2800" spc="-25" dirty="0">
                <a:latin typeface="Calibri"/>
                <a:cs typeface="Calibri"/>
              </a:rPr>
              <a:t>set</a:t>
            </a:r>
            <a:r>
              <a:rPr sz="2800" dirty="0">
                <a:latin typeface="Calibri"/>
                <a:cs typeface="Calibri"/>
              </a:rPr>
              <a:t>	</a:t>
            </a:r>
            <a:r>
              <a:rPr sz="2800" spc="-25" dirty="0">
                <a:latin typeface="Calibri"/>
                <a:cs typeface="Calibri"/>
              </a:rPr>
              <a:t>of</a:t>
            </a:r>
            <a:r>
              <a:rPr sz="2800" dirty="0">
                <a:latin typeface="Calibri"/>
                <a:cs typeface="Calibri"/>
              </a:rPr>
              <a:t>	</a:t>
            </a:r>
            <a:r>
              <a:rPr sz="2800" spc="-10" dirty="0">
                <a:latin typeface="Calibri"/>
                <a:cs typeface="Calibri"/>
              </a:rPr>
              <a:t>tools</a:t>
            </a:r>
            <a:r>
              <a:rPr sz="2800" dirty="0">
                <a:latin typeface="Calibri"/>
                <a:cs typeface="Calibri"/>
              </a:rPr>
              <a:t>	</a:t>
            </a:r>
            <a:r>
              <a:rPr sz="2800" spc="-20" dirty="0">
                <a:latin typeface="Calibri"/>
                <a:cs typeface="Calibri"/>
              </a:rPr>
              <a:t>that</a:t>
            </a:r>
            <a:r>
              <a:rPr sz="2800" dirty="0">
                <a:latin typeface="Calibri"/>
                <a:cs typeface="Calibri"/>
              </a:rPr>
              <a:t>	</a:t>
            </a:r>
            <a:r>
              <a:rPr sz="2800" spc="-25" dirty="0">
                <a:latin typeface="Calibri"/>
                <a:cs typeface="Calibri"/>
              </a:rPr>
              <a:t>improves </a:t>
            </a:r>
            <a:r>
              <a:rPr sz="2800" spc="-10" dirty="0">
                <a:latin typeface="Calibri"/>
                <a:cs typeface="Calibri"/>
              </a:rPr>
              <a:t>people’s</a:t>
            </a:r>
            <a:r>
              <a:rPr sz="2800" spc="-55" dirty="0">
                <a:latin typeface="Calibri"/>
                <a:cs typeface="Calibri"/>
              </a:rPr>
              <a:t> </a:t>
            </a:r>
            <a:r>
              <a:rPr sz="2800" dirty="0">
                <a:latin typeface="Calibri"/>
                <a:cs typeface="Calibri"/>
              </a:rPr>
              <a:t>ability</a:t>
            </a:r>
            <a:r>
              <a:rPr sz="2800" spc="-65" dirty="0">
                <a:latin typeface="Calibri"/>
                <a:cs typeface="Calibri"/>
              </a:rPr>
              <a:t> </a:t>
            </a:r>
            <a:r>
              <a:rPr sz="2800" dirty="0">
                <a:latin typeface="Calibri"/>
                <a:cs typeface="Calibri"/>
              </a:rPr>
              <a:t>to</a:t>
            </a:r>
            <a:r>
              <a:rPr sz="2800" spc="-55" dirty="0">
                <a:latin typeface="Calibri"/>
                <a:cs typeface="Calibri"/>
              </a:rPr>
              <a:t> </a:t>
            </a:r>
            <a:r>
              <a:rPr sz="2800" dirty="0">
                <a:latin typeface="Calibri"/>
                <a:cs typeface="Calibri"/>
              </a:rPr>
              <a:t>plan,</a:t>
            </a:r>
            <a:r>
              <a:rPr sz="2800" spc="-60" dirty="0">
                <a:latin typeface="Calibri"/>
                <a:cs typeface="Calibri"/>
              </a:rPr>
              <a:t> </a:t>
            </a:r>
            <a:r>
              <a:rPr sz="2800" dirty="0">
                <a:latin typeface="Calibri"/>
                <a:cs typeface="Calibri"/>
              </a:rPr>
              <a:t>implement,</a:t>
            </a:r>
            <a:r>
              <a:rPr sz="2800" spc="-60" dirty="0">
                <a:latin typeface="Calibri"/>
                <a:cs typeface="Calibri"/>
              </a:rPr>
              <a:t> </a:t>
            </a:r>
            <a:r>
              <a:rPr sz="2800" dirty="0">
                <a:latin typeface="Calibri"/>
                <a:cs typeface="Calibri"/>
              </a:rPr>
              <a:t>and</a:t>
            </a:r>
            <a:r>
              <a:rPr sz="2800" spc="-55" dirty="0">
                <a:latin typeface="Calibri"/>
                <a:cs typeface="Calibri"/>
              </a:rPr>
              <a:t> </a:t>
            </a:r>
            <a:r>
              <a:rPr sz="2800" dirty="0">
                <a:latin typeface="Calibri"/>
                <a:cs typeface="Calibri"/>
              </a:rPr>
              <a:t>manage</a:t>
            </a:r>
            <a:r>
              <a:rPr sz="2800" spc="-60" dirty="0">
                <a:latin typeface="Calibri"/>
                <a:cs typeface="Calibri"/>
              </a:rPr>
              <a:t> </a:t>
            </a:r>
            <a:r>
              <a:rPr sz="2800" spc="-10" dirty="0">
                <a:latin typeface="Calibri"/>
                <a:cs typeface="Calibri"/>
              </a:rPr>
              <a:t>projects.</a:t>
            </a:r>
            <a:endParaRPr sz="2800" dirty="0">
              <a:latin typeface="Calibri"/>
              <a:cs typeface="Calibri"/>
            </a:endParaRPr>
          </a:p>
        </p:txBody>
      </p:sp>
      <p:pic>
        <p:nvPicPr>
          <p:cNvPr id="6" name="Picture 5">
            <a:extLst>
              <a:ext uri="{FF2B5EF4-FFF2-40B4-BE49-F238E27FC236}">
                <a16:creationId xmlns:a16="http://schemas.microsoft.com/office/drawing/2014/main" id="{5745BD81-59B1-4EFF-86A3-C90A1C35E7E5}"/>
              </a:ext>
            </a:extLst>
          </p:cNvPr>
          <p:cNvPicPr>
            <a:picLocks noChangeAspect="1"/>
          </p:cNvPicPr>
          <p:nvPr/>
        </p:nvPicPr>
        <p:blipFill>
          <a:blip r:embed="rId3"/>
          <a:stretch>
            <a:fillRect/>
          </a:stretch>
        </p:blipFill>
        <p:spPr>
          <a:xfrm>
            <a:off x="6781801" y="3124200"/>
            <a:ext cx="5282260" cy="2057400"/>
          </a:xfrm>
          <a:prstGeom prst="rect">
            <a:avLst/>
          </a:prstGeom>
        </p:spPr>
      </p:pic>
      <p:pic>
        <p:nvPicPr>
          <p:cNvPr id="5" name="Picture 2">
            <a:extLst>
              <a:ext uri="{FF2B5EF4-FFF2-40B4-BE49-F238E27FC236}">
                <a16:creationId xmlns:a16="http://schemas.microsoft.com/office/drawing/2014/main" id="{90C21249-F1BC-7AD6-F818-7D2AABE126F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963150" y="0"/>
            <a:ext cx="2228850" cy="12382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47308" y="1982723"/>
            <a:ext cx="10358120" cy="3528060"/>
          </a:xfrm>
          <a:prstGeom prst="rect">
            <a:avLst/>
          </a:prstGeom>
        </p:spPr>
        <p:txBody>
          <a:bodyPr vert="horz" wrap="square" lIns="0" tIns="10160" rIns="0" bIns="0" rtlCol="0">
            <a:spAutoFit/>
          </a:bodyPr>
          <a:lstStyle/>
          <a:p>
            <a:pPr marL="241300" marR="5080" indent="-228600" algn="just">
              <a:lnSpc>
                <a:spcPct val="119800"/>
              </a:lnSpc>
              <a:spcBef>
                <a:spcPts val="80"/>
              </a:spcBef>
              <a:buFont typeface="Arial MT"/>
              <a:buChar char="•"/>
              <a:tabLst>
                <a:tab pos="241300" algn="l"/>
              </a:tabLst>
            </a:pPr>
            <a:r>
              <a:rPr sz="3200" b="1" dirty="0">
                <a:solidFill>
                  <a:srgbClr val="262EA4"/>
                </a:solidFill>
                <a:latin typeface="Calibri"/>
                <a:cs typeface="Calibri"/>
              </a:rPr>
              <a:t>PMI</a:t>
            </a:r>
            <a:r>
              <a:rPr sz="3200" b="1" spc="370" dirty="0">
                <a:solidFill>
                  <a:srgbClr val="262EA4"/>
                </a:solidFill>
                <a:latin typeface="Calibri"/>
                <a:cs typeface="Calibri"/>
              </a:rPr>
              <a:t>  </a:t>
            </a:r>
            <a:r>
              <a:rPr sz="3200" dirty="0">
                <a:latin typeface="Calibri"/>
                <a:cs typeface="Calibri"/>
              </a:rPr>
              <a:t>(Project</a:t>
            </a:r>
            <a:r>
              <a:rPr sz="3200" spc="370" dirty="0">
                <a:latin typeface="Calibri"/>
                <a:cs typeface="Calibri"/>
              </a:rPr>
              <a:t>  </a:t>
            </a:r>
            <a:r>
              <a:rPr sz="3200" dirty="0">
                <a:latin typeface="Calibri"/>
                <a:cs typeface="Calibri"/>
              </a:rPr>
              <a:t>Management</a:t>
            </a:r>
            <a:r>
              <a:rPr sz="3200" spc="375" dirty="0">
                <a:latin typeface="Calibri"/>
                <a:cs typeface="Calibri"/>
              </a:rPr>
              <a:t>  </a:t>
            </a:r>
            <a:r>
              <a:rPr sz="3200" dirty="0">
                <a:latin typeface="Calibri"/>
                <a:cs typeface="Calibri"/>
              </a:rPr>
              <a:t>Institute):</a:t>
            </a:r>
            <a:r>
              <a:rPr lang="en-US" sz="3200" spc="375" dirty="0">
                <a:latin typeface="Calibri"/>
                <a:cs typeface="Calibri"/>
              </a:rPr>
              <a:t>  </a:t>
            </a:r>
            <a:r>
              <a:rPr lang="en-US" sz="3200" dirty="0">
                <a:latin typeface="Calibri"/>
                <a:cs typeface="Calibri"/>
              </a:rPr>
              <a:t>It</a:t>
            </a:r>
            <a:r>
              <a:rPr lang="en-US" sz="3200" spc="375" dirty="0">
                <a:latin typeface="Calibri"/>
                <a:cs typeface="Calibri"/>
              </a:rPr>
              <a:t>  </a:t>
            </a:r>
            <a:r>
              <a:rPr lang="en-US" sz="3200" dirty="0">
                <a:latin typeface="Calibri"/>
                <a:cs typeface="Calibri"/>
              </a:rPr>
              <a:t>is</a:t>
            </a:r>
            <a:r>
              <a:rPr lang="en-US" sz="3200" spc="370" dirty="0">
                <a:latin typeface="Calibri"/>
                <a:cs typeface="Calibri"/>
              </a:rPr>
              <a:t>  </a:t>
            </a:r>
            <a:r>
              <a:rPr lang="en-US" sz="3200" dirty="0">
                <a:latin typeface="Calibri"/>
                <a:cs typeface="Calibri"/>
              </a:rPr>
              <a:t>an</a:t>
            </a:r>
            <a:r>
              <a:rPr lang="en-US" sz="3200" spc="380" dirty="0">
                <a:latin typeface="Calibri"/>
                <a:cs typeface="Calibri"/>
              </a:rPr>
              <a:t>  </a:t>
            </a:r>
            <a:r>
              <a:rPr lang="en-US" sz="3200" spc="-10" dirty="0">
                <a:latin typeface="Calibri"/>
                <a:cs typeface="Calibri"/>
              </a:rPr>
              <a:t>institute </a:t>
            </a:r>
            <a:r>
              <a:rPr lang="en-US" sz="3200" dirty="0">
                <a:latin typeface="Calibri"/>
                <a:cs typeface="Calibri"/>
              </a:rPr>
              <a:t>founded</a:t>
            </a:r>
            <a:r>
              <a:rPr lang="en-US" sz="3200" spc="160" dirty="0">
                <a:latin typeface="Calibri"/>
                <a:cs typeface="Calibri"/>
              </a:rPr>
              <a:t>  </a:t>
            </a:r>
            <a:r>
              <a:rPr lang="en-US" sz="3200" dirty="0">
                <a:latin typeface="Calibri"/>
                <a:cs typeface="Calibri"/>
              </a:rPr>
              <a:t>in</a:t>
            </a:r>
            <a:r>
              <a:rPr lang="en-US" sz="3200" spc="170" dirty="0">
                <a:latin typeface="Calibri"/>
                <a:cs typeface="Calibri"/>
              </a:rPr>
              <a:t>  </a:t>
            </a:r>
            <a:r>
              <a:rPr lang="en-US" sz="3200" dirty="0">
                <a:latin typeface="Calibri"/>
                <a:cs typeface="Calibri"/>
              </a:rPr>
              <a:t>1969</a:t>
            </a:r>
            <a:r>
              <a:rPr lang="en-US" sz="3200" spc="165" dirty="0">
                <a:latin typeface="Calibri"/>
                <a:cs typeface="Calibri"/>
              </a:rPr>
              <a:t>  </a:t>
            </a:r>
            <a:r>
              <a:rPr lang="en-US" sz="3200" dirty="0">
                <a:latin typeface="Calibri"/>
                <a:cs typeface="Calibri"/>
              </a:rPr>
              <a:t>as</a:t>
            </a:r>
            <a:r>
              <a:rPr lang="en-US" sz="3200" spc="160" dirty="0">
                <a:latin typeface="Calibri"/>
                <a:cs typeface="Calibri"/>
              </a:rPr>
              <a:t>  </a:t>
            </a:r>
            <a:r>
              <a:rPr lang="en-US" sz="3200" dirty="0">
                <a:latin typeface="Calibri"/>
                <a:cs typeface="Calibri"/>
              </a:rPr>
              <a:t>an</a:t>
            </a:r>
            <a:r>
              <a:rPr lang="en-US" sz="3200" spc="170" dirty="0">
                <a:latin typeface="Calibri"/>
                <a:cs typeface="Calibri"/>
              </a:rPr>
              <a:t>  </a:t>
            </a:r>
            <a:r>
              <a:rPr lang="en-US" sz="3200" dirty="0">
                <a:latin typeface="Calibri"/>
                <a:cs typeface="Calibri"/>
              </a:rPr>
              <a:t>international</a:t>
            </a:r>
            <a:r>
              <a:rPr lang="en-US" sz="3200" spc="160" dirty="0">
                <a:latin typeface="Calibri"/>
                <a:cs typeface="Calibri"/>
              </a:rPr>
              <a:t>  </a:t>
            </a:r>
            <a:r>
              <a:rPr lang="en-US" sz="3200" dirty="0">
                <a:latin typeface="Calibri"/>
                <a:cs typeface="Calibri"/>
              </a:rPr>
              <a:t>society</a:t>
            </a:r>
            <a:r>
              <a:rPr lang="en-US" sz="3200" spc="165" dirty="0">
                <a:latin typeface="Calibri"/>
                <a:cs typeface="Calibri"/>
              </a:rPr>
              <a:t>  </a:t>
            </a:r>
            <a:r>
              <a:rPr lang="en-US" sz="3200" dirty="0">
                <a:latin typeface="Calibri"/>
                <a:cs typeface="Calibri"/>
              </a:rPr>
              <a:t>for</a:t>
            </a:r>
            <a:r>
              <a:rPr lang="en-US" sz="3200" spc="160" dirty="0">
                <a:latin typeface="Calibri"/>
                <a:cs typeface="Calibri"/>
              </a:rPr>
              <a:t>  </a:t>
            </a:r>
            <a:r>
              <a:rPr lang="en-US" sz="3200" spc="-10" dirty="0">
                <a:latin typeface="Calibri"/>
                <a:cs typeface="Calibri"/>
              </a:rPr>
              <a:t>project </a:t>
            </a:r>
            <a:r>
              <a:rPr lang="en-US" sz="3200" dirty="0">
                <a:latin typeface="Calibri"/>
                <a:cs typeface="Calibri"/>
              </a:rPr>
              <a:t>managers.</a:t>
            </a:r>
            <a:r>
              <a:rPr lang="en-US" sz="3200" spc="220" dirty="0">
                <a:latin typeface="Calibri"/>
                <a:cs typeface="Calibri"/>
              </a:rPr>
              <a:t>  </a:t>
            </a:r>
            <a:r>
              <a:rPr lang="en-US" sz="3200" dirty="0">
                <a:latin typeface="Calibri"/>
                <a:cs typeface="Calibri"/>
              </a:rPr>
              <a:t>It</a:t>
            </a:r>
            <a:r>
              <a:rPr lang="en-US" sz="3200" spc="220" dirty="0">
                <a:latin typeface="Calibri"/>
                <a:cs typeface="Calibri"/>
              </a:rPr>
              <a:t>  </a:t>
            </a:r>
            <a:r>
              <a:rPr lang="en-US" sz="3200" dirty="0">
                <a:latin typeface="Calibri"/>
                <a:cs typeface="Calibri"/>
              </a:rPr>
              <a:t>provides</a:t>
            </a:r>
            <a:r>
              <a:rPr lang="en-US" sz="3200" spc="215" dirty="0">
                <a:latin typeface="Calibri"/>
                <a:cs typeface="Calibri"/>
              </a:rPr>
              <a:t>  </a:t>
            </a:r>
            <a:r>
              <a:rPr lang="en-US" sz="3200" dirty="0">
                <a:latin typeface="Calibri"/>
                <a:cs typeface="Calibri"/>
              </a:rPr>
              <a:t>certificates</a:t>
            </a:r>
            <a:r>
              <a:rPr lang="en-US" sz="3200" spc="215" dirty="0">
                <a:latin typeface="Calibri"/>
                <a:cs typeface="Calibri"/>
              </a:rPr>
              <a:t>  </a:t>
            </a:r>
            <a:r>
              <a:rPr lang="en-US" sz="3200" dirty="0">
                <a:latin typeface="Calibri"/>
                <a:cs typeface="Calibri"/>
              </a:rPr>
              <a:t>such</a:t>
            </a:r>
            <a:r>
              <a:rPr lang="en-US" sz="3200" spc="220" dirty="0">
                <a:latin typeface="Calibri"/>
                <a:cs typeface="Calibri"/>
              </a:rPr>
              <a:t>  </a:t>
            </a:r>
            <a:r>
              <a:rPr lang="en-US" sz="3200" dirty="0">
                <a:latin typeface="Calibri"/>
                <a:cs typeface="Calibri"/>
              </a:rPr>
              <a:t>as</a:t>
            </a:r>
            <a:r>
              <a:rPr lang="en-US" sz="3200" spc="220" dirty="0">
                <a:latin typeface="Calibri"/>
                <a:cs typeface="Calibri"/>
              </a:rPr>
              <a:t>  </a:t>
            </a:r>
            <a:r>
              <a:rPr lang="en-US" sz="3200" dirty="0">
                <a:latin typeface="Calibri"/>
                <a:cs typeface="Calibri"/>
              </a:rPr>
              <a:t>PMP</a:t>
            </a:r>
            <a:r>
              <a:rPr lang="en-US" sz="3200" spc="215" dirty="0">
                <a:latin typeface="Calibri"/>
                <a:cs typeface="Calibri"/>
              </a:rPr>
              <a:t>  </a:t>
            </a:r>
            <a:r>
              <a:rPr lang="en-US" sz="3200" spc="-10" dirty="0">
                <a:latin typeface="Calibri"/>
                <a:cs typeface="Calibri"/>
              </a:rPr>
              <a:t>(Project </a:t>
            </a:r>
            <a:r>
              <a:rPr lang="en-US" sz="3200" dirty="0">
                <a:latin typeface="Calibri"/>
                <a:cs typeface="Calibri"/>
              </a:rPr>
              <a:t>Management</a:t>
            </a:r>
            <a:r>
              <a:rPr lang="en-US" sz="3200" spc="550" dirty="0">
                <a:latin typeface="Calibri"/>
                <a:cs typeface="Calibri"/>
              </a:rPr>
              <a:t> </a:t>
            </a:r>
            <a:r>
              <a:rPr lang="en-US" sz="3200" dirty="0">
                <a:latin typeface="Calibri"/>
                <a:cs typeface="Calibri"/>
              </a:rPr>
              <a:t>Professional)</a:t>
            </a:r>
            <a:r>
              <a:rPr lang="en-US" sz="3200" spc="555" dirty="0">
                <a:latin typeface="Calibri"/>
                <a:cs typeface="Calibri"/>
              </a:rPr>
              <a:t> </a:t>
            </a:r>
            <a:r>
              <a:rPr lang="en-US" sz="3200" dirty="0">
                <a:latin typeface="Calibri"/>
                <a:cs typeface="Calibri"/>
              </a:rPr>
              <a:t>for</a:t>
            </a:r>
            <a:r>
              <a:rPr lang="en-US" sz="3200" spc="550" dirty="0">
                <a:latin typeface="Calibri"/>
                <a:cs typeface="Calibri"/>
              </a:rPr>
              <a:t> </a:t>
            </a:r>
            <a:r>
              <a:rPr lang="en-US" sz="3200" dirty="0">
                <a:latin typeface="Calibri"/>
                <a:cs typeface="Calibri"/>
              </a:rPr>
              <a:t>project</a:t>
            </a:r>
            <a:r>
              <a:rPr lang="en-US" sz="3200" spc="555" dirty="0">
                <a:latin typeface="Calibri"/>
                <a:cs typeface="Calibri"/>
              </a:rPr>
              <a:t> </a:t>
            </a:r>
            <a:r>
              <a:rPr lang="en-US" sz="3200" dirty="0">
                <a:latin typeface="Calibri"/>
                <a:cs typeface="Calibri"/>
              </a:rPr>
              <a:t>team</a:t>
            </a:r>
            <a:r>
              <a:rPr lang="en-US" sz="3200" spc="555" dirty="0">
                <a:latin typeface="Calibri"/>
                <a:cs typeface="Calibri"/>
              </a:rPr>
              <a:t> </a:t>
            </a:r>
            <a:r>
              <a:rPr lang="en-US" sz="3200" dirty="0">
                <a:latin typeface="Calibri"/>
                <a:cs typeface="Calibri"/>
              </a:rPr>
              <a:t>members</a:t>
            </a:r>
            <a:r>
              <a:rPr lang="en-US" sz="3200" spc="555" dirty="0">
                <a:latin typeface="Calibri"/>
                <a:cs typeface="Calibri"/>
              </a:rPr>
              <a:t> </a:t>
            </a:r>
            <a:r>
              <a:rPr lang="en-US" sz="3200" spc="-25" dirty="0">
                <a:latin typeface="Calibri"/>
                <a:cs typeface="Calibri"/>
              </a:rPr>
              <a:t>and </a:t>
            </a:r>
            <a:r>
              <a:rPr lang="en-US" sz="3200" dirty="0">
                <a:latin typeface="Calibri"/>
                <a:cs typeface="Calibri"/>
              </a:rPr>
              <a:t>CAPM</a:t>
            </a:r>
            <a:r>
              <a:rPr lang="en-US" sz="3200" spc="110" dirty="0">
                <a:latin typeface="Calibri"/>
                <a:cs typeface="Calibri"/>
              </a:rPr>
              <a:t> </a:t>
            </a:r>
            <a:r>
              <a:rPr lang="en-US" sz="3200" dirty="0">
                <a:latin typeface="Calibri"/>
                <a:cs typeface="Calibri"/>
              </a:rPr>
              <a:t>(Certified</a:t>
            </a:r>
            <a:r>
              <a:rPr lang="en-US" sz="3200" spc="114" dirty="0">
                <a:latin typeface="Calibri"/>
                <a:cs typeface="Calibri"/>
              </a:rPr>
              <a:t> </a:t>
            </a:r>
            <a:r>
              <a:rPr lang="en-US" sz="3200" dirty="0">
                <a:latin typeface="Calibri"/>
                <a:cs typeface="Calibri"/>
              </a:rPr>
              <a:t>Associate</a:t>
            </a:r>
            <a:r>
              <a:rPr lang="en-US" sz="3200" spc="114" dirty="0">
                <a:latin typeface="Calibri"/>
                <a:cs typeface="Calibri"/>
              </a:rPr>
              <a:t> </a:t>
            </a:r>
            <a:r>
              <a:rPr lang="en-US" sz="3200" dirty="0">
                <a:latin typeface="Calibri"/>
                <a:cs typeface="Calibri"/>
              </a:rPr>
              <a:t>in</a:t>
            </a:r>
            <a:r>
              <a:rPr lang="en-US" sz="3200" spc="120" dirty="0">
                <a:latin typeface="Calibri"/>
                <a:cs typeface="Calibri"/>
              </a:rPr>
              <a:t> </a:t>
            </a:r>
            <a:r>
              <a:rPr lang="en-US" sz="3200" dirty="0">
                <a:latin typeface="Calibri"/>
                <a:cs typeface="Calibri"/>
              </a:rPr>
              <a:t>Project</a:t>
            </a:r>
            <a:r>
              <a:rPr lang="en-US" sz="3200" spc="114" dirty="0">
                <a:latin typeface="Calibri"/>
                <a:cs typeface="Calibri"/>
              </a:rPr>
              <a:t> </a:t>
            </a:r>
            <a:r>
              <a:rPr lang="en-US" sz="3200" dirty="0">
                <a:latin typeface="Calibri"/>
                <a:cs typeface="Calibri"/>
              </a:rPr>
              <a:t>Management)</a:t>
            </a:r>
            <a:r>
              <a:rPr lang="en-US" sz="3200" spc="120" dirty="0">
                <a:latin typeface="Calibri"/>
                <a:cs typeface="Calibri"/>
              </a:rPr>
              <a:t> </a:t>
            </a:r>
            <a:r>
              <a:rPr lang="en-US" sz="3200" dirty="0">
                <a:latin typeface="Calibri"/>
                <a:cs typeface="Calibri"/>
              </a:rPr>
              <a:t>for</a:t>
            </a:r>
            <a:r>
              <a:rPr lang="en-US" sz="3200" spc="110" dirty="0">
                <a:latin typeface="Calibri"/>
                <a:cs typeface="Calibri"/>
              </a:rPr>
              <a:t> </a:t>
            </a:r>
            <a:r>
              <a:rPr lang="en-US" sz="3200" spc="-10" dirty="0">
                <a:latin typeface="Calibri"/>
                <a:cs typeface="Calibri"/>
              </a:rPr>
              <a:t>entry </a:t>
            </a:r>
            <a:r>
              <a:rPr lang="en-US" sz="3200" dirty="0">
                <a:latin typeface="Calibri"/>
                <a:cs typeface="Calibri"/>
              </a:rPr>
              <a:t>level</a:t>
            </a:r>
            <a:r>
              <a:rPr lang="en-US" sz="3200" spc="-100" dirty="0">
                <a:latin typeface="Calibri"/>
                <a:cs typeface="Calibri"/>
              </a:rPr>
              <a:t> </a:t>
            </a:r>
            <a:r>
              <a:rPr lang="en-US" sz="3200" dirty="0">
                <a:latin typeface="Calibri"/>
                <a:cs typeface="Calibri"/>
              </a:rPr>
              <a:t>project</a:t>
            </a:r>
            <a:r>
              <a:rPr lang="en-US" sz="3200" spc="-95" dirty="0">
                <a:latin typeface="Calibri"/>
                <a:cs typeface="Calibri"/>
              </a:rPr>
              <a:t> </a:t>
            </a:r>
            <a:r>
              <a:rPr lang="en-US" sz="3200" spc="-10" dirty="0">
                <a:latin typeface="Calibri"/>
                <a:cs typeface="Calibri"/>
              </a:rPr>
              <a:t>managers.</a:t>
            </a:r>
            <a:endParaRPr sz="3200" dirty="0">
              <a:latin typeface="Calibri"/>
              <a:cs typeface="Calibri"/>
            </a:endParaRPr>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10</a:t>
            </a:fld>
            <a:endParaRPr spc="-25" dirty="0"/>
          </a:p>
        </p:txBody>
      </p:sp>
      <p:sp>
        <p:nvSpPr>
          <p:cNvPr id="3" name="object 3"/>
          <p:cNvSpPr txBox="1">
            <a:spLocks noGrp="1"/>
          </p:cNvSpPr>
          <p:nvPr>
            <p:ph type="title"/>
          </p:nvPr>
        </p:nvSpPr>
        <p:spPr>
          <a:prstGeom prst="rect">
            <a:avLst/>
          </a:prstGeom>
        </p:spPr>
        <p:txBody>
          <a:bodyPr vert="horz" wrap="square" lIns="0" tIns="13970" rIns="0" bIns="0" rtlCol="0">
            <a:spAutoFit/>
          </a:bodyPr>
          <a:lstStyle/>
          <a:p>
            <a:pPr marL="513715">
              <a:lnSpc>
                <a:spcPct val="100000"/>
              </a:lnSpc>
              <a:spcBef>
                <a:spcPts val="110"/>
              </a:spcBef>
            </a:pPr>
            <a:r>
              <a:rPr b="1" u="sng" spc="105" dirty="0">
                <a:solidFill>
                  <a:srgbClr val="FF0000"/>
                </a:solidFill>
              </a:rPr>
              <a:t>Definitions</a:t>
            </a:r>
            <a:r>
              <a:rPr u="none" spc="150" dirty="0">
                <a:solidFill>
                  <a:srgbClr val="000000"/>
                </a:solidFill>
              </a:rPr>
              <a:t> </a:t>
            </a:r>
            <a:r>
              <a:rPr sz="1950" u="none" spc="-20" dirty="0">
                <a:solidFill>
                  <a:srgbClr val="000000"/>
                </a:solidFill>
              </a:rPr>
              <a:t>(2/2)</a:t>
            </a:r>
            <a:endParaRPr sz="1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AC5FE-9D41-4389-81E9-B427BE7268D3}"/>
              </a:ext>
            </a:extLst>
          </p:cNvPr>
          <p:cNvSpPr>
            <a:spLocks noGrp="1"/>
          </p:cNvSpPr>
          <p:nvPr>
            <p:ph type="title"/>
          </p:nvPr>
        </p:nvSpPr>
        <p:spPr/>
        <p:txBody>
          <a:bodyPr/>
          <a:lstStyle/>
          <a:p>
            <a:r>
              <a:rPr lang="en-US" b="1" u="sng" spc="100" dirty="0">
                <a:solidFill>
                  <a:srgbClr val="FF0000"/>
                </a:solidFill>
              </a:rPr>
              <a:t>Characteristics</a:t>
            </a:r>
            <a:r>
              <a:rPr lang="en-US" b="1" u="sng" spc="125" dirty="0">
                <a:solidFill>
                  <a:srgbClr val="FF0000"/>
                </a:solidFill>
              </a:rPr>
              <a:t> </a:t>
            </a:r>
            <a:r>
              <a:rPr lang="en-US" b="1" u="sng" spc="80" dirty="0">
                <a:solidFill>
                  <a:srgbClr val="FF0000"/>
                </a:solidFill>
              </a:rPr>
              <a:t>of</a:t>
            </a:r>
            <a:r>
              <a:rPr lang="en-US" b="1" u="sng" spc="125" dirty="0">
                <a:solidFill>
                  <a:srgbClr val="FF0000"/>
                </a:solidFill>
              </a:rPr>
              <a:t> </a:t>
            </a:r>
            <a:r>
              <a:rPr lang="en-US" b="1" u="sng" spc="85" dirty="0">
                <a:solidFill>
                  <a:srgbClr val="FF0000"/>
                </a:solidFill>
              </a:rPr>
              <a:t>project</a:t>
            </a:r>
            <a:endParaRPr lang="en-US" b="1" u="sng" dirty="0">
              <a:solidFill>
                <a:srgbClr val="FF0000"/>
              </a:solidFill>
            </a:endParaRPr>
          </a:p>
        </p:txBody>
      </p:sp>
      <p:sp>
        <p:nvSpPr>
          <p:cNvPr id="3" name="Text Placeholder 2">
            <a:extLst>
              <a:ext uri="{FF2B5EF4-FFF2-40B4-BE49-F238E27FC236}">
                <a16:creationId xmlns:a16="http://schemas.microsoft.com/office/drawing/2014/main" id="{00DB434F-F777-41D9-BADA-A5C502CA3CC8}"/>
              </a:ext>
            </a:extLst>
          </p:cNvPr>
          <p:cNvSpPr>
            <a:spLocks noGrp="1"/>
          </p:cNvSpPr>
          <p:nvPr>
            <p:ph type="body" idx="1"/>
          </p:nvPr>
        </p:nvSpPr>
        <p:spPr/>
        <p:txBody>
          <a:bodyPr/>
          <a:lstStyle/>
          <a:p>
            <a:endParaRPr lang="en-US" dirty="0"/>
          </a:p>
        </p:txBody>
      </p:sp>
      <p:pic>
        <p:nvPicPr>
          <p:cNvPr id="9" name="Picture 8">
            <a:extLst>
              <a:ext uri="{FF2B5EF4-FFF2-40B4-BE49-F238E27FC236}">
                <a16:creationId xmlns:a16="http://schemas.microsoft.com/office/drawing/2014/main" id="{E2CDA24A-2C5B-420A-ACF8-0067FA3BA8F7}"/>
              </a:ext>
            </a:extLst>
          </p:cNvPr>
          <p:cNvPicPr>
            <a:picLocks noChangeAspect="1"/>
          </p:cNvPicPr>
          <p:nvPr/>
        </p:nvPicPr>
        <p:blipFill>
          <a:blip r:embed="rId3"/>
          <a:stretch>
            <a:fillRect/>
          </a:stretch>
        </p:blipFill>
        <p:spPr>
          <a:xfrm>
            <a:off x="1876424" y="1613680"/>
            <a:ext cx="8439150" cy="4657725"/>
          </a:xfrm>
          <a:prstGeom prst="rect">
            <a:avLst/>
          </a:prstGeom>
        </p:spPr>
      </p:pic>
      <p:pic>
        <p:nvPicPr>
          <p:cNvPr id="4" name="Picture 2">
            <a:extLst>
              <a:ext uri="{FF2B5EF4-FFF2-40B4-BE49-F238E27FC236}">
                <a16:creationId xmlns:a16="http://schemas.microsoft.com/office/drawing/2014/main" id="{5FD33DA9-817C-18D3-873E-93F6075B65F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963150" y="0"/>
            <a:ext cx="2228850" cy="1238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44926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513715">
              <a:lnSpc>
                <a:spcPct val="100000"/>
              </a:lnSpc>
              <a:spcBef>
                <a:spcPts val="110"/>
              </a:spcBef>
            </a:pPr>
            <a:r>
              <a:rPr b="1" u="sng" spc="100" dirty="0">
                <a:solidFill>
                  <a:srgbClr val="FF0000"/>
                </a:solidFill>
              </a:rPr>
              <a:t>What</a:t>
            </a:r>
            <a:r>
              <a:rPr b="1" u="sng" spc="135" dirty="0">
                <a:solidFill>
                  <a:srgbClr val="FF0000"/>
                </a:solidFill>
              </a:rPr>
              <a:t> </a:t>
            </a:r>
            <a:r>
              <a:rPr b="1" u="sng" dirty="0">
                <a:solidFill>
                  <a:srgbClr val="FF0000"/>
                </a:solidFill>
              </a:rPr>
              <a:t>a</a:t>
            </a:r>
            <a:r>
              <a:rPr b="1" u="sng" spc="140" dirty="0">
                <a:solidFill>
                  <a:srgbClr val="FF0000"/>
                </a:solidFill>
              </a:rPr>
              <a:t> </a:t>
            </a:r>
            <a:r>
              <a:rPr b="1" u="sng" spc="85" dirty="0">
                <a:solidFill>
                  <a:srgbClr val="FF0000"/>
                </a:solidFill>
              </a:rPr>
              <a:t>Project</a:t>
            </a:r>
            <a:r>
              <a:rPr b="1" u="sng" spc="140" dirty="0">
                <a:solidFill>
                  <a:srgbClr val="FF0000"/>
                </a:solidFill>
              </a:rPr>
              <a:t> </a:t>
            </a:r>
            <a:r>
              <a:rPr b="1" u="sng" spc="70" dirty="0">
                <a:solidFill>
                  <a:srgbClr val="FF0000"/>
                </a:solidFill>
              </a:rPr>
              <a:t>Is</a:t>
            </a:r>
            <a:r>
              <a:rPr b="1" u="sng" spc="130" dirty="0">
                <a:solidFill>
                  <a:srgbClr val="FF0000"/>
                </a:solidFill>
              </a:rPr>
              <a:t> </a:t>
            </a:r>
            <a:r>
              <a:rPr b="1" u="sng" spc="75" dirty="0">
                <a:solidFill>
                  <a:srgbClr val="FF0000"/>
                </a:solidFill>
              </a:rPr>
              <a:t>Not</a:t>
            </a:r>
            <a:r>
              <a:rPr lang="en-US" b="1" u="sng" spc="75" dirty="0">
                <a:solidFill>
                  <a:srgbClr val="FF0000"/>
                </a:solidFill>
              </a:rPr>
              <a:t> ?</a:t>
            </a:r>
            <a:endParaRPr b="1" u="sng" spc="75" dirty="0">
              <a:solidFill>
                <a:srgbClr val="FF0000"/>
              </a:solidFill>
            </a:endParaRPr>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12</a:t>
            </a:fld>
            <a:endParaRPr spc="-25" dirty="0"/>
          </a:p>
        </p:txBody>
      </p:sp>
      <p:sp>
        <p:nvSpPr>
          <p:cNvPr id="3" name="object 3"/>
          <p:cNvSpPr txBox="1">
            <a:spLocks noGrp="1"/>
          </p:cNvSpPr>
          <p:nvPr>
            <p:ph type="body" idx="1"/>
          </p:nvPr>
        </p:nvSpPr>
        <p:spPr>
          <a:xfrm>
            <a:off x="707390" y="1204161"/>
            <a:ext cx="10358120" cy="2661350"/>
          </a:xfrm>
          <a:prstGeom prst="rect">
            <a:avLst/>
          </a:prstGeom>
        </p:spPr>
        <p:txBody>
          <a:bodyPr vert="horz" wrap="square" lIns="0" tIns="425812" rIns="0" bIns="0" rtlCol="0">
            <a:spAutoFit/>
          </a:bodyPr>
          <a:lstStyle/>
          <a:p>
            <a:pPr marL="241300" marR="5080" indent="-228600" algn="just">
              <a:lnSpc>
                <a:spcPts val="4300"/>
              </a:lnSpc>
              <a:spcBef>
                <a:spcPts val="210"/>
              </a:spcBef>
              <a:buFont typeface="Arial MT"/>
              <a:buChar char="•"/>
              <a:tabLst>
                <a:tab pos="241300" algn="l"/>
              </a:tabLst>
            </a:pPr>
            <a:r>
              <a:rPr sz="3600" dirty="0"/>
              <a:t>A</a:t>
            </a:r>
            <a:r>
              <a:rPr sz="3600" spc="65" dirty="0"/>
              <a:t>  </a:t>
            </a:r>
            <a:r>
              <a:rPr sz="3600" dirty="0"/>
              <a:t>project</a:t>
            </a:r>
            <a:r>
              <a:rPr sz="3600" spc="65" dirty="0"/>
              <a:t>  </a:t>
            </a:r>
            <a:r>
              <a:rPr sz="3600" dirty="0"/>
              <a:t>is</a:t>
            </a:r>
            <a:r>
              <a:rPr sz="3600" spc="70" dirty="0"/>
              <a:t>  </a:t>
            </a:r>
            <a:r>
              <a:rPr sz="3600" dirty="0">
                <a:solidFill>
                  <a:srgbClr val="FF0000"/>
                </a:solidFill>
              </a:rPr>
              <a:t>not</a:t>
            </a:r>
            <a:r>
              <a:rPr sz="3600" spc="65" dirty="0">
                <a:solidFill>
                  <a:srgbClr val="FF0000"/>
                </a:solidFill>
              </a:rPr>
              <a:t>  </a:t>
            </a:r>
            <a:r>
              <a:rPr sz="3600" dirty="0">
                <a:solidFill>
                  <a:srgbClr val="FF0000"/>
                </a:solidFill>
              </a:rPr>
              <a:t>routine,</a:t>
            </a:r>
            <a:r>
              <a:rPr sz="3600" spc="70" dirty="0">
                <a:solidFill>
                  <a:srgbClr val="FF0000"/>
                </a:solidFill>
              </a:rPr>
              <a:t>  </a:t>
            </a:r>
            <a:r>
              <a:rPr sz="3600" dirty="0">
                <a:solidFill>
                  <a:srgbClr val="FF0000"/>
                </a:solidFill>
              </a:rPr>
              <a:t>repetitive</a:t>
            </a:r>
            <a:r>
              <a:rPr sz="3600" spc="70" dirty="0">
                <a:solidFill>
                  <a:srgbClr val="FF0000"/>
                </a:solidFill>
              </a:rPr>
              <a:t>  </a:t>
            </a:r>
            <a:r>
              <a:rPr sz="3600" dirty="0">
                <a:solidFill>
                  <a:srgbClr val="FF0000"/>
                </a:solidFill>
              </a:rPr>
              <a:t>work</a:t>
            </a:r>
            <a:r>
              <a:rPr sz="3600" dirty="0"/>
              <a:t>!</a:t>
            </a:r>
            <a:r>
              <a:rPr sz="3600" spc="65" dirty="0"/>
              <a:t>  </a:t>
            </a:r>
            <a:r>
              <a:rPr sz="3600" spc="-10" dirty="0"/>
              <a:t>Ordinary </a:t>
            </a:r>
            <a:r>
              <a:rPr sz="3600" dirty="0"/>
              <a:t>daily</a:t>
            </a:r>
            <a:r>
              <a:rPr sz="3600" spc="60" dirty="0"/>
              <a:t> </a:t>
            </a:r>
            <a:r>
              <a:rPr sz="3600" dirty="0"/>
              <a:t>work</a:t>
            </a:r>
            <a:r>
              <a:rPr sz="3600" spc="70" dirty="0"/>
              <a:t> </a:t>
            </a:r>
            <a:r>
              <a:rPr sz="3600" dirty="0"/>
              <a:t>typically</a:t>
            </a:r>
            <a:r>
              <a:rPr sz="3600" spc="65" dirty="0"/>
              <a:t> </a:t>
            </a:r>
            <a:r>
              <a:rPr sz="3600" dirty="0"/>
              <a:t>requires</a:t>
            </a:r>
            <a:r>
              <a:rPr sz="3600" spc="70" dirty="0"/>
              <a:t> </a:t>
            </a:r>
            <a:r>
              <a:rPr sz="3600" dirty="0"/>
              <a:t>doing</a:t>
            </a:r>
            <a:r>
              <a:rPr sz="3600" spc="75" dirty="0"/>
              <a:t> </a:t>
            </a:r>
            <a:r>
              <a:rPr sz="3600" dirty="0"/>
              <a:t>the</a:t>
            </a:r>
            <a:r>
              <a:rPr sz="3600" spc="65" dirty="0"/>
              <a:t> </a:t>
            </a:r>
            <a:r>
              <a:rPr sz="3600" dirty="0"/>
              <a:t>same</a:t>
            </a:r>
            <a:r>
              <a:rPr sz="3600" spc="65" dirty="0"/>
              <a:t> </a:t>
            </a:r>
            <a:r>
              <a:rPr sz="3600" dirty="0"/>
              <a:t>or</a:t>
            </a:r>
            <a:r>
              <a:rPr sz="3600" spc="65" dirty="0"/>
              <a:t> </a:t>
            </a:r>
            <a:r>
              <a:rPr sz="3600" spc="-10" dirty="0"/>
              <a:t>similar </a:t>
            </a:r>
            <a:r>
              <a:rPr sz="3600" dirty="0"/>
              <a:t>work</a:t>
            </a:r>
            <a:r>
              <a:rPr sz="3600" spc="-75" dirty="0"/>
              <a:t> </a:t>
            </a:r>
            <a:r>
              <a:rPr sz="3600" dirty="0"/>
              <a:t>over</a:t>
            </a:r>
            <a:r>
              <a:rPr sz="3600" spc="-80" dirty="0"/>
              <a:t> </a:t>
            </a:r>
            <a:r>
              <a:rPr sz="3600" dirty="0"/>
              <a:t>and</a:t>
            </a:r>
            <a:r>
              <a:rPr sz="3600" spc="-75" dirty="0"/>
              <a:t> </a:t>
            </a:r>
            <a:r>
              <a:rPr sz="3600" spc="-20" dirty="0"/>
              <a:t>over</a:t>
            </a:r>
            <a:endParaRPr lang="en-US" sz="3600" spc="-20" dirty="0"/>
          </a:p>
          <a:p>
            <a:pPr marL="241300" marR="5080" indent="-228600" algn="just">
              <a:lnSpc>
                <a:spcPts val="4300"/>
              </a:lnSpc>
              <a:spcBef>
                <a:spcPts val="210"/>
              </a:spcBef>
              <a:buFont typeface="Arial MT"/>
              <a:buChar char="•"/>
              <a:tabLst>
                <a:tab pos="241300" algn="l"/>
              </a:tabLst>
            </a:pPr>
            <a:endParaRPr sz="3600" dirty="0"/>
          </a:p>
        </p:txBody>
      </p:sp>
      <p:pic>
        <p:nvPicPr>
          <p:cNvPr id="6" name="Picture 5">
            <a:extLst>
              <a:ext uri="{FF2B5EF4-FFF2-40B4-BE49-F238E27FC236}">
                <a16:creationId xmlns:a16="http://schemas.microsoft.com/office/drawing/2014/main" id="{004F3B26-5CEA-46A6-A380-D964AFD87BAC}"/>
              </a:ext>
            </a:extLst>
          </p:cNvPr>
          <p:cNvPicPr>
            <a:picLocks noChangeAspect="1"/>
          </p:cNvPicPr>
          <p:nvPr/>
        </p:nvPicPr>
        <p:blipFill>
          <a:blip r:embed="rId2"/>
          <a:stretch>
            <a:fillRect/>
          </a:stretch>
        </p:blipFill>
        <p:spPr>
          <a:xfrm>
            <a:off x="2362200" y="3381375"/>
            <a:ext cx="7048500" cy="347662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513715">
              <a:lnSpc>
                <a:spcPct val="100000"/>
              </a:lnSpc>
              <a:spcBef>
                <a:spcPts val="110"/>
              </a:spcBef>
            </a:pPr>
            <a:r>
              <a:rPr b="1" u="sng" spc="95" dirty="0">
                <a:solidFill>
                  <a:srgbClr val="FF0000"/>
                </a:solidFill>
              </a:rPr>
              <a:t>Examples</a:t>
            </a:r>
          </a:p>
        </p:txBody>
      </p:sp>
      <p:sp>
        <p:nvSpPr>
          <p:cNvPr id="3" name="object 3"/>
          <p:cNvSpPr txBox="1"/>
          <p:nvPr/>
        </p:nvSpPr>
        <p:spPr>
          <a:xfrm>
            <a:off x="916939" y="1713484"/>
            <a:ext cx="8140065" cy="4713605"/>
          </a:xfrm>
          <a:prstGeom prst="rect">
            <a:avLst/>
          </a:prstGeom>
        </p:spPr>
        <p:txBody>
          <a:bodyPr vert="horz" wrap="square" lIns="0" tIns="55244" rIns="0" bIns="0" rtlCol="0">
            <a:spAutoFit/>
          </a:bodyPr>
          <a:lstStyle/>
          <a:p>
            <a:pPr marL="240665" indent="-227965">
              <a:lnSpc>
                <a:spcPct val="100000"/>
              </a:lnSpc>
              <a:spcBef>
                <a:spcPts val="434"/>
              </a:spcBef>
              <a:buFont typeface="Arial MT"/>
              <a:buChar char="•"/>
              <a:tabLst>
                <a:tab pos="240665" algn="l"/>
              </a:tabLst>
            </a:pPr>
            <a:r>
              <a:rPr sz="2800" spc="-10" dirty="0">
                <a:latin typeface="Calibri"/>
                <a:cs typeface="Calibri"/>
              </a:rPr>
              <a:t>Attaching</a:t>
            </a:r>
            <a:r>
              <a:rPr sz="2800" spc="-60" dirty="0">
                <a:latin typeface="Calibri"/>
                <a:cs typeface="Calibri"/>
              </a:rPr>
              <a:t> </a:t>
            </a:r>
            <a:r>
              <a:rPr sz="2800" dirty="0">
                <a:latin typeface="Calibri"/>
                <a:cs typeface="Calibri"/>
              </a:rPr>
              <a:t>tags</a:t>
            </a:r>
            <a:r>
              <a:rPr sz="2800" spc="-50" dirty="0">
                <a:latin typeface="Calibri"/>
                <a:cs typeface="Calibri"/>
              </a:rPr>
              <a:t> </a:t>
            </a:r>
            <a:r>
              <a:rPr sz="2800" dirty="0">
                <a:latin typeface="Calibri"/>
                <a:cs typeface="Calibri"/>
              </a:rPr>
              <a:t>on</a:t>
            </a:r>
            <a:r>
              <a:rPr sz="2800" spc="-55" dirty="0">
                <a:latin typeface="Calibri"/>
                <a:cs typeface="Calibri"/>
              </a:rPr>
              <a:t> </a:t>
            </a:r>
            <a:r>
              <a:rPr sz="2800" dirty="0">
                <a:latin typeface="Calibri"/>
                <a:cs typeface="Calibri"/>
              </a:rPr>
              <a:t>a</a:t>
            </a:r>
            <a:r>
              <a:rPr sz="2800" spc="-60" dirty="0">
                <a:latin typeface="Calibri"/>
                <a:cs typeface="Calibri"/>
              </a:rPr>
              <a:t> </a:t>
            </a:r>
            <a:r>
              <a:rPr sz="2800" spc="-10" dirty="0">
                <a:latin typeface="Calibri"/>
                <a:cs typeface="Calibri"/>
              </a:rPr>
              <a:t>manufactured</a:t>
            </a:r>
            <a:r>
              <a:rPr sz="2800" spc="-55" dirty="0">
                <a:latin typeface="Calibri"/>
                <a:cs typeface="Calibri"/>
              </a:rPr>
              <a:t> </a:t>
            </a:r>
            <a:r>
              <a:rPr sz="2800" spc="-10" dirty="0">
                <a:latin typeface="Calibri"/>
                <a:cs typeface="Calibri"/>
              </a:rPr>
              <a:t>product</a:t>
            </a:r>
            <a:endParaRPr sz="2800" dirty="0">
              <a:latin typeface="Calibri"/>
              <a:cs typeface="Calibri"/>
            </a:endParaRPr>
          </a:p>
          <a:p>
            <a:pPr marL="240665" indent="-227965">
              <a:lnSpc>
                <a:spcPct val="100000"/>
              </a:lnSpc>
              <a:spcBef>
                <a:spcPts val="335"/>
              </a:spcBef>
              <a:buFont typeface="Arial MT"/>
              <a:buChar char="•"/>
              <a:tabLst>
                <a:tab pos="240665" algn="l"/>
              </a:tabLst>
            </a:pPr>
            <a:r>
              <a:rPr sz="2800" dirty="0">
                <a:latin typeface="Calibri"/>
                <a:cs typeface="Calibri"/>
              </a:rPr>
              <a:t>Daily</a:t>
            </a:r>
            <a:r>
              <a:rPr sz="2800" spc="-70" dirty="0">
                <a:latin typeface="Calibri"/>
                <a:cs typeface="Calibri"/>
              </a:rPr>
              <a:t> </a:t>
            </a:r>
            <a:r>
              <a:rPr sz="2800" dirty="0">
                <a:latin typeface="Calibri"/>
                <a:cs typeface="Calibri"/>
              </a:rPr>
              <a:t>entering</a:t>
            </a:r>
            <a:r>
              <a:rPr sz="2800" spc="-70" dirty="0">
                <a:latin typeface="Calibri"/>
                <a:cs typeface="Calibri"/>
              </a:rPr>
              <a:t> </a:t>
            </a:r>
            <a:r>
              <a:rPr sz="2800" dirty="0">
                <a:latin typeface="Calibri"/>
                <a:cs typeface="Calibri"/>
              </a:rPr>
              <a:t>sales</a:t>
            </a:r>
            <a:r>
              <a:rPr sz="2800" spc="-60" dirty="0">
                <a:latin typeface="Calibri"/>
                <a:cs typeface="Calibri"/>
              </a:rPr>
              <a:t> </a:t>
            </a:r>
            <a:r>
              <a:rPr sz="2800" dirty="0">
                <a:latin typeface="Calibri"/>
                <a:cs typeface="Calibri"/>
              </a:rPr>
              <a:t>receipts</a:t>
            </a:r>
            <a:r>
              <a:rPr sz="2800" spc="-65" dirty="0">
                <a:latin typeface="Calibri"/>
                <a:cs typeface="Calibri"/>
              </a:rPr>
              <a:t> </a:t>
            </a:r>
            <a:r>
              <a:rPr sz="2800" dirty="0">
                <a:latin typeface="Calibri"/>
                <a:cs typeface="Calibri"/>
              </a:rPr>
              <a:t>into</a:t>
            </a:r>
            <a:r>
              <a:rPr sz="2800" spc="-65" dirty="0">
                <a:latin typeface="Calibri"/>
                <a:cs typeface="Calibri"/>
              </a:rPr>
              <a:t> </a:t>
            </a:r>
            <a:r>
              <a:rPr sz="2800" dirty="0">
                <a:latin typeface="Calibri"/>
                <a:cs typeface="Calibri"/>
              </a:rPr>
              <a:t>the</a:t>
            </a:r>
            <a:r>
              <a:rPr sz="2800" spc="-75" dirty="0">
                <a:latin typeface="Calibri"/>
                <a:cs typeface="Calibri"/>
              </a:rPr>
              <a:t> </a:t>
            </a:r>
            <a:r>
              <a:rPr sz="2800" dirty="0">
                <a:latin typeface="Calibri"/>
                <a:cs typeface="Calibri"/>
              </a:rPr>
              <a:t>accounting</a:t>
            </a:r>
            <a:r>
              <a:rPr sz="2800" spc="-65" dirty="0">
                <a:latin typeface="Calibri"/>
                <a:cs typeface="Calibri"/>
              </a:rPr>
              <a:t> </a:t>
            </a:r>
            <a:r>
              <a:rPr sz="2800" spc="-10" dirty="0">
                <a:latin typeface="Calibri"/>
                <a:cs typeface="Calibri"/>
              </a:rPr>
              <a:t>ledger</a:t>
            </a:r>
            <a:endParaRPr sz="2800" dirty="0">
              <a:latin typeface="Calibri"/>
              <a:cs typeface="Calibri"/>
            </a:endParaRPr>
          </a:p>
          <a:p>
            <a:pPr marL="240665" indent="-227965">
              <a:lnSpc>
                <a:spcPct val="100000"/>
              </a:lnSpc>
              <a:spcBef>
                <a:spcPts val="360"/>
              </a:spcBef>
              <a:buFont typeface="Arial MT"/>
              <a:buChar char="•"/>
              <a:tabLst>
                <a:tab pos="240665" algn="l"/>
              </a:tabLst>
            </a:pPr>
            <a:r>
              <a:rPr sz="2800" dirty="0">
                <a:latin typeface="Calibri"/>
                <a:cs typeface="Calibri"/>
              </a:rPr>
              <a:t>Developing</a:t>
            </a:r>
            <a:r>
              <a:rPr sz="2800" spc="-45" dirty="0">
                <a:latin typeface="Calibri"/>
                <a:cs typeface="Calibri"/>
              </a:rPr>
              <a:t> </a:t>
            </a:r>
            <a:r>
              <a:rPr sz="2800" dirty="0">
                <a:latin typeface="Calibri"/>
                <a:cs typeface="Calibri"/>
              </a:rPr>
              <a:t>a</a:t>
            </a:r>
            <a:r>
              <a:rPr sz="2800" spc="-50" dirty="0">
                <a:latin typeface="Calibri"/>
                <a:cs typeface="Calibri"/>
              </a:rPr>
              <a:t> </a:t>
            </a:r>
            <a:r>
              <a:rPr sz="2800" dirty="0">
                <a:latin typeface="Calibri"/>
                <a:cs typeface="Calibri"/>
              </a:rPr>
              <a:t>new</a:t>
            </a:r>
            <a:r>
              <a:rPr sz="2800" spc="-55" dirty="0">
                <a:latin typeface="Calibri"/>
                <a:cs typeface="Calibri"/>
              </a:rPr>
              <a:t> </a:t>
            </a:r>
            <a:r>
              <a:rPr sz="2800" dirty="0">
                <a:latin typeface="Calibri"/>
                <a:cs typeface="Calibri"/>
              </a:rPr>
              <a:t>IPhone</a:t>
            </a:r>
            <a:r>
              <a:rPr sz="2800" spc="-50" dirty="0">
                <a:latin typeface="Calibri"/>
                <a:cs typeface="Calibri"/>
              </a:rPr>
              <a:t> </a:t>
            </a:r>
            <a:r>
              <a:rPr sz="2800" spc="-10" dirty="0">
                <a:latin typeface="Calibri"/>
                <a:cs typeface="Calibri"/>
              </a:rPr>
              <a:t>model</a:t>
            </a:r>
            <a:endParaRPr sz="2800" dirty="0">
              <a:latin typeface="Calibri"/>
              <a:cs typeface="Calibri"/>
            </a:endParaRPr>
          </a:p>
          <a:p>
            <a:pPr marL="240665" indent="-227965">
              <a:lnSpc>
                <a:spcPct val="100000"/>
              </a:lnSpc>
              <a:spcBef>
                <a:spcPts val="335"/>
              </a:spcBef>
              <a:buFont typeface="Arial MT"/>
              <a:buChar char="•"/>
              <a:tabLst>
                <a:tab pos="240665" algn="l"/>
              </a:tabLst>
            </a:pPr>
            <a:r>
              <a:rPr sz="2800" dirty="0">
                <a:latin typeface="Calibri"/>
                <a:cs typeface="Calibri"/>
              </a:rPr>
              <a:t>Routine</a:t>
            </a:r>
            <a:r>
              <a:rPr sz="2800" spc="-65" dirty="0">
                <a:latin typeface="Calibri"/>
                <a:cs typeface="Calibri"/>
              </a:rPr>
              <a:t> </a:t>
            </a:r>
            <a:r>
              <a:rPr sz="2800" spc="-10" dirty="0">
                <a:latin typeface="Calibri"/>
                <a:cs typeface="Calibri"/>
              </a:rPr>
              <a:t>manufacture</a:t>
            </a:r>
            <a:r>
              <a:rPr sz="2800" spc="-60" dirty="0">
                <a:latin typeface="Calibri"/>
                <a:cs typeface="Calibri"/>
              </a:rPr>
              <a:t> </a:t>
            </a:r>
            <a:r>
              <a:rPr sz="2800" dirty="0">
                <a:latin typeface="Calibri"/>
                <a:cs typeface="Calibri"/>
              </a:rPr>
              <a:t>of</a:t>
            </a:r>
            <a:r>
              <a:rPr sz="2800" spc="-55" dirty="0">
                <a:latin typeface="Calibri"/>
                <a:cs typeface="Calibri"/>
              </a:rPr>
              <a:t> </a:t>
            </a:r>
            <a:r>
              <a:rPr sz="2800" dirty="0">
                <a:latin typeface="Calibri"/>
                <a:cs typeface="Calibri"/>
              </a:rPr>
              <a:t>an</a:t>
            </a:r>
            <a:r>
              <a:rPr sz="2800" spc="-45" dirty="0">
                <a:latin typeface="Calibri"/>
                <a:cs typeface="Calibri"/>
              </a:rPr>
              <a:t> </a:t>
            </a:r>
            <a:r>
              <a:rPr sz="2800" dirty="0">
                <a:latin typeface="Calibri"/>
                <a:cs typeface="Calibri"/>
              </a:rPr>
              <a:t>Apple</a:t>
            </a:r>
            <a:r>
              <a:rPr sz="2800" spc="-60" dirty="0">
                <a:latin typeface="Calibri"/>
                <a:cs typeface="Calibri"/>
              </a:rPr>
              <a:t> </a:t>
            </a:r>
            <a:r>
              <a:rPr sz="2800" spc="-20" dirty="0">
                <a:latin typeface="Calibri"/>
                <a:cs typeface="Calibri"/>
              </a:rPr>
              <a:t>iPod</a:t>
            </a:r>
            <a:endParaRPr sz="2800" dirty="0">
              <a:latin typeface="Calibri"/>
              <a:cs typeface="Calibri"/>
            </a:endParaRPr>
          </a:p>
          <a:p>
            <a:pPr marL="240665" indent="-227965">
              <a:lnSpc>
                <a:spcPct val="100000"/>
              </a:lnSpc>
              <a:spcBef>
                <a:spcPts val="335"/>
              </a:spcBef>
              <a:buFont typeface="Arial MT"/>
              <a:buChar char="•"/>
              <a:tabLst>
                <a:tab pos="240665" algn="l"/>
              </a:tabLst>
            </a:pPr>
            <a:r>
              <a:rPr sz="2800" dirty="0">
                <a:latin typeface="Calibri"/>
                <a:cs typeface="Calibri"/>
              </a:rPr>
              <a:t>Practicing</a:t>
            </a:r>
            <a:r>
              <a:rPr sz="2800" spc="-65" dirty="0">
                <a:latin typeface="Calibri"/>
                <a:cs typeface="Calibri"/>
              </a:rPr>
              <a:t> </a:t>
            </a:r>
            <a:r>
              <a:rPr sz="2800" dirty="0">
                <a:latin typeface="Calibri"/>
                <a:cs typeface="Calibri"/>
              </a:rPr>
              <a:t>scales</a:t>
            </a:r>
            <a:r>
              <a:rPr sz="2800" spc="-50" dirty="0">
                <a:latin typeface="Calibri"/>
                <a:cs typeface="Calibri"/>
              </a:rPr>
              <a:t> </a:t>
            </a:r>
            <a:r>
              <a:rPr sz="2800" dirty="0">
                <a:latin typeface="Calibri"/>
                <a:cs typeface="Calibri"/>
              </a:rPr>
              <a:t>on</a:t>
            </a:r>
            <a:r>
              <a:rPr sz="2800" spc="-55" dirty="0">
                <a:latin typeface="Calibri"/>
                <a:cs typeface="Calibri"/>
              </a:rPr>
              <a:t> </a:t>
            </a:r>
            <a:r>
              <a:rPr sz="2800" dirty="0">
                <a:latin typeface="Calibri"/>
                <a:cs typeface="Calibri"/>
              </a:rPr>
              <a:t>the</a:t>
            </a:r>
            <a:r>
              <a:rPr sz="2800" spc="-60" dirty="0">
                <a:latin typeface="Calibri"/>
                <a:cs typeface="Calibri"/>
              </a:rPr>
              <a:t> </a:t>
            </a:r>
            <a:r>
              <a:rPr sz="2800" spc="-10" dirty="0">
                <a:latin typeface="Calibri"/>
                <a:cs typeface="Calibri"/>
              </a:rPr>
              <a:t>piano</a:t>
            </a:r>
            <a:endParaRPr sz="2800" dirty="0">
              <a:latin typeface="Calibri"/>
              <a:cs typeface="Calibri"/>
            </a:endParaRPr>
          </a:p>
          <a:p>
            <a:pPr marL="240665" indent="-227965">
              <a:lnSpc>
                <a:spcPct val="100000"/>
              </a:lnSpc>
              <a:spcBef>
                <a:spcPts val="340"/>
              </a:spcBef>
              <a:buFont typeface="Arial MT"/>
              <a:buChar char="•"/>
              <a:tabLst>
                <a:tab pos="240665" algn="l"/>
              </a:tabLst>
            </a:pPr>
            <a:r>
              <a:rPr sz="2800" dirty="0">
                <a:latin typeface="Calibri"/>
                <a:cs typeface="Calibri"/>
              </a:rPr>
              <a:t>Writing</a:t>
            </a:r>
            <a:r>
              <a:rPr sz="2800" spc="-50" dirty="0">
                <a:latin typeface="Calibri"/>
                <a:cs typeface="Calibri"/>
              </a:rPr>
              <a:t> </a:t>
            </a:r>
            <a:r>
              <a:rPr sz="2800" dirty="0">
                <a:latin typeface="Calibri"/>
                <a:cs typeface="Calibri"/>
              </a:rPr>
              <a:t>a</a:t>
            </a:r>
            <a:r>
              <a:rPr sz="2800" spc="-50" dirty="0">
                <a:latin typeface="Calibri"/>
                <a:cs typeface="Calibri"/>
              </a:rPr>
              <a:t> </a:t>
            </a:r>
            <a:r>
              <a:rPr sz="2800" dirty="0">
                <a:latin typeface="Calibri"/>
                <a:cs typeface="Calibri"/>
              </a:rPr>
              <a:t>new</a:t>
            </a:r>
            <a:r>
              <a:rPr sz="2800" spc="-50" dirty="0">
                <a:latin typeface="Calibri"/>
                <a:cs typeface="Calibri"/>
              </a:rPr>
              <a:t> </a:t>
            </a:r>
            <a:r>
              <a:rPr sz="2800" dirty="0">
                <a:latin typeface="Calibri"/>
                <a:cs typeface="Calibri"/>
              </a:rPr>
              <a:t>piano</a:t>
            </a:r>
            <a:r>
              <a:rPr sz="2800" spc="-40" dirty="0">
                <a:latin typeface="Calibri"/>
                <a:cs typeface="Calibri"/>
              </a:rPr>
              <a:t> </a:t>
            </a:r>
            <a:r>
              <a:rPr sz="2800" spc="-10" dirty="0">
                <a:latin typeface="Calibri"/>
                <a:cs typeface="Calibri"/>
              </a:rPr>
              <a:t>piece</a:t>
            </a:r>
            <a:endParaRPr sz="2800" dirty="0">
              <a:latin typeface="Calibri"/>
              <a:cs typeface="Calibri"/>
            </a:endParaRPr>
          </a:p>
          <a:p>
            <a:pPr marL="240665" indent="-227965">
              <a:lnSpc>
                <a:spcPct val="100000"/>
              </a:lnSpc>
              <a:spcBef>
                <a:spcPts val="240"/>
              </a:spcBef>
              <a:buFont typeface="Arial MT"/>
              <a:buChar char="•"/>
              <a:tabLst>
                <a:tab pos="240665" algn="l"/>
              </a:tabLst>
            </a:pPr>
            <a:r>
              <a:rPr sz="2800" dirty="0">
                <a:latin typeface="Calibri"/>
                <a:cs typeface="Calibri"/>
              </a:rPr>
              <a:t>Going</a:t>
            </a:r>
            <a:r>
              <a:rPr sz="2800" spc="-55" dirty="0">
                <a:latin typeface="Calibri"/>
                <a:cs typeface="Calibri"/>
              </a:rPr>
              <a:t> </a:t>
            </a:r>
            <a:r>
              <a:rPr sz="2800" dirty="0">
                <a:latin typeface="Calibri"/>
                <a:cs typeface="Calibri"/>
              </a:rPr>
              <a:t>to</a:t>
            </a:r>
            <a:r>
              <a:rPr sz="2800" spc="-50" dirty="0">
                <a:latin typeface="Calibri"/>
                <a:cs typeface="Calibri"/>
              </a:rPr>
              <a:t> </a:t>
            </a:r>
            <a:r>
              <a:rPr sz="2800" dirty="0">
                <a:latin typeface="Calibri"/>
                <a:cs typeface="Calibri"/>
              </a:rPr>
              <a:t>college</a:t>
            </a:r>
            <a:r>
              <a:rPr sz="2800" spc="-55" dirty="0">
                <a:latin typeface="Calibri"/>
                <a:cs typeface="Calibri"/>
              </a:rPr>
              <a:t> </a:t>
            </a:r>
            <a:r>
              <a:rPr sz="2800" dirty="0">
                <a:latin typeface="Calibri"/>
                <a:cs typeface="Calibri"/>
              </a:rPr>
              <a:t>every</a:t>
            </a:r>
            <a:r>
              <a:rPr sz="2800" spc="-55" dirty="0">
                <a:latin typeface="Calibri"/>
                <a:cs typeface="Calibri"/>
              </a:rPr>
              <a:t> </a:t>
            </a:r>
            <a:r>
              <a:rPr sz="2800" spc="-20" dirty="0">
                <a:latin typeface="Calibri"/>
                <a:cs typeface="Calibri"/>
              </a:rPr>
              <a:t>day.</a:t>
            </a:r>
            <a:endParaRPr sz="2800" dirty="0">
              <a:latin typeface="Calibri"/>
              <a:cs typeface="Calibri"/>
            </a:endParaRPr>
          </a:p>
          <a:p>
            <a:pPr marL="240665" indent="-227965">
              <a:lnSpc>
                <a:spcPct val="100000"/>
              </a:lnSpc>
              <a:spcBef>
                <a:spcPts val="335"/>
              </a:spcBef>
              <a:buFont typeface="Arial MT"/>
              <a:buChar char="•"/>
              <a:tabLst>
                <a:tab pos="240665" algn="l"/>
              </a:tabLst>
            </a:pPr>
            <a:r>
              <a:rPr sz="2800" dirty="0">
                <a:latin typeface="Calibri"/>
                <a:cs typeface="Calibri"/>
              </a:rPr>
              <a:t>Designing</a:t>
            </a:r>
            <a:r>
              <a:rPr sz="2800" spc="-60" dirty="0">
                <a:latin typeface="Calibri"/>
                <a:cs typeface="Calibri"/>
              </a:rPr>
              <a:t> </a:t>
            </a:r>
            <a:r>
              <a:rPr sz="2800" dirty="0">
                <a:latin typeface="Calibri"/>
                <a:cs typeface="Calibri"/>
              </a:rPr>
              <a:t>a</a:t>
            </a:r>
            <a:r>
              <a:rPr sz="2800" spc="-55" dirty="0">
                <a:latin typeface="Calibri"/>
                <a:cs typeface="Calibri"/>
              </a:rPr>
              <a:t> </a:t>
            </a:r>
            <a:r>
              <a:rPr sz="2800" dirty="0">
                <a:latin typeface="Calibri"/>
                <a:cs typeface="Calibri"/>
              </a:rPr>
              <a:t>new</a:t>
            </a:r>
            <a:r>
              <a:rPr sz="2800" spc="-60" dirty="0">
                <a:latin typeface="Calibri"/>
                <a:cs typeface="Calibri"/>
              </a:rPr>
              <a:t> </a:t>
            </a:r>
            <a:r>
              <a:rPr sz="2800" spc="-30" dirty="0">
                <a:latin typeface="Calibri"/>
                <a:cs typeface="Calibri"/>
              </a:rPr>
              <a:t>Tesla</a:t>
            </a:r>
            <a:r>
              <a:rPr sz="2800" spc="-55" dirty="0">
                <a:latin typeface="Calibri"/>
                <a:cs typeface="Calibri"/>
              </a:rPr>
              <a:t> </a:t>
            </a:r>
            <a:r>
              <a:rPr sz="2800" dirty="0">
                <a:latin typeface="Calibri"/>
                <a:cs typeface="Calibri"/>
              </a:rPr>
              <a:t>electric</a:t>
            </a:r>
            <a:r>
              <a:rPr sz="2800" spc="-50" dirty="0">
                <a:latin typeface="Calibri"/>
                <a:cs typeface="Calibri"/>
              </a:rPr>
              <a:t> </a:t>
            </a:r>
            <a:r>
              <a:rPr sz="2800" spc="-25" dirty="0">
                <a:latin typeface="Calibri"/>
                <a:cs typeface="Calibri"/>
              </a:rPr>
              <a:t>car</a:t>
            </a:r>
            <a:endParaRPr sz="2800" dirty="0">
              <a:latin typeface="Calibri"/>
              <a:cs typeface="Calibri"/>
            </a:endParaRPr>
          </a:p>
          <a:p>
            <a:pPr marL="240665" indent="-227965">
              <a:lnSpc>
                <a:spcPct val="100000"/>
              </a:lnSpc>
              <a:spcBef>
                <a:spcPts val="335"/>
              </a:spcBef>
              <a:buFont typeface="Arial MT"/>
              <a:buChar char="•"/>
              <a:tabLst>
                <a:tab pos="240665" algn="l"/>
              </a:tabLst>
            </a:pPr>
            <a:r>
              <a:rPr sz="2800" dirty="0">
                <a:latin typeface="Calibri"/>
                <a:cs typeface="Calibri"/>
              </a:rPr>
              <a:t>Copying</a:t>
            </a:r>
            <a:r>
              <a:rPr sz="2800" spc="-65" dirty="0">
                <a:latin typeface="Calibri"/>
                <a:cs typeface="Calibri"/>
              </a:rPr>
              <a:t> </a:t>
            </a:r>
            <a:r>
              <a:rPr sz="2800" spc="-20" dirty="0">
                <a:latin typeface="Calibri"/>
                <a:cs typeface="Calibri"/>
              </a:rPr>
              <a:t>text</a:t>
            </a:r>
            <a:endParaRPr sz="2800" dirty="0">
              <a:latin typeface="Calibri"/>
              <a:cs typeface="Calibri"/>
            </a:endParaRPr>
          </a:p>
          <a:p>
            <a:pPr marL="240665" indent="-227965">
              <a:lnSpc>
                <a:spcPct val="100000"/>
              </a:lnSpc>
              <a:spcBef>
                <a:spcPts val="360"/>
              </a:spcBef>
              <a:buFont typeface="Arial MT"/>
              <a:buChar char="•"/>
              <a:tabLst>
                <a:tab pos="240665" algn="l"/>
              </a:tabLst>
            </a:pPr>
            <a:r>
              <a:rPr sz="2800" dirty="0">
                <a:latin typeface="Calibri"/>
                <a:cs typeface="Calibri"/>
              </a:rPr>
              <a:t>Developing</a:t>
            </a:r>
            <a:r>
              <a:rPr sz="2800" spc="-45" dirty="0">
                <a:latin typeface="Calibri"/>
                <a:cs typeface="Calibri"/>
              </a:rPr>
              <a:t> </a:t>
            </a:r>
            <a:r>
              <a:rPr sz="2800" dirty="0">
                <a:latin typeface="Calibri"/>
                <a:cs typeface="Calibri"/>
              </a:rPr>
              <a:t>a</a:t>
            </a:r>
            <a:r>
              <a:rPr sz="2800" spc="-45" dirty="0">
                <a:latin typeface="Calibri"/>
                <a:cs typeface="Calibri"/>
              </a:rPr>
              <a:t> </a:t>
            </a:r>
            <a:r>
              <a:rPr sz="2800" spc="-30" dirty="0">
                <a:latin typeface="Calibri"/>
                <a:cs typeface="Calibri"/>
              </a:rPr>
              <a:t>supply-</a:t>
            </a:r>
            <a:r>
              <a:rPr sz="2800" dirty="0">
                <a:latin typeface="Calibri"/>
                <a:cs typeface="Calibri"/>
              </a:rPr>
              <a:t>chain</a:t>
            </a:r>
            <a:r>
              <a:rPr sz="2800" spc="-30" dirty="0">
                <a:latin typeface="Calibri"/>
                <a:cs typeface="Calibri"/>
              </a:rPr>
              <a:t> </a:t>
            </a:r>
            <a:r>
              <a:rPr sz="2800" spc="-10" dirty="0">
                <a:latin typeface="Calibri"/>
                <a:cs typeface="Calibri"/>
              </a:rPr>
              <a:t>information</a:t>
            </a:r>
            <a:r>
              <a:rPr sz="2800" spc="-35" dirty="0">
                <a:latin typeface="Calibri"/>
                <a:cs typeface="Calibri"/>
              </a:rPr>
              <a:t> </a:t>
            </a:r>
            <a:r>
              <a:rPr sz="2800" spc="-10" dirty="0">
                <a:latin typeface="Calibri"/>
                <a:cs typeface="Calibri"/>
              </a:rPr>
              <a:t>system</a:t>
            </a:r>
            <a:endParaRPr sz="2800" dirty="0">
              <a:latin typeface="Calibri"/>
              <a:cs typeface="Calibri"/>
            </a:endParaRPr>
          </a:p>
        </p:txBody>
      </p:sp>
      <p:grpSp>
        <p:nvGrpSpPr>
          <p:cNvPr id="4" name="object 4"/>
          <p:cNvGrpSpPr/>
          <p:nvPr/>
        </p:nvGrpSpPr>
        <p:grpSpPr>
          <a:xfrm>
            <a:off x="9250640" y="1892787"/>
            <a:ext cx="884555" cy="304800"/>
            <a:chOff x="9250640" y="1892787"/>
            <a:chExt cx="884555" cy="304800"/>
          </a:xfrm>
        </p:grpSpPr>
        <p:sp>
          <p:nvSpPr>
            <p:cNvPr id="5" name="object 5"/>
            <p:cNvSpPr/>
            <p:nvPr/>
          </p:nvSpPr>
          <p:spPr>
            <a:xfrm>
              <a:off x="9256990" y="1899137"/>
              <a:ext cx="871855" cy="292100"/>
            </a:xfrm>
            <a:custGeom>
              <a:avLst/>
              <a:gdLst/>
              <a:ahLst/>
              <a:cxnLst/>
              <a:rect l="l" t="t" r="r" b="b"/>
              <a:pathLst>
                <a:path w="871854" h="292100">
                  <a:moveTo>
                    <a:pt x="725942" y="0"/>
                  </a:moveTo>
                  <a:lnTo>
                    <a:pt x="725942" y="72903"/>
                  </a:lnTo>
                  <a:lnTo>
                    <a:pt x="0" y="72903"/>
                  </a:lnTo>
                  <a:lnTo>
                    <a:pt x="0" y="218709"/>
                  </a:lnTo>
                  <a:lnTo>
                    <a:pt x="725942" y="218709"/>
                  </a:lnTo>
                  <a:lnTo>
                    <a:pt x="725942" y="291612"/>
                  </a:lnTo>
                  <a:lnTo>
                    <a:pt x="871747" y="145806"/>
                  </a:lnTo>
                  <a:lnTo>
                    <a:pt x="725942" y="0"/>
                  </a:lnTo>
                  <a:close/>
                </a:path>
              </a:pathLst>
            </a:custGeom>
            <a:solidFill>
              <a:srgbClr val="C00000"/>
            </a:solidFill>
          </p:spPr>
          <p:txBody>
            <a:bodyPr wrap="square" lIns="0" tIns="0" rIns="0" bIns="0" rtlCol="0"/>
            <a:lstStyle/>
            <a:p>
              <a:endParaRPr/>
            </a:p>
          </p:txBody>
        </p:sp>
        <p:sp>
          <p:nvSpPr>
            <p:cNvPr id="6" name="object 6"/>
            <p:cNvSpPr/>
            <p:nvPr/>
          </p:nvSpPr>
          <p:spPr>
            <a:xfrm>
              <a:off x="9256990" y="1899137"/>
              <a:ext cx="871855" cy="292100"/>
            </a:xfrm>
            <a:custGeom>
              <a:avLst/>
              <a:gdLst/>
              <a:ahLst/>
              <a:cxnLst/>
              <a:rect l="l" t="t" r="r" b="b"/>
              <a:pathLst>
                <a:path w="871854" h="292100">
                  <a:moveTo>
                    <a:pt x="0" y="72903"/>
                  </a:moveTo>
                  <a:lnTo>
                    <a:pt x="725942" y="72903"/>
                  </a:lnTo>
                  <a:lnTo>
                    <a:pt x="725942" y="0"/>
                  </a:lnTo>
                  <a:lnTo>
                    <a:pt x="871748" y="145806"/>
                  </a:lnTo>
                  <a:lnTo>
                    <a:pt x="725942" y="291612"/>
                  </a:lnTo>
                  <a:lnTo>
                    <a:pt x="725942" y="218708"/>
                  </a:lnTo>
                  <a:lnTo>
                    <a:pt x="0" y="218708"/>
                  </a:lnTo>
                  <a:lnTo>
                    <a:pt x="0" y="72903"/>
                  </a:lnTo>
                  <a:close/>
                </a:path>
              </a:pathLst>
            </a:custGeom>
            <a:ln w="12700">
              <a:solidFill>
                <a:srgbClr val="C00000"/>
              </a:solidFill>
            </a:ln>
          </p:spPr>
          <p:txBody>
            <a:bodyPr wrap="square" lIns="0" tIns="0" rIns="0" bIns="0" rtlCol="0"/>
            <a:lstStyle/>
            <a:p>
              <a:endParaRPr/>
            </a:p>
          </p:txBody>
        </p:sp>
      </p:grpSp>
      <p:grpSp>
        <p:nvGrpSpPr>
          <p:cNvPr id="7" name="object 7"/>
          <p:cNvGrpSpPr/>
          <p:nvPr/>
        </p:nvGrpSpPr>
        <p:grpSpPr>
          <a:xfrm>
            <a:off x="9227190" y="2326543"/>
            <a:ext cx="884555" cy="304800"/>
            <a:chOff x="9227190" y="2326543"/>
            <a:chExt cx="884555" cy="304800"/>
          </a:xfrm>
        </p:grpSpPr>
        <p:sp>
          <p:nvSpPr>
            <p:cNvPr id="8" name="object 8"/>
            <p:cNvSpPr/>
            <p:nvPr/>
          </p:nvSpPr>
          <p:spPr>
            <a:xfrm>
              <a:off x="9233540" y="2332893"/>
              <a:ext cx="871855" cy="292100"/>
            </a:xfrm>
            <a:custGeom>
              <a:avLst/>
              <a:gdLst/>
              <a:ahLst/>
              <a:cxnLst/>
              <a:rect l="l" t="t" r="r" b="b"/>
              <a:pathLst>
                <a:path w="871854" h="292100">
                  <a:moveTo>
                    <a:pt x="725942" y="0"/>
                  </a:moveTo>
                  <a:lnTo>
                    <a:pt x="725942" y="72904"/>
                  </a:lnTo>
                  <a:lnTo>
                    <a:pt x="0" y="72904"/>
                  </a:lnTo>
                  <a:lnTo>
                    <a:pt x="0" y="218709"/>
                  </a:lnTo>
                  <a:lnTo>
                    <a:pt x="725942" y="218709"/>
                  </a:lnTo>
                  <a:lnTo>
                    <a:pt x="725942" y="291612"/>
                  </a:lnTo>
                  <a:lnTo>
                    <a:pt x="871748" y="145807"/>
                  </a:lnTo>
                  <a:lnTo>
                    <a:pt x="725942" y="0"/>
                  </a:lnTo>
                  <a:close/>
                </a:path>
              </a:pathLst>
            </a:custGeom>
            <a:solidFill>
              <a:srgbClr val="C00000"/>
            </a:solidFill>
          </p:spPr>
          <p:txBody>
            <a:bodyPr wrap="square" lIns="0" tIns="0" rIns="0" bIns="0" rtlCol="0"/>
            <a:lstStyle/>
            <a:p>
              <a:endParaRPr/>
            </a:p>
          </p:txBody>
        </p:sp>
        <p:sp>
          <p:nvSpPr>
            <p:cNvPr id="9" name="object 9"/>
            <p:cNvSpPr/>
            <p:nvPr/>
          </p:nvSpPr>
          <p:spPr>
            <a:xfrm>
              <a:off x="9233540" y="2332893"/>
              <a:ext cx="871855" cy="292100"/>
            </a:xfrm>
            <a:custGeom>
              <a:avLst/>
              <a:gdLst/>
              <a:ahLst/>
              <a:cxnLst/>
              <a:rect l="l" t="t" r="r" b="b"/>
              <a:pathLst>
                <a:path w="871854" h="292100">
                  <a:moveTo>
                    <a:pt x="0" y="72903"/>
                  </a:moveTo>
                  <a:lnTo>
                    <a:pt x="725942" y="72903"/>
                  </a:lnTo>
                  <a:lnTo>
                    <a:pt x="725942" y="0"/>
                  </a:lnTo>
                  <a:lnTo>
                    <a:pt x="871748" y="145806"/>
                  </a:lnTo>
                  <a:lnTo>
                    <a:pt x="725942" y="291612"/>
                  </a:lnTo>
                  <a:lnTo>
                    <a:pt x="725942" y="218708"/>
                  </a:lnTo>
                  <a:lnTo>
                    <a:pt x="0" y="218708"/>
                  </a:lnTo>
                  <a:lnTo>
                    <a:pt x="0" y="72903"/>
                  </a:lnTo>
                  <a:close/>
                </a:path>
              </a:pathLst>
            </a:custGeom>
            <a:ln w="12700">
              <a:solidFill>
                <a:srgbClr val="C00000"/>
              </a:solidFill>
            </a:ln>
          </p:spPr>
          <p:txBody>
            <a:bodyPr wrap="square" lIns="0" tIns="0" rIns="0" bIns="0" rtlCol="0"/>
            <a:lstStyle/>
            <a:p>
              <a:endParaRPr/>
            </a:p>
          </p:txBody>
        </p:sp>
      </p:grpSp>
      <p:grpSp>
        <p:nvGrpSpPr>
          <p:cNvPr id="10" name="object 10"/>
          <p:cNvGrpSpPr/>
          <p:nvPr/>
        </p:nvGrpSpPr>
        <p:grpSpPr>
          <a:xfrm>
            <a:off x="9236960" y="2801329"/>
            <a:ext cx="884555" cy="304800"/>
            <a:chOff x="9236960" y="2801329"/>
            <a:chExt cx="884555" cy="304800"/>
          </a:xfrm>
        </p:grpSpPr>
        <p:sp>
          <p:nvSpPr>
            <p:cNvPr id="11" name="object 11"/>
            <p:cNvSpPr/>
            <p:nvPr/>
          </p:nvSpPr>
          <p:spPr>
            <a:xfrm>
              <a:off x="9243310" y="2807679"/>
              <a:ext cx="871855" cy="292100"/>
            </a:xfrm>
            <a:custGeom>
              <a:avLst/>
              <a:gdLst/>
              <a:ahLst/>
              <a:cxnLst/>
              <a:rect l="l" t="t" r="r" b="b"/>
              <a:pathLst>
                <a:path w="871854" h="292100">
                  <a:moveTo>
                    <a:pt x="725943" y="0"/>
                  </a:moveTo>
                  <a:lnTo>
                    <a:pt x="725943" y="72903"/>
                  </a:lnTo>
                  <a:lnTo>
                    <a:pt x="0" y="72903"/>
                  </a:lnTo>
                  <a:lnTo>
                    <a:pt x="0" y="218707"/>
                  </a:lnTo>
                  <a:lnTo>
                    <a:pt x="725943" y="218707"/>
                  </a:lnTo>
                  <a:lnTo>
                    <a:pt x="725943" y="291612"/>
                  </a:lnTo>
                  <a:lnTo>
                    <a:pt x="871748" y="145806"/>
                  </a:lnTo>
                  <a:lnTo>
                    <a:pt x="725943" y="0"/>
                  </a:lnTo>
                  <a:close/>
                </a:path>
              </a:pathLst>
            </a:custGeom>
            <a:solidFill>
              <a:srgbClr val="4472C4"/>
            </a:solidFill>
          </p:spPr>
          <p:txBody>
            <a:bodyPr wrap="square" lIns="0" tIns="0" rIns="0" bIns="0" rtlCol="0"/>
            <a:lstStyle/>
            <a:p>
              <a:endParaRPr/>
            </a:p>
          </p:txBody>
        </p:sp>
        <p:sp>
          <p:nvSpPr>
            <p:cNvPr id="12" name="object 12"/>
            <p:cNvSpPr/>
            <p:nvPr/>
          </p:nvSpPr>
          <p:spPr>
            <a:xfrm>
              <a:off x="9243310" y="2807679"/>
              <a:ext cx="871855" cy="292100"/>
            </a:xfrm>
            <a:custGeom>
              <a:avLst/>
              <a:gdLst/>
              <a:ahLst/>
              <a:cxnLst/>
              <a:rect l="l" t="t" r="r" b="b"/>
              <a:pathLst>
                <a:path w="871854" h="292100">
                  <a:moveTo>
                    <a:pt x="0" y="72903"/>
                  </a:moveTo>
                  <a:lnTo>
                    <a:pt x="725942" y="72903"/>
                  </a:lnTo>
                  <a:lnTo>
                    <a:pt x="725942" y="0"/>
                  </a:lnTo>
                  <a:lnTo>
                    <a:pt x="871748" y="145806"/>
                  </a:lnTo>
                  <a:lnTo>
                    <a:pt x="725942" y="291612"/>
                  </a:lnTo>
                  <a:lnTo>
                    <a:pt x="725942" y="218708"/>
                  </a:lnTo>
                  <a:lnTo>
                    <a:pt x="0" y="218708"/>
                  </a:lnTo>
                  <a:lnTo>
                    <a:pt x="0" y="72903"/>
                  </a:lnTo>
                  <a:close/>
                </a:path>
              </a:pathLst>
            </a:custGeom>
            <a:ln w="12700">
              <a:solidFill>
                <a:srgbClr val="2F528F"/>
              </a:solidFill>
            </a:ln>
          </p:spPr>
          <p:txBody>
            <a:bodyPr wrap="square" lIns="0" tIns="0" rIns="0" bIns="0" rtlCol="0"/>
            <a:lstStyle/>
            <a:p>
              <a:endParaRPr/>
            </a:p>
          </p:txBody>
        </p:sp>
      </p:grpSp>
      <p:grpSp>
        <p:nvGrpSpPr>
          <p:cNvPr id="13" name="object 13"/>
          <p:cNvGrpSpPr/>
          <p:nvPr/>
        </p:nvGrpSpPr>
        <p:grpSpPr>
          <a:xfrm>
            <a:off x="9238911" y="3270255"/>
            <a:ext cx="884555" cy="304800"/>
            <a:chOff x="9238911" y="3270255"/>
            <a:chExt cx="884555" cy="304800"/>
          </a:xfrm>
        </p:grpSpPr>
        <p:sp>
          <p:nvSpPr>
            <p:cNvPr id="14" name="object 14"/>
            <p:cNvSpPr/>
            <p:nvPr/>
          </p:nvSpPr>
          <p:spPr>
            <a:xfrm>
              <a:off x="9245261" y="3276605"/>
              <a:ext cx="871855" cy="292100"/>
            </a:xfrm>
            <a:custGeom>
              <a:avLst/>
              <a:gdLst/>
              <a:ahLst/>
              <a:cxnLst/>
              <a:rect l="l" t="t" r="r" b="b"/>
              <a:pathLst>
                <a:path w="871854" h="292100">
                  <a:moveTo>
                    <a:pt x="725943" y="0"/>
                  </a:moveTo>
                  <a:lnTo>
                    <a:pt x="725943" y="72903"/>
                  </a:lnTo>
                  <a:lnTo>
                    <a:pt x="0" y="72903"/>
                  </a:lnTo>
                  <a:lnTo>
                    <a:pt x="0" y="218707"/>
                  </a:lnTo>
                  <a:lnTo>
                    <a:pt x="725943" y="218707"/>
                  </a:lnTo>
                  <a:lnTo>
                    <a:pt x="725943" y="291611"/>
                  </a:lnTo>
                  <a:lnTo>
                    <a:pt x="871748" y="145806"/>
                  </a:lnTo>
                  <a:lnTo>
                    <a:pt x="725943" y="0"/>
                  </a:lnTo>
                  <a:close/>
                </a:path>
              </a:pathLst>
            </a:custGeom>
            <a:solidFill>
              <a:srgbClr val="C00000"/>
            </a:solidFill>
          </p:spPr>
          <p:txBody>
            <a:bodyPr wrap="square" lIns="0" tIns="0" rIns="0" bIns="0" rtlCol="0"/>
            <a:lstStyle/>
            <a:p>
              <a:endParaRPr/>
            </a:p>
          </p:txBody>
        </p:sp>
        <p:sp>
          <p:nvSpPr>
            <p:cNvPr id="15" name="object 15"/>
            <p:cNvSpPr/>
            <p:nvPr/>
          </p:nvSpPr>
          <p:spPr>
            <a:xfrm>
              <a:off x="9245261" y="3276605"/>
              <a:ext cx="871855" cy="292100"/>
            </a:xfrm>
            <a:custGeom>
              <a:avLst/>
              <a:gdLst/>
              <a:ahLst/>
              <a:cxnLst/>
              <a:rect l="l" t="t" r="r" b="b"/>
              <a:pathLst>
                <a:path w="871854" h="292100">
                  <a:moveTo>
                    <a:pt x="0" y="72903"/>
                  </a:moveTo>
                  <a:lnTo>
                    <a:pt x="725942" y="72903"/>
                  </a:lnTo>
                  <a:lnTo>
                    <a:pt x="725942" y="0"/>
                  </a:lnTo>
                  <a:lnTo>
                    <a:pt x="871748" y="145806"/>
                  </a:lnTo>
                  <a:lnTo>
                    <a:pt x="725942" y="291612"/>
                  </a:lnTo>
                  <a:lnTo>
                    <a:pt x="725942" y="218708"/>
                  </a:lnTo>
                  <a:lnTo>
                    <a:pt x="0" y="218708"/>
                  </a:lnTo>
                  <a:lnTo>
                    <a:pt x="0" y="72903"/>
                  </a:lnTo>
                  <a:close/>
                </a:path>
              </a:pathLst>
            </a:custGeom>
            <a:ln w="12700">
              <a:solidFill>
                <a:srgbClr val="C00000"/>
              </a:solidFill>
            </a:ln>
          </p:spPr>
          <p:txBody>
            <a:bodyPr wrap="square" lIns="0" tIns="0" rIns="0" bIns="0" rtlCol="0"/>
            <a:lstStyle/>
            <a:p>
              <a:endParaRPr/>
            </a:p>
          </p:txBody>
        </p:sp>
      </p:grpSp>
      <p:grpSp>
        <p:nvGrpSpPr>
          <p:cNvPr id="16" name="object 16"/>
          <p:cNvGrpSpPr/>
          <p:nvPr/>
        </p:nvGrpSpPr>
        <p:grpSpPr>
          <a:xfrm>
            <a:off x="9241845" y="3768478"/>
            <a:ext cx="884555" cy="304800"/>
            <a:chOff x="9241845" y="3768478"/>
            <a:chExt cx="884555" cy="304800"/>
          </a:xfrm>
        </p:grpSpPr>
        <p:sp>
          <p:nvSpPr>
            <p:cNvPr id="17" name="object 17"/>
            <p:cNvSpPr/>
            <p:nvPr/>
          </p:nvSpPr>
          <p:spPr>
            <a:xfrm>
              <a:off x="9248195" y="3774828"/>
              <a:ext cx="871855" cy="292100"/>
            </a:xfrm>
            <a:custGeom>
              <a:avLst/>
              <a:gdLst/>
              <a:ahLst/>
              <a:cxnLst/>
              <a:rect l="l" t="t" r="r" b="b"/>
              <a:pathLst>
                <a:path w="871854" h="292100">
                  <a:moveTo>
                    <a:pt x="725942" y="0"/>
                  </a:moveTo>
                  <a:lnTo>
                    <a:pt x="725942" y="72903"/>
                  </a:lnTo>
                  <a:lnTo>
                    <a:pt x="0" y="72903"/>
                  </a:lnTo>
                  <a:lnTo>
                    <a:pt x="0" y="218709"/>
                  </a:lnTo>
                  <a:lnTo>
                    <a:pt x="725942" y="218709"/>
                  </a:lnTo>
                  <a:lnTo>
                    <a:pt x="725942" y="291612"/>
                  </a:lnTo>
                  <a:lnTo>
                    <a:pt x="871748" y="145806"/>
                  </a:lnTo>
                  <a:lnTo>
                    <a:pt x="725942" y="0"/>
                  </a:lnTo>
                  <a:close/>
                </a:path>
              </a:pathLst>
            </a:custGeom>
            <a:solidFill>
              <a:srgbClr val="C00000"/>
            </a:solidFill>
          </p:spPr>
          <p:txBody>
            <a:bodyPr wrap="square" lIns="0" tIns="0" rIns="0" bIns="0" rtlCol="0"/>
            <a:lstStyle/>
            <a:p>
              <a:endParaRPr/>
            </a:p>
          </p:txBody>
        </p:sp>
        <p:sp>
          <p:nvSpPr>
            <p:cNvPr id="18" name="object 18"/>
            <p:cNvSpPr/>
            <p:nvPr/>
          </p:nvSpPr>
          <p:spPr>
            <a:xfrm>
              <a:off x="9248195" y="3774828"/>
              <a:ext cx="871855" cy="292100"/>
            </a:xfrm>
            <a:custGeom>
              <a:avLst/>
              <a:gdLst/>
              <a:ahLst/>
              <a:cxnLst/>
              <a:rect l="l" t="t" r="r" b="b"/>
              <a:pathLst>
                <a:path w="871854" h="292100">
                  <a:moveTo>
                    <a:pt x="0" y="72903"/>
                  </a:moveTo>
                  <a:lnTo>
                    <a:pt x="725942" y="72903"/>
                  </a:lnTo>
                  <a:lnTo>
                    <a:pt x="725942" y="0"/>
                  </a:lnTo>
                  <a:lnTo>
                    <a:pt x="871748" y="145806"/>
                  </a:lnTo>
                  <a:lnTo>
                    <a:pt x="725942" y="291612"/>
                  </a:lnTo>
                  <a:lnTo>
                    <a:pt x="725942" y="218708"/>
                  </a:lnTo>
                  <a:lnTo>
                    <a:pt x="0" y="218708"/>
                  </a:lnTo>
                  <a:lnTo>
                    <a:pt x="0" y="72903"/>
                  </a:lnTo>
                  <a:close/>
                </a:path>
              </a:pathLst>
            </a:custGeom>
            <a:ln w="12700">
              <a:solidFill>
                <a:srgbClr val="C00000"/>
              </a:solidFill>
            </a:ln>
          </p:spPr>
          <p:txBody>
            <a:bodyPr wrap="square" lIns="0" tIns="0" rIns="0" bIns="0" rtlCol="0"/>
            <a:lstStyle/>
            <a:p>
              <a:endParaRPr/>
            </a:p>
          </p:txBody>
        </p:sp>
      </p:grpSp>
      <p:grpSp>
        <p:nvGrpSpPr>
          <p:cNvPr id="19" name="object 19"/>
          <p:cNvGrpSpPr/>
          <p:nvPr/>
        </p:nvGrpSpPr>
        <p:grpSpPr>
          <a:xfrm>
            <a:off x="9231096" y="4202235"/>
            <a:ext cx="884555" cy="304800"/>
            <a:chOff x="9231096" y="4202235"/>
            <a:chExt cx="884555" cy="304800"/>
          </a:xfrm>
        </p:grpSpPr>
        <p:sp>
          <p:nvSpPr>
            <p:cNvPr id="20" name="object 20"/>
            <p:cNvSpPr/>
            <p:nvPr/>
          </p:nvSpPr>
          <p:spPr>
            <a:xfrm>
              <a:off x="9237446" y="4208585"/>
              <a:ext cx="871855" cy="292100"/>
            </a:xfrm>
            <a:custGeom>
              <a:avLst/>
              <a:gdLst/>
              <a:ahLst/>
              <a:cxnLst/>
              <a:rect l="l" t="t" r="r" b="b"/>
              <a:pathLst>
                <a:path w="871854" h="292100">
                  <a:moveTo>
                    <a:pt x="725942" y="0"/>
                  </a:moveTo>
                  <a:lnTo>
                    <a:pt x="725942" y="72903"/>
                  </a:lnTo>
                  <a:lnTo>
                    <a:pt x="0" y="72903"/>
                  </a:lnTo>
                  <a:lnTo>
                    <a:pt x="0" y="218707"/>
                  </a:lnTo>
                  <a:lnTo>
                    <a:pt x="725942" y="218707"/>
                  </a:lnTo>
                  <a:lnTo>
                    <a:pt x="725942" y="291611"/>
                  </a:lnTo>
                  <a:lnTo>
                    <a:pt x="871747" y="145806"/>
                  </a:lnTo>
                  <a:lnTo>
                    <a:pt x="725942" y="0"/>
                  </a:lnTo>
                  <a:close/>
                </a:path>
              </a:pathLst>
            </a:custGeom>
            <a:solidFill>
              <a:srgbClr val="4472C4"/>
            </a:solidFill>
          </p:spPr>
          <p:txBody>
            <a:bodyPr wrap="square" lIns="0" tIns="0" rIns="0" bIns="0" rtlCol="0"/>
            <a:lstStyle/>
            <a:p>
              <a:endParaRPr/>
            </a:p>
          </p:txBody>
        </p:sp>
        <p:sp>
          <p:nvSpPr>
            <p:cNvPr id="21" name="object 21"/>
            <p:cNvSpPr/>
            <p:nvPr/>
          </p:nvSpPr>
          <p:spPr>
            <a:xfrm>
              <a:off x="9237446" y="4208585"/>
              <a:ext cx="871855" cy="292100"/>
            </a:xfrm>
            <a:custGeom>
              <a:avLst/>
              <a:gdLst/>
              <a:ahLst/>
              <a:cxnLst/>
              <a:rect l="l" t="t" r="r" b="b"/>
              <a:pathLst>
                <a:path w="871854" h="292100">
                  <a:moveTo>
                    <a:pt x="0" y="72903"/>
                  </a:moveTo>
                  <a:lnTo>
                    <a:pt x="725942" y="72903"/>
                  </a:lnTo>
                  <a:lnTo>
                    <a:pt x="725942" y="0"/>
                  </a:lnTo>
                  <a:lnTo>
                    <a:pt x="871748" y="145806"/>
                  </a:lnTo>
                  <a:lnTo>
                    <a:pt x="725942" y="291612"/>
                  </a:lnTo>
                  <a:lnTo>
                    <a:pt x="725942" y="218708"/>
                  </a:lnTo>
                  <a:lnTo>
                    <a:pt x="0" y="218708"/>
                  </a:lnTo>
                  <a:lnTo>
                    <a:pt x="0" y="72903"/>
                  </a:lnTo>
                  <a:close/>
                </a:path>
              </a:pathLst>
            </a:custGeom>
            <a:ln w="12700">
              <a:solidFill>
                <a:srgbClr val="2F528F"/>
              </a:solidFill>
            </a:ln>
          </p:spPr>
          <p:txBody>
            <a:bodyPr wrap="square" lIns="0" tIns="0" rIns="0" bIns="0" rtlCol="0"/>
            <a:lstStyle/>
            <a:p>
              <a:endParaRPr/>
            </a:p>
          </p:txBody>
        </p:sp>
      </p:grpSp>
      <p:grpSp>
        <p:nvGrpSpPr>
          <p:cNvPr id="22" name="object 22"/>
          <p:cNvGrpSpPr/>
          <p:nvPr/>
        </p:nvGrpSpPr>
        <p:grpSpPr>
          <a:xfrm>
            <a:off x="9240866" y="4677019"/>
            <a:ext cx="884555" cy="304800"/>
            <a:chOff x="9240866" y="4677019"/>
            <a:chExt cx="884555" cy="304800"/>
          </a:xfrm>
        </p:grpSpPr>
        <p:sp>
          <p:nvSpPr>
            <p:cNvPr id="23" name="object 23"/>
            <p:cNvSpPr/>
            <p:nvPr/>
          </p:nvSpPr>
          <p:spPr>
            <a:xfrm>
              <a:off x="9247216" y="4683369"/>
              <a:ext cx="871855" cy="292100"/>
            </a:xfrm>
            <a:custGeom>
              <a:avLst/>
              <a:gdLst/>
              <a:ahLst/>
              <a:cxnLst/>
              <a:rect l="l" t="t" r="r" b="b"/>
              <a:pathLst>
                <a:path w="871854" h="292100">
                  <a:moveTo>
                    <a:pt x="725942" y="0"/>
                  </a:moveTo>
                  <a:lnTo>
                    <a:pt x="725942" y="72903"/>
                  </a:lnTo>
                  <a:lnTo>
                    <a:pt x="0" y="72903"/>
                  </a:lnTo>
                  <a:lnTo>
                    <a:pt x="0" y="218707"/>
                  </a:lnTo>
                  <a:lnTo>
                    <a:pt x="725942" y="218707"/>
                  </a:lnTo>
                  <a:lnTo>
                    <a:pt x="725942" y="291612"/>
                  </a:lnTo>
                  <a:lnTo>
                    <a:pt x="871748" y="145806"/>
                  </a:lnTo>
                  <a:lnTo>
                    <a:pt x="725942" y="0"/>
                  </a:lnTo>
                  <a:close/>
                </a:path>
              </a:pathLst>
            </a:custGeom>
            <a:solidFill>
              <a:srgbClr val="C00000"/>
            </a:solidFill>
          </p:spPr>
          <p:txBody>
            <a:bodyPr wrap="square" lIns="0" tIns="0" rIns="0" bIns="0" rtlCol="0"/>
            <a:lstStyle/>
            <a:p>
              <a:endParaRPr/>
            </a:p>
          </p:txBody>
        </p:sp>
        <p:sp>
          <p:nvSpPr>
            <p:cNvPr id="24" name="object 24"/>
            <p:cNvSpPr/>
            <p:nvPr/>
          </p:nvSpPr>
          <p:spPr>
            <a:xfrm>
              <a:off x="9247216" y="4683369"/>
              <a:ext cx="871855" cy="292100"/>
            </a:xfrm>
            <a:custGeom>
              <a:avLst/>
              <a:gdLst/>
              <a:ahLst/>
              <a:cxnLst/>
              <a:rect l="l" t="t" r="r" b="b"/>
              <a:pathLst>
                <a:path w="871854" h="292100">
                  <a:moveTo>
                    <a:pt x="0" y="72903"/>
                  </a:moveTo>
                  <a:lnTo>
                    <a:pt x="725942" y="72903"/>
                  </a:lnTo>
                  <a:lnTo>
                    <a:pt x="725942" y="0"/>
                  </a:lnTo>
                  <a:lnTo>
                    <a:pt x="871748" y="145806"/>
                  </a:lnTo>
                  <a:lnTo>
                    <a:pt x="725942" y="291612"/>
                  </a:lnTo>
                  <a:lnTo>
                    <a:pt x="725942" y="218708"/>
                  </a:lnTo>
                  <a:lnTo>
                    <a:pt x="0" y="218708"/>
                  </a:lnTo>
                  <a:lnTo>
                    <a:pt x="0" y="72903"/>
                  </a:lnTo>
                  <a:close/>
                </a:path>
              </a:pathLst>
            </a:custGeom>
            <a:ln w="12700">
              <a:solidFill>
                <a:srgbClr val="C00000"/>
              </a:solidFill>
            </a:ln>
          </p:spPr>
          <p:txBody>
            <a:bodyPr wrap="square" lIns="0" tIns="0" rIns="0" bIns="0" rtlCol="0"/>
            <a:lstStyle/>
            <a:p>
              <a:endParaRPr/>
            </a:p>
          </p:txBody>
        </p:sp>
      </p:grpSp>
      <p:grpSp>
        <p:nvGrpSpPr>
          <p:cNvPr id="25" name="object 25"/>
          <p:cNvGrpSpPr/>
          <p:nvPr/>
        </p:nvGrpSpPr>
        <p:grpSpPr>
          <a:xfrm>
            <a:off x="9242817" y="5145945"/>
            <a:ext cx="884555" cy="304800"/>
            <a:chOff x="9242817" y="5145945"/>
            <a:chExt cx="884555" cy="304800"/>
          </a:xfrm>
        </p:grpSpPr>
        <p:sp>
          <p:nvSpPr>
            <p:cNvPr id="26" name="object 26"/>
            <p:cNvSpPr/>
            <p:nvPr/>
          </p:nvSpPr>
          <p:spPr>
            <a:xfrm>
              <a:off x="9249167" y="5152295"/>
              <a:ext cx="871855" cy="292100"/>
            </a:xfrm>
            <a:custGeom>
              <a:avLst/>
              <a:gdLst/>
              <a:ahLst/>
              <a:cxnLst/>
              <a:rect l="l" t="t" r="r" b="b"/>
              <a:pathLst>
                <a:path w="871854" h="292100">
                  <a:moveTo>
                    <a:pt x="725942" y="0"/>
                  </a:moveTo>
                  <a:lnTo>
                    <a:pt x="725942" y="72903"/>
                  </a:lnTo>
                  <a:lnTo>
                    <a:pt x="0" y="72903"/>
                  </a:lnTo>
                  <a:lnTo>
                    <a:pt x="0" y="218709"/>
                  </a:lnTo>
                  <a:lnTo>
                    <a:pt x="725942" y="218709"/>
                  </a:lnTo>
                  <a:lnTo>
                    <a:pt x="725942" y="291612"/>
                  </a:lnTo>
                  <a:lnTo>
                    <a:pt x="871747" y="145806"/>
                  </a:lnTo>
                  <a:lnTo>
                    <a:pt x="725942" y="0"/>
                  </a:lnTo>
                  <a:close/>
                </a:path>
              </a:pathLst>
            </a:custGeom>
            <a:solidFill>
              <a:srgbClr val="4472C4"/>
            </a:solidFill>
          </p:spPr>
          <p:txBody>
            <a:bodyPr wrap="square" lIns="0" tIns="0" rIns="0" bIns="0" rtlCol="0"/>
            <a:lstStyle/>
            <a:p>
              <a:endParaRPr/>
            </a:p>
          </p:txBody>
        </p:sp>
        <p:sp>
          <p:nvSpPr>
            <p:cNvPr id="27" name="object 27"/>
            <p:cNvSpPr/>
            <p:nvPr/>
          </p:nvSpPr>
          <p:spPr>
            <a:xfrm>
              <a:off x="9249167" y="5152295"/>
              <a:ext cx="871855" cy="292100"/>
            </a:xfrm>
            <a:custGeom>
              <a:avLst/>
              <a:gdLst/>
              <a:ahLst/>
              <a:cxnLst/>
              <a:rect l="l" t="t" r="r" b="b"/>
              <a:pathLst>
                <a:path w="871854" h="292100">
                  <a:moveTo>
                    <a:pt x="0" y="72903"/>
                  </a:moveTo>
                  <a:lnTo>
                    <a:pt x="725942" y="72903"/>
                  </a:lnTo>
                  <a:lnTo>
                    <a:pt x="725942" y="0"/>
                  </a:lnTo>
                  <a:lnTo>
                    <a:pt x="871748" y="145806"/>
                  </a:lnTo>
                  <a:lnTo>
                    <a:pt x="725942" y="291612"/>
                  </a:lnTo>
                  <a:lnTo>
                    <a:pt x="725942" y="218708"/>
                  </a:lnTo>
                  <a:lnTo>
                    <a:pt x="0" y="218708"/>
                  </a:lnTo>
                  <a:lnTo>
                    <a:pt x="0" y="72903"/>
                  </a:lnTo>
                  <a:close/>
                </a:path>
              </a:pathLst>
            </a:custGeom>
            <a:ln w="12700">
              <a:solidFill>
                <a:srgbClr val="2F528F"/>
              </a:solidFill>
            </a:ln>
          </p:spPr>
          <p:txBody>
            <a:bodyPr wrap="square" lIns="0" tIns="0" rIns="0" bIns="0" rtlCol="0"/>
            <a:lstStyle/>
            <a:p>
              <a:endParaRPr/>
            </a:p>
          </p:txBody>
        </p:sp>
      </p:grpSp>
      <p:grpSp>
        <p:nvGrpSpPr>
          <p:cNvPr id="28" name="object 28"/>
          <p:cNvGrpSpPr/>
          <p:nvPr/>
        </p:nvGrpSpPr>
        <p:grpSpPr>
          <a:xfrm>
            <a:off x="9239886" y="5603143"/>
            <a:ext cx="884555" cy="304800"/>
            <a:chOff x="9239886" y="5603143"/>
            <a:chExt cx="884555" cy="304800"/>
          </a:xfrm>
        </p:grpSpPr>
        <p:sp>
          <p:nvSpPr>
            <p:cNvPr id="29" name="object 29"/>
            <p:cNvSpPr/>
            <p:nvPr/>
          </p:nvSpPr>
          <p:spPr>
            <a:xfrm>
              <a:off x="9246236" y="5609493"/>
              <a:ext cx="871855" cy="292100"/>
            </a:xfrm>
            <a:custGeom>
              <a:avLst/>
              <a:gdLst/>
              <a:ahLst/>
              <a:cxnLst/>
              <a:rect l="l" t="t" r="r" b="b"/>
              <a:pathLst>
                <a:path w="871854" h="292100">
                  <a:moveTo>
                    <a:pt x="725943" y="0"/>
                  </a:moveTo>
                  <a:lnTo>
                    <a:pt x="725943" y="72903"/>
                  </a:lnTo>
                  <a:lnTo>
                    <a:pt x="0" y="72903"/>
                  </a:lnTo>
                  <a:lnTo>
                    <a:pt x="0" y="218708"/>
                  </a:lnTo>
                  <a:lnTo>
                    <a:pt x="725943" y="218708"/>
                  </a:lnTo>
                  <a:lnTo>
                    <a:pt x="725943" y="291612"/>
                  </a:lnTo>
                  <a:lnTo>
                    <a:pt x="871748" y="145806"/>
                  </a:lnTo>
                  <a:lnTo>
                    <a:pt x="725943" y="0"/>
                  </a:lnTo>
                  <a:close/>
                </a:path>
              </a:pathLst>
            </a:custGeom>
            <a:solidFill>
              <a:srgbClr val="C00000"/>
            </a:solidFill>
          </p:spPr>
          <p:txBody>
            <a:bodyPr wrap="square" lIns="0" tIns="0" rIns="0" bIns="0" rtlCol="0"/>
            <a:lstStyle/>
            <a:p>
              <a:endParaRPr/>
            </a:p>
          </p:txBody>
        </p:sp>
        <p:sp>
          <p:nvSpPr>
            <p:cNvPr id="30" name="object 30"/>
            <p:cNvSpPr/>
            <p:nvPr/>
          </p:nvSpPr>
          <p:spPr>
            <a:xfrm>
              <a:off x="9246236" y="5609493"/>
              <a:ext cx="871855" cy="292100"/>
            </a:xfrm>
            <a:custGeom>
              <a:avLst/>
              <a:gdLst/>
              <a:ahLst/>
              <a:cxnLst/>
              <a:rect l="l" t="t" r="r" b="b"/>
              <a:pathLst>
                <a:path w="871854" h="292100">
                  <a:moveTo>
                    <a:pt x="0" y="72903"/>
                  </a:moveTo>
                  <a:lnTo>
                    <a:pt x="725942" y="72903"/>
                  </a:lnTo>
                  <a:lnTo>
                    <a:pt x="725942" y="0"/>
                  </a:lnTo>
                  <a:lnTo>
                    <a:pt x="871748" y="145806"/>
                  </a:lnTo>
                  <a:lnTo>
                    <a:pt x="725942" y="291612"/>
                  </a:lnTo>
                  <a:lnTo>
                    <a:pt x="725942" y="218708"/>
                  </a:lnTo>
                  <a:lnTo>
                    <a:pt x="0" y="218708"/>
                  </a:lnTo>
                  <a:lnTo>
                    <a:pt x="0" y="72903"/>
                  </a:lnTo>
                  <a:close/>
                </a:path>
              </a:pathLst>
            </a:custGeom>
            <a:ln w="12700">
              <a:solidFill>
                <a:srgbClr val="C00000"/>
              </a:solidFill>
            </a:ln>
          </p:spPr>
          <p:txBody>
            <a:bodyPr wrap="square" lIns="0" tIns="0" rIns="0" bIns="0" rtlCol="0"/>
            <a:lstStyle/>
            <a:p>
              <a:endParaRPr/>
            </a:p>
          </p:txBody>
        </p:sp>
      </p:grpSp>
      <p:grpSp>
        <p:nvGrpSpPr>
          <p:cNvPr id="31" name="object 31"/>
          <p:cNvGrpSpPr/>
          <p:nvPr/>
        </p:nvGrpSpPr>
        <p:grpSpPr>
          <a:xfrm>
            <a:off x="9241836" y="6072070"/>
            <a:ext cx="884555" cy="304800"/>
            <a:chOff x="9241836" y="6072070"/>
            <a:chExt cx="884555" cy="304800"/>
          </a:xfrm>
        </p:grpSpPr>
        <p:sp>
          <p:nvSpPr>
            <p:cNvPr id="32" name="object 32"/>
            <p:cNvSpPr/>
            <p:nvPr/>
          </p:nvSpPr>
          <p:spPr>
            <a:xfrm>
              <a:off x="9248186" y="6078420"/>
              <a:ext cx="871855" cy="292100"/>
            </a:xfrm>
            <a:custGeom>
              <a:avLst/>
              <a:gdLst/>
              <a:ahLst/>
              <a:cxnLst/>
              <a:rect l="l" t="t" r="r" b="b"/>
              <a:pathLst>
                <a:path w="871854" h="292100">
                  <a:moveTo>
                    <a:pt x="725942" y="0"/>
                  </a:moveTo>
                  <a:lnTo>
                    <a:pt x="725942" y="72903"/>
                  </a:lnTo>
                  <a:lnTo>
                    <a:pt x="0" y="72903"/>
                  </a:lnTo>
                  <a:lnTo>
                    <a:pt x="0" y="218708"/>
                  </a:lnTo>
                  <a:lnTo>
                    <a:pt x="725942" y="218708"/>
                  </a:lnTo>
                  <a:lnTo>
                    <a:pt x="725942" y="291612"/>
                  </a:lnTo>
                  <a:lnTo>
                    <a:pt x="871748" y="145806"/>
                  </a:lnTo>
                  <a:lnTo>
                    <a:pt x="725942" y="0"/>
                  </a:lnTo>
                  <a:close/>
                </a:path>
              </a:pathLst>
            </a:custGeom>
            <a:solidFill>
              <a:srgbClr val="4472C4"/>
            </a:solidFill>
          </p:spPr>
          <p:txBody>
            <a:bodyPr wrap="square" lIns="0" tIns="0" rIns="0" bIns="0" rtlCol="0"/>
            <a:lstStyle/>
            <a:p>
              <a:endParaRPr/>
            </a:p>
          </p:txBody>
        </p:sp>
        <p:sp>
          <p:nvSpPr>
            <p:cNvPr id="33" name="object 33"/>
            <p:cNvSpPr/>
            <p:nvPr/>
          </p:nvSpPr>
          <p:spPr>
            <a:xfrm>
              <a:off x="9248186" y="6078420"/>
              <a:ext cx="871855" cy="292100"/>
            </a:xfrm>
            <a:custGeom>
              <a:avLst/>
              <a:gdLst/>
              <a:ahLst/>
              <a:cxnLst/>
              <a:rect l="l" t="t" r="r" b="b"/>
              <a:pathLst>
                <a:path w="871854" h="292100">
                  <a:moveTo>
                    <a:pt x="0" y="72903"/>
                  </a:moveTo>
                  <a:lnTo>
                    <a:pt x="725942" y="72903"/>
                  </a:lnTo>
                  <a:lnTo>
                    <a:pt x="725942" y="0"/>
                  </a:lnTo>
                  <a:lnTo>
                    <a:pt x="871748" y="145806"/>
                  </a:lnTo>
                  <a:lnTo>
                    <a:pt x="725942" y="291612"/>
                  </a:lnTo>
                  <a:lnTo>
                    <a:pt x="725942" y="218708"/>
                  </a:lnTo>
                  <a:lnTo>
                    <a:pt x="0" y="218708"/>
                  </a:lnTo>
                  <a:lnTo>
                    <a:pt x="0" y="72903"/>
                  </a:lnTo>
                  <a:close/>
                </a:path>
              </a:pathLst>
            </a:custGeom>
            <a:ln w="12700">
              <a:solidFill>
                <a:srgbClr val="2F528F"/>
              </a:solidFill>
            </a:ln>
          </p:spPr>
          <p:txBody>
            <a:bodyPr wrap="square" lIns="0" tIns="0" rIns="0" bIns="0" rtlCol="0"/>
            <a:lstStyle/>
            <a:p>
              <a:endParaRPr/>
            </a:p>
          </p:txBody>
        </p:sp>
      </p:grpSp>
      <p:sp>
        <p:nvSpPr>
          <p:cNvPr id="34" name="object 34"/>
          <p:cNvSpPr txBox="1"/>
          <p:nvPr/>
        </p:nvSpPr>
        <p:spPr>
          <a:xfrm>
            <a:off x="10236775" y="1730755"/>
            <a:ext cx="1775460" cy="4643120"/>
          </a:xfrm>
          <a:prstGeom prst="rect">
            <a:avLst/>
          </a:prstGeom>
        </p:spPr>
        <p:txBody>
          <a:bodyPr vert="horz" wrap="square" lIns="0" tIns="12700" rIns="0" bIns="0" rtlCol="0">
            <a:spAutoFit/>
          </a:bodyPr>
          <a:lstStyle/>
          <a:p>
            <a:pPr marL="29845" marR="27940" indent="5715">
              <a:lnSpc>
                <a:spcPct val="118300"/>
              </a:lnSpc>
              <a:spcBef>
                <a:spcPts val="100"/>
              </a:spcBef>
            </a:pPr>
            <a:r>
              <a:rPr sz="2400" b="1" dirty="0">
                <a:solidFill>
                  <a:srgbClr val="C00000"/>
                </a:solidFill>
                <a:latin typeface="Calibri"/>
                <a:cs typeface="Calibri"/>
              </a:rPr>
              <a:t>Routine</a:t>
            </a:r>
            <a:r>
              <a:rPr sz="2400" b="1" spc="-80" dirty="0">
                <a:solidFill>
                  <a:srgbClr val="C00000"/>
                </a:solidFill>
                <a:latin typeface="Calibri"/>
                <a:cs typeface="Calibri"/>
              </a:rPr>
              <a:t> </a:t>
            </a:r>
            <a:r>
              <a:rPr sz="2400" b="1" spc="-20" dirty="0">
                <a:solidFill>
                  <a:srgbClr val="C00000"/>
                </a:solidFill>
                <a:latin typeface="Calibri"/>
                <a:cs typeface="Calibri"/>
              </a:rPr>
              <a:t>work </a:t>
            </a:r>
            <a:r>
              <a:rPr sz="2400" b="1" dirty="0">
                <a:solidFill>
                  <a:srgbClr val="C00000"/>
                </a:solidFill>
                <a:latin typeface="Calibri"/>
                <a:cs typeface="Calibri"/>
              </a:rPr>
              <a:t>Routine</a:t>
            </a:r>
            <a:r>
              <a:rPr sz="2400" b="1" spc="-80" dirty="0">
                <a:solidFill>
                  <a:srgbClr val="C00000"/>
                </a:solidFill>
                <a:latin typeface="Calibri"/>
                <a:cs typeface="Calibri"/>
              </a:rPr>
              <a:t> </a:t>
            </a:r>
            <a:r>
              <a:rPr sz="2400" b="1" spc="-20" dirty="0">
                <a:solidFill>
                  <a:srgbClr val="C00000"/>
                </a:solidFill>
                <a:latin typeface="Calibri"/>
                <a:cs typeface="Calibri"/>
              </a:rPr>
              <a:t>work</a:t>
            </a:r>
            <a:endParaRPr sz="2400">
              <a:latin typeface="Calibri"/>
              <a:cs typeface="Calibri"/>
            </a:endParaRPr>
          </a:p>
          <a:p>
            <a:pPr marL="12700" marR="51435" indent="46355">
              <a:lnSpc>
                <a:spcPts val="3790"/>
              </a:lnSpc>
              <a:spcBef>
                <a:spcPts val="185"/>
              </a:spcBef>
            </a:pPr>
            <a:r>
              <a:rPr sz="2400" b="1" spc="-10" dirty="0">
                <a:solidFill>
                  <a:srgbClr val="262EA4"/>
                </a:solidFill>
                <a:latin typeface="Calibri"/>
                <a:cs typeface="Calibri"/>
              </a:rPr>
              <a:t>Project </a:t>
            </a:r>
            <a:r>
              <a:rPr sz="2400" b="1" dirty="0">
                <a:solidFill>
                  <a:srgbClr val="C00000"/>
                </a:solidFill>
                <a:latin typeface="Calibri"/>
                <a:cs typeface="Calibri"/>
              </a:rPr>
              <a:t>Routine</a:t>
            </a:r>
            <a:r>
              <a:rPr sz="2400" b="1" spc="-80" dirty="0">
                <a:solidFill>
                  <a:srgbClr val="C00000"/>
                </a:solidFill>
                <a:latin typeface="Calibri"/>
                <a:cs typeface="Calibri"/>
              </a:rPr>
              <a:t> </a:t>
            </a:r>
            <a:r>
              <a:rPr sz="2400" b="1" spc="-20" dirty="0">
                <a:solidFill>
                  <a:srgbClr val="C00000"/>
                </a:solidFill>
                <a:latin typeface="Calibri"/>
                <a:cs typeface="Calibri"/>
              </a:rPr>
              <a:t>work</a:t>
            </a:r>
            <a:endParaRPr sz="2400">
              <a:latin typeface="Calibri"/>
              <a:cs typeface="Calibri"/>
            </a:endParaRPr>
          </a:p>
          <a:p>
            <a:pPr marL="41910" marR="5080" indent="5715">
              <a:lnSpc>
                <a:spcPct val="125299"/>
              </a:lnSpc>
              <a:spcBef>
                <a:spcPts val="120"/>
              </a:spcBef>
            </a:pPr>
            <a:r>
              <a:rPr sz="2400" b="1" dirty="0">
                <a:solidFill>
                  <a:srgbClr val="C00000"/>
                </a:solidFill>
                <a:latin typeface="Calibri"/>
                <a:cs typeface="Calibri"/>
              </a:rPr>
              <a:t>Routine</a:t>
            </a:r>
            <a:r>
              <a:rPr sz="2400" b="1" spc="-80" dirty="0">
                <a:solidFill>
                  <a:srgbClr val="C00000"/>
                </a:solidFill>
                <a:latin typeface="Calibri"/>
                <a:cs typeface="Calibri"/>
              </a:rPr>
              <a:t> </a:t>
            </a:r>
            <a:r>
              <a:rPr sz="2400" b="1" spc="-20" dirty="0">
                <a:solidFill>
                  <a:srgbClr val="C00000"/>
                </a:solidFill>
                <a:latin typeface="Calibri"/>
                <a:cs typeface="Calibri"/>
              </a:rPr>
              <a:t>work </a:t>
            </a:r>
            <a:r>
              <a:rPr sz="2400" b="1" spc="-10" dirty="0">
                <a:solidFill>
                  <a:srgbClr val="262EA4"/>
                </a:solidFill>
                <a:latin typeface="Calibri"/>
                <a:cs typeface="Calibri"/>
              </a:rPr>
              <a:t>Project </a:t>
            </a:r>
            <a:r>
              <a:rPr sz="2400" b="1" dirty="0">
                <a:solidFill>
                  <a:srgbClr val="C00000"/>
                </a:solidFill>
                <a:latin typeface="Calibri"/>
                <a:cs typeface="Calibri"/>
              </a:rPr>
              <a:t>Routine</a:t>
            </a:r>
            <a:r>
              <a:rPr sz="2400" b="1" spc="-80" dirty="0">
                <a:solidFill>
                  <a:srgbClr val="C00000"/>
                </a:solidFill>
                <a:latin typeface="Calibri"/>
                <a:cs typeface="Calibri"/>
              </a:rPr>
              <a:t> </a:t>
            </a:r>
            <a:r>
              <a:rPr sz="2400" b="1" spc="-20" dirty="0">
                <a:solidFill>
                  <a:srgbClr val="C00000"/>
                </a:solidFill>
                <a:latin typeface="Calibri"/>
                <a:cs typeface="Calibri"/>
              </a:rPr>
              <a:t>work </a:t>
            </a:r>
            <a:r>
              <a:rPr sz="2400" b="1" spc="-10" dirty="0">
                <a:solidFill>
                  <a:srgbClr val="262EA4"/>
                </a:solidFill>
                <a:latin typeface="Calibri"/>
                <a:cs typeface="Calibri"/>
              </a:rPr>
              <a:t>Project </a:t>
            </a:r>
            <a:r>
              <a:rPr sz="2400" b="1" dirty="0">
                <a:solidFill>
                  <a:srgbClr val="C00000"/>
                </a:solidFill>
                <a:latin typeface="Calibri"/>
                <a:cs typeface="Calibri"/>
              </a:rPr>
              <a:t>Routine</a:t>
            </a:r>
            <a:r>
              <a:rPr sz="2400" b="1" spc="-80" dirty="0">
                <a:solidFill>
                  <a:srgbClr val="C00000"/>
                </a:solidFill>
                <a:latin typeface="Calibri"/>
                <a:cs typeface="Calibri"/>
              </a:rPr>
              <a:t> </a:t>
            </a:r>
            <a:r>
              <a:rPr sz="2400" b="1" spc="-20" dirty="0">
                <a:solidFill>
                  <a:srgbClr val="C00000"/>
                </a:solidFill>
                <a:latin typeface="Calibri"/>
                <a:cs typeface="Calibri"/>
              </a:rPr>
              <a:t>work </a:t>
            </a:r>
            <a:r>
              <a:rPr sz="2400" b="1" spc="-10" dirty="0">
                <a:solidFill>
                  <a:srgbClr val="262EA4"/>
                </a:solidFill>
                <a:latin typeface="Calibri"/>
                <a:cs typeface="Calibri"/>
              </a:rPr>
              <a:t>Project</a:t>
            </a:r>
            <a:endParaRPr sz="2400">
              <a:latin typeface="Calibri"/>
              <a:cs typeface="Calibri"/>
            </a:endParaRPr>
          </a:p>
        </p:txBody>
      </p:sp>
      <p:sp>
        <p:nvSpPr>
          <p:cNvPr id="35" name="object 35"/>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13</a:t>
            </a:fld>
            <a:endParaRPr spc="-25" dirty="0"/>
          </a:p>
        </p:txBody>
      </p:sp>
      <p:pic>
        <p:nvPicPr>
          <p:cNvPr id="36" name="Picture 2">
            <a:extLst>
              <a:ext uri="{FF2B5EF4-FFF2-40B4-BE49-F238E27FC236}">
                <a16:creationId xmlns:a16="http://schemas.microsoft.com/office/drawing/2014/main" id="{4CE0EF46-33A9-CA80-BA8A-C1ECF15145E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963150" y="0"/>
            <a:ext cx="2228850" cy="12382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513715">
              <a:lnSpc>
                <a:spcPct val="100000"/>
              </a:lnSpc>
              <a:spcBef>
                <a:spcPts val="110"/>
              </a:spcBef>
            </a:pPr>
            <a:r>
              <a:rPr b="1" u="sng" spc="80" dirty="0">
                <a:solidFill>
                  <a:srgbClr val="FF0000"/>
                </a:solidFill>
              </a:rPr>
              <a:t>Program</a:t>
            </a:r>
            <a:r>
              <a:rPr b="1" u="sng" spc="130" dirty="0">
                <a:solidFill>
                  <a:srgbClr val="FF0000"/>
                </a:solidFill>
              </a:rPr>
              <a:t> </a:t>
            </a:r>
            <a:r>
              <a:rPr b="1" u="sng" spc="80" dirty="0">
                <a:solidFill>
                  <a:srgbClr val="FF0000"/>
                </a:solidFill>
              </a:rPr>
              <a:t>versus</a:t>
            </a:r>
            <a:r>
              <a:rPr b="1" u="sng" spc="140" dirty="0">
                <a:solidFill>
                  <a:srgbClr val="FF0000"/>
                </a:solidFill>
              </a:rPr>
              <a:t> </a:t>
            </a:r>
            <a:r>
              <a:rPr b="1" u="sng" spc="80" dirty="0">
                <a:solidFill>
                  <a:srgbClr val="FF0000"/>
                </a:solidFill>
              </a:rPr>
              <a:t>Project</a:t>
            </a:r>
          </a:p>
        </p:txBody>
      </p:sp>
      <p:sp>
        <p:nvSpPr>
          <p:cNvPr id="3" name="object 3"/>
          <p:cNvSpPr txBox="1"/>
          <p:nvPr/>
        </p:nvSpPr>
        <p:spPr>
          <a:xfrm>
            <a:off x="228600" y="1631696"/>
            <a:ext cx="11963400" cy="5959067"/>
          </a:xfrm>
          <a:prstGeom prst="rect">
            <a:avLst/>
          </a:prstGeom>
        </p:spPr>
        <p:txBody>
          <a:bodyPr vert="horz" wrap="square" lIns="0" tIns="114300" rIns="0" bIns="0" rtlCol="0">
            <a:spAutoFit/>
          </a:bodyPr>
          <a:lstStyle/>
          <a:p>
            <a:pPr marL="240029" marR="6350" indent="-227329" algn="just">
              <a:lnSpc>
                <a:spcPct val="79700"/>
              </a:lnSpc>
              <a:spcBef>
                <a:spcPts val="900"/>
              </a:spcBef>
              <a:buFont typeface="Arial MT"/>
              <a:buChar char="•"/>
              <a:tabLst>
                <a:tab pos="241300" algn="l"/>
              </a:tabLst>
            </a:pPr>
            <a:r>
              <a:rPr lang="en-US" sz="3300" b="1" dirty="0">
                <a:solidFill>
                  <a:schemeClr val="accent3"/>
                </a:solidFill>
                <a:latin typeface="Calibri"/>
                <a:cs typeface="Calibri"/>
              </a:rPr>
              <a:t>Definition of program : </a:t>
            </a:r>
          </a:p>
          <a:p>
            <a:pPr marL="12700" marR="6350" algn="just">
              <a:lnSpc>
                <a:spcPct val="79700"/>
              </a:lnSpc>
              <a:spcBef>
                <a:spcPts val="900"/>
              </a:spcBef>
              <a:tabLst>
                <a:tab pos="241300" algn="l"/>
              </a:tabLst>
            </a:pPr>
            <a:r>
              <a:rPr sz="3300" dirty="0">
                <a:latin typeface="Calibri"/>
                <a:cs typeface="Calibri"/>
              </a:rPr>
              <a:t>A</a:t>
            </a:r>
            <a:r>
              <a:rPr sz="3300" spc="135" dirty="0">
                <a:latin typeface="Calibri"/>
                <a:cs typeface="Calibri"/>
              </a:rPr>
              <a:t> </a:t>
            </a:r>
            <a:r>
              <a:rPr sz="3300" spc="135" dirty="0">
                <a:solidFill>
                  <a:srgbClr val="FF0000"/>
                </a:solidFill>
                <a:latin typeface="Calibri"/>
                <a:cs typeface="Calibri"/>
              </a:rPr>
              <a:t> </a:t>
            </a:r>
            <a:r>
              <a:rPr sz="3300" b="1" dirty="0">
                <a:solidFill>
                  <a:srgbClr val="FF0000"/>
                </a:solidFill>
                <a:latin typeface="Calibri"/>
                <a:cs typeface="Calibri"/>
              </a:rPr>
              <a:t>program</a:t>
            </a:r>
            <a:r>
              <a:rPr sz="3300" b="1" spc="140" dirty="0">
                <a:solidFill>
                  <a:srgbClr val="FF0000"/>
                </a:solidFill>
                <a:latin typeface="Calibri"/>
                <a:cs typeface="Calibri"/>
              </a:rPr>
              <a:t>  </a:t>
            </a:r>
            <a:r>
              <a:rPr sz="3300" dirty="0">
                <a:latin typeface="Calibri"/>
                <a:cs typeface="Calibri"/>
              </a:rPr>
              <a:t>is</a:t>
            </a:r>
            <a:r>
              <a:rPr sz="3300" spc="135" dirty="0">
                <a:latin typeface="Calibri"/>
                <a:cs typeface="Calibri"/>
              </a:rPr>
              <a:t>  </a:t>
            </a:r>
            <a:r>
              <a:rPr sz="3300" dirty="0">
                <a:latin typeface="Calibri"/>
                <a:cs typeface="Calibri"/>
              </a:rPr>
              <a:t>a</a:t>
            </a:r>
            <a:r>
              <a:rPr sz="3300" spc="130" dirty="0">
                <a:latin typeface="Calibri"/>
                <a:cs typeface="Calibri"/>
              </a:rPr>
              <a:t>  </a:t>
            </a:r>
            <a:r>
              <a:rPr sz="3300" dirty="0">
                <a:latin typeface="Calibri"/>
                <a:cs typeface="Calibri"/>
              </a:rPr>
              <a:t>group</a:t>
            </a:r>
            <a:r>
              <a:rPr sz="3300" spc="140" dirty="0">
                <a:latin typeface="Calibri"/>
                <a:cs typeface="Calibri"/>
              </a:rPr>
              <a:t>  </a:t>
            </a:r>
            <a:r>
              <a:rPr sz="3300" dirty="0">
                <a:latin typeface="Calibri"/>
                <a:cs typeface="Calibri"/>
              </a:rPr>
              <a:t>of</a:t>
            </a:r>
            <a:r>
              <a:rPr sz="3300" spc="140" dirty="0">
                <a:latin typeface="Calibri"/>
                <a:cs typeface="Calibri"/>
              </a:rPr>
              <a:t>  </a:t>
            </a:r>
            <a:r>
              <a:rPr sz="3300" dirty="0">
                <a:latin typeface="Calibri"/>
                <a:cs typeface="Calibri"/>
              </a:rPr>
              <a:t>related</a:t>
            </a:r>
            <a:r>
              <a:rPr sz="3300" spc="135" dirty="0">
                <a:latin typeface="Calibri"/>
                <a:cs typeface="Calibri"/>
              </a:rPr>
              <a:t>  </a:t>
            </a:r>
            <a:r>
              <a:rPr sz="3300" dirty="0">
                <a:latin typeface="Calibri"/>
                <a:cs typeface="Calibri"/>
              </a:rPr>
              <a:t>projects</a:t>
            </a:r>
            <a:r>
              <a:rPr sz="3300" spc="135" dirty="0">
                <a:latin typeface="Calibri"/>
                <a:cs typeface="Calibri"/>
              </a:rPr>
              <a:t>  </a:t>
            </a:r>
            <a:r>
              <a:rPr sz="3300" dirty="0">
                <a:latin typeface="Calibri"/>
                <a:cs typeface="Calibri"/>
              </a:rPr>
              <a:t>designed</a:t>
            </a:r>
            <a:r>
              <a:rPr sz="3300" spc="130" dirty="0">
                <a:latin typeface="Calibri"/>
                <a:cs typeface="Calibri"/>
              </a:rPr>
              <a:t>  </a:t>
            </a:r>
            <a:r>
              <a:rPr sz="3300" spc="-25" dirty="0">
                <a:latin typeface="Calibri"/>
                <a:cs typeface="Calibri"/>
              </a:rPr>
              <a:t>to 	</a:t>
            </a:r>
            <a:r>
              <a:rPr sz="3300" dirty="0">
                <a:latin typeface="Calibri"/>
                <a:cs typeface="Calibri"/>
              </a:rPr>
              <a:t>accomplish</a:t>
            </a:r>
            <a:r>
              <a:rPr sz="3300" spc="700" dirty="0">
                <a:latin typeface="Calibri"/>
                <a:cs typeface="Calibri"/>
              </a:rPr>
              <a:t> </a:t>
            </a:r>
            <a:r>
              <a:rPr sz="3300" dirty="0">
                <a:latin typeface="Calibri"/>
                <a:cs typeface="Calibri"/>
              </a:rPr>
              <a:t>a</a:t>
            </a:r>
            <a:r>
              <a:rPr sz="3300" spc="695" dirty="0">
                <a:latin typeface="Calibri"/>
                <a:cs typeface="Calibri"/>
              </a:rPr>
              <a:t> </a:t>
            </a:r>
            <a:r>
              <a:rPr sz="3300" dirty="0">
                <a:latin typeface="Calibri"/>
                <a:cs typeface="Calibri"/>
              </a:rPr>
              <a:t>common</a:t>
            </a:r>
            <a:r>
              <a:rPr sz="3300" spc="710" dirty="0">
                <a:latin typeface="Calibri"/>
                <a:cs typeface="Calibri"/>
              </a:rPr>
              <a:t> </a:t>
            </a:r>
            <a:r>
              <a:rPr sz="3300" dirty="0">
                <a:latin typeface="Calibri"/>
                <a:cs typeface="Calibri"/>
              </a:rPr>
              <a:t>goal</a:t>
            </a:r>
            <a:r>
              <a:rPr sz="3300" spc="705" dirty="0">
                <a:latin typeface="Calibri"/>
                <a:cs typeface="Calibri"/>
              </a:rPr>
              <a:t> </a:t>
            </a:r>
            <a:r>
              <a:rPr sz="3300" dirty="0">
                <a:latin typeface="Calibri"/>
                <a:cs typeface="Calibri"/>
              </a:rPr>
              <a:t>over</a:t>
            </a:r>
            <a:r>
              <a:rPr sz="3300" spc="700" dirty="0">
                <a:latin typeface="Calibri"/>
                <a:cs typeface="Calibri"/>
              </a:rPr>
              <a:t> </a:t>
            </a:r>
            <a:r>
              <a:rPr sz="3300" dirty="0">
                <a:latin typeface="Calibri"/>
                <a:cs typeface="Calibri"/>
              </a:rPr>
              <a:t>an</a:t>
            </a:r>
            <a:r>
              <a:rPr sz="3300" spc="710" dirty="0">
                <a:latin typeface="Calibri"/>
                <a:cs typeface="Calibri"/>
              </a:rPr>
              <a:t> </a:t>
            </a:r>
            <a:r>
              <a:rPr sz="3300" dirty="0">
                <a:latin typeface="Calibri"/>
                <a:cs typeface="Calibri"/>
              </a:rPr>
              <a:t>extended</a:t>
            </a:r>
            <a:r>
              <a:rPr sz="3300" spc="705" dirty="0">
                <a:latin typeface="Calibri"/>
                <a:cs typeface="Calibri"/>
              </a:rPr>
              <a:t> </a:t>
            </a:r>
            <a:r>
              <a:rPr sz="3300" dirty="0">
                <a:latin typeface="Calibri"/>
                <a:cs typeface="Calibri"/>
              </a:rPr>
              <a:t>period</a:t>
            </a:r>
            <a:r>
              <a:rPr sz="3300" spc="700" dirty="0">
                <a:latin typeface="Calibri"/>
                <a:cs typeface="Calibri"/>
              </a:rPr>
              <a:t> </a:t>
            </a:r>
            <a:r>
              <a:rPr sz="3300" spc="-25" dirty="0">
                <a:latin typeface="Calibri"/>
                <a:cs typeface="Calibri"/>
              </a:rPr>
              <a:t>of 	</a:t>
            </a:r>
            <a:r>
              <a:rPr sz="3300" spc="-10" dirty="0">
                <a:latin typeface="Calibri"/>
                <a:cs typeface="Calibri"/>
              </a:rPr>
              <a:t>time.</a:t>
            </a:r>
            <a:endParaRPr sz="3300" dirty="0">
              <a:latin typeface="Calibri"/>
              <a:cs typeface="Calibri"/>
            </a:endParaRPr>
          </a:p>
          <a:p>
            <a:pPr marL="240029" indent="-227329">
              <a:lnSpc>
                <a:spcPct val="100000"/>
              </a:lnSpc>
              <a:spcBef>
                <a:spcPts val="2235"/>
              </a:spcBef>
              <a:buFont typeface="Arial MT"/>
              <a:buChar char="•"/>
              <a:tabLst>
                <a:tab pos="240029" algn="l"/>
              </a:tabLst>
            </a:pPr>
            <a:r>
              <a:rPr sz="3300" dirty="0">
                <a:solidFill>
                  <a:srgbClr val="262EA4"/>
                </a:solidFill>
                <a:latin typeface="Calibri"/>
                <a:cs typeface="Calibri"/>
              </a:rPr>
              <a:t>Each</a:t>
            </a:r>
            <a:r>
              <a:rPr sz="3300" spc="-60" dirty="0">
                <a:solidFill>
                  <a:srgbClr val="262EA4"/>
                </a:solidFill>
                <a:latin typeface="Calibri"/>
                <a:cs typeface="Calibri"/>
              </a:rPr>
              <a:t> </a:t>
            </a:r>
            <a:r>
              <a:rPr sz="3300" dirty="0">
                <a:solidFill>
                  <a:srgbClr val="262EA4"/>
                </a:solidFill>
                <a:latin typeface="Calibri"/>
                <a:cs typeface="Calibri"/>
              </a:rPr>
              <a:t>project</a:t>
            </a:r>
            <a:r>
              <a:rPr sz="3300" spc="-65" dirty="0">
                <a:solidFill>
                  <a:srgbClr val="262EA4"/>
                </a:solidFill>
                <a:latin typeface="Calibri"/>
                <a:cs typeface="Calibri"/>
              </a:rPr>
              <a:t> </a:t>
            </a:r>
            <a:r>
              <a:rPr sz="3300" dirty="0">
                <a:solidFill>
                  <a:srgbClr val="262EA4"/>
                </a:solidFill>
                <a:latin typeface="Calibri"/>
                <a:cs typeface="Calibri"/>
              </a:rPr>
              <a:t>within</a:t>
            </a:r>
            <a:r>
              <a:rPr sz="3300" spc="-55" dirty="0">
                <a:solidFill>
                  <a:srgbClr val="262EA4"/>
                </a:solidFill>
                <a:latin typeface="Calibri"/>
                <a:cs typeface="Calibri"/>
              </a:rPr>
              <a:t> </a:t>
            </a:r>
            <a:r>
              <a:rPr sz="3300" dirty="0">
                <a:solidFill>
                  <a:srgbClr val="262EA4"/>
                </a:solidFill>
                <a:latin typeface="Calibri"/>
                <a:cs typeface="Calibri"/>
              </a:rPr>
              <a:t>a</a:t>
            </a:r>
            <a:r>
              <a:rPr sz="3300" spc="-60" dirty="0">
                <a:solidFill>
                  <a:srgbClr val="262EA4"/>
                </a:solidFill>
                <a:latin typeface="Calibri"/>
                <a:cs typeface="Calibri"/>
              </a:rPr>
              <a:t> </a:t>
            </a:r>
            <a:r>
              <a:rPr sz="3300" spc="-10" dirty="0">
                <a:solidFill>
                  <a:srgbClr val="262EA4"/>
                </a:solidFill>
                <a:latin typeface="Calibri"/>
                <a:cs typeface="Calibri"/>
              </a:rPr>
              <a:t>program</a:t>
            </a:r>
            <a:r>
              <a:rPr sz="3300" spc="-60" dirty="0">
                <a:solidFill>
                  <a:srgbClr val="262EA4"/>
                </a:solidFill>
                <a:latin typeface="Calibri"/>
                <a:cs typeface="Calibri"/>
              </a:rPr>
              <a:t> </a:t>
            </a:r>
            <a:r>
              <a:rPr sz="3300" dirty="0">
                <a:solidFill>
                  <a:srgbClr val="262EA4"/>
                </a:solidFill>
                <a:latin typeface="Calibri"/>
                <a:cs typeface="Calibri"/>
              </a:rPr>
              <a:t>has</a:t>
            </a:r>
            <a:r>
              <a:rPr sz="3300" spc="-65" dirty="0">
                <a:solidFill>
                  <a:srgbClr val="262EA4"/>
                </a:solidFill>
                <a:latin typeface="Calibri"/>
                <a:cs typeface="Calibri"/>
              </a:rPr>
              <a:t> </a:t>
            </a:r>
            <a:r>
              <a:rPr sz="3300" dirty="0">
                <a:solidFill>
                  <a:srgbClr val="262EA4"/>
                </a:solidFill>
                <a:latin typeface="Calibri"/>
                <a:cs typeface="Calibri"/>
              </a:rPr>
              <a:t>a</a:t>
            </a:r>
            <a:r>
              <a:rPr sz="3300" spc="-65" dirty="0">
                <a:solidFill>
                  <a:srgbClr val="262EA4"/>
                </a:solidFill>
                <a:latin typeface="Calibri"/>
                <a:cs typeface="Calibri"/>
              </a:rPr>
              <a:t> </a:t>
            </a:r>
            <a:r>
              <a:rPr sz="3300" dirty="0">
                <a:solidFill>
                  <a:srgbClr val="262EA4"/>
                </a:solidFill>
                <a:latin typeface="Calibri"/>
                <a:cs typeface="Calibri"/>
              </a:rPr>
              <a:t>project</a:t>
            </a:r>
            <a:r>
              <a:rPr sz="3300" spc="-70" dirty="0">
                <a:solidFill>
                  <a:srgbClr val="262EA4"/>
                </a:solidFill>
                <a:latin typeface="Calibri"/>
                <a:cs typeface="Calibri"/>
              </a:rPr>
              <a:t> </a:t>
            </a:r>
            <a:r>
              <a:rPr sz="3300" spc="-10" dirty="0">
                <a:solidFill>
                  <a:srgbClr val="262EA4"/>
                </a:solidFill>
                <a:latin typeface="Calibri"/>
                <a:cs typeface="Calibri"/>
              </a:rPr>
              <a:t>manager.</a:t>
            </a:r>
            <a:endParaRPr sz="3300" dirty="0">
              <a:latin typeface="Calibri"/>
              <a:cs typeface="Calibri"/>
            </a:endParaRPr>
          </a:p>
          <a:p>
            <a:pPr marL="240029" indent="-227329">
              <a:lnSpc>
                <a:spcPct val="100000"/>
              </a:lnSpc>
              <a:spcBef>
                <a:spcPts val="2545"/>
              </a:spcBef>
              <a:buFont typeface="Arial MT"/>
              <a:buChar char="•"/>
              <a:tabLst>
                <a:tab pos="240029" algn="l"/>
              </a:tabLst>
            </a:pPr>
            <a:r>
              <a:rPr sz="3300" dirty="0">
                <a:latin typeface="Calibri"/>
                <a:cs typeface="Calibri"/>
              </a:rPr>
              <a:t>The</a:t>
            </a:r>
            <a:r>
              <a:rPr sz="3300" spc="-60" dirty="0">
                <a:latin typeface="Calibri"/>
                <a:cs typeface="Calibri"/>
              </a:rPr>
              <a:t> </a:t>
            </a:r>
            <a:r>
              <a:rPr sz="3300" dirty="0">
                <a:latin typeface="Calibri"/>
                <a:cs typeface="Calibri"/>
              </a:rPr>
              <a:t>major</a:t>
            </a:r>
            <a:r>
              <a:rPr sz="3300" spc="-40" dirty="0">
                <a:latin typeface="Calibri"/>
                <a:cs typeface="Calibri"/>
              </a:rPr>
              <a:t> </a:t>
            </a:r>
            <a:r>
              <a:rPr sz="3300" spc="-10" dirty="0">
                <a:latin typeface="Calibri"/>
                <a:cs typeface="Calibri"/>
              </a:rPr>
              <a:t>differences</a:t>
            </a:r>
            <a:r>
              <a:rPr sz="3300" spc="-55" dirty="0">
                <a:latin typeface="Calibri"/>
                <a:cs typeface="Calibri"/>
              </a:rPr>
              <a:t> </a:t>
            </a:r>
            <a:r>
              <a:rPr sz="3300" dirty="0">
                <a:latin typeface="Calibri"/>
                <a:cs typeface="Calibri"/>
              </a:rPr>
              <a:t>lie</a:t>
            </a:r>
            <a:r>
              <a:rPr sz="3300" spc="-55" dirty="0">
                <a:latin typeface="Calibri"/>
                <a:cs typeface="Calibri"/>
              </a:rPr>
              <a:t> </a:t>
            </a:r>
            <a:r>
              <a:rPr sz="3300" dirty="0">
                <a:latin typeface="Calibri"/>
                <a:cs typeface="Calibri"/>
              </a:rPr>
              <a:t>in</a:t>
            </a:r>
            <a:r>
              <a:rPr sz="3300" spc="-40" dirty="0">
                <a:latin typeface="Calibri"/>
                <a:cs typeface="Calibri"/>
              </a:rPr>
              <a:t> </a:t>
            </a:r>
            <a:r>
              <a:rPr sz="3300" dirty="0">
                <a:latin typeface="Calibri"/>
                <a:cs typeface="Calibri"/>
              </a:rPr>
              <a:t>scale</a:t>
            </a:r>
            <a:r>
              <a:rPr sz="3300" spc="-55" dirty="0">
                <a:latin typeface="Calibri"/>
                <a:cs typeface="Calibri"/>
              </a:rPr>
              <a:t> </a:t>
            </a:r>
            <a:r>
              <a:rPr sz="3300" dirty="0">
                <a:latin typeface="Calibri"/>
                <a:cs typeface="Calibri"/>
              </a:rPr>
              <a:t>and</a:t>
            </a:r>
            <a:r>
              <a:rPr sz="3300" spc="-40" dirty="0">
                <a:latin typeface="Calibri"/>
                <a:cs typeface="Calibri"/>
              </a:rPr>
              <a:t> </a:t>
            </a:r>
            <a:r>
              <a:rPr sz="3300" dirty="0">
                <a:latin typeface="Calibri"/>
                <a:cs typeface="Calibri"/>
              </a:rPr>
              <a:t>time</a:t>
            </a:r>
            <a:r>
              <a:rPr sz="3300" spc="-45" dirty="0">
                <a:latin typeface="Calibri"/>
                <a:cs typeface="Calibri"/>
              </a:rPr>
              <a:t> </a:t>
            </a:r>
            <a:r>
              <a:rPr sz="3300" spc="-20" dirty="0">
                <a:latin typeface="Calibri"/>
                <a:cs typeface="Calibri"/>
              </a:rPr>
              <a:t>span</a:t>
            </a:r>
            <a:endParaRPr sz="3300" dirty="0">
              <a:latin typeface="Calibri"/>
              <a:cs typeface="Calibri"/>
            </a:endParaRPr>
          </a:p>
          <a:p>
            <a:pPr marL="240029" marR="5080" indent="-227329" algn="just">
              <a:lnSpc>
                <a:spcPct val="78200"/>
              </a:lnSpc>
              <a:spcBef>
                <a:spcPts val="3500"/>
              </a:spcBef>
              <a:buFont typeface="Arial MT"/>
              <a:buChar char="•"/>
              <a:tabLst>
                <a:tab pos="241300" algn="l"/>
              </a:tabLst>
            </a:pPr>
            <a:r>
              <a:rPr sz="3300" b="1" dirty="0">
                <a:solidFill>
                  <a:srgbClr val="FF0000"/>
                </a:solidFill>
                <a:latin typeface="Calibri"/>
                <a:cs typeface="Calibri"/>
              </a:rPr>
              <a:t>Program</a:t>
            </a:r>
            <a:r>
              <a:rPr sz="3300" b="1" spc="229" dirty="0">
                <a:solidFill>
                  <a:srgbClr val="FF0000"/>
                </a:solidFill>
                <a:latin typeface="Calibri"/>
                <a:cs typeface="Calibri"/>
              </a:rPr>
              <a:t> </a:t>
            </a:r>
            <a:r>
              <a:rPr sz="3300" b="1" dirty="0">
                <a:solidFill>
                  <a:srgbClr val="FF0000"/>
                </a:solidFill>
                <a:latin typeface="Calibri"/>
                <a:cs typeface="Calibri"/>
              </a:rPr>
              <a:t>management</a:t>
            </a:r>
            <a:r>
              <a:rPr sz="3300" b="1" spc="235" dirty="0">
                <a:solidFill>
                  <a:srgbClr val="FF0000"/>
                </a:solidFill>
                <a:latin typeface="Calibri"/>
                <a:cs typeface="Calibri"/>
              </a:rPr>
              <a:t> </a:t>
            </a:r>
            <a:r>
              <a:rPr sz="3300" dirty="0">
                <a:solidFill>
                  <a:srgbClr val="262EA4"/>
                </a:solidFill>
                <a:latin typeface="Calibri"/>
                <a:cs typeface="Calibri"/>
              </a:rPr>
              <a:t>is</a:t>
            </a:r>
            <a:r>
              <a:rPr sz="3300" spc="229" dirty="0">
                <a:solidFill>
                  <a:srgbClr val="262EA4"/>
                </a:solidFill>
                <a:latin typeface="Calibri"/>
                <a:cs typeface="Calibri"/>
              </a:rPr>
              <a:t> </a:t>
            </a:r>
            <a:r>
              <a:rPr sz="3300" dirty="0">
                <a:solidFill>
                  <a:srgbClr val="262EA4"/>
                </a:solidFill>
                <a:latin typeface="Calibri"/>
                <a:cs typeface="Calibri"/>
              </a:rPr>
              <a:t>the</a:t>
            </a:r>
            <a:r>
              <a:rPr sz="3300" spc="229" dirty="0">
                <a:solidFill>
                  <a:srgbClr val="262EA4"/>
                </a:solidFill>
                <a:latin typeface="Calibri"/>
                <a:cs typeface="Calibri"/>
              </a:rPr>
              <a:t> </a:t>
            </a:r>
            <a:r>
              <a:rPr sz="3300" dirty="0">
                <a:solidFill>
                  <a:srgbClr val="262EA4"/>
                </a:solidFill>
                <a:latin typeface="Calibri"/>
                <a:cs typeface="Calibri"/>
              </a:rPr>
              <a:t>process</a:t>
            </a:r>
            <a:r>
              <a:rPr sz="3300" spc="225" dirty="0">
                <a:solidFill>
                  <a:srgbClr val="262EA4"/>
                </a:solidFill>
                <a:latin typeface="Calibri"/>
                <a:cs typeface="Calibri"/>
              </a:rPr>
              <a:t> </a:t>
            </a:r>
            <a:r>
              <a:rPr sz="3300" dirty="0">
                <a:solidFill>
                  <a:srgbClr val="262EA4"/>
                </a:solidFill>
                <a:latin typeface="Calibri"/>
                <a:cs typeface="Calibri"/>
              </a:rPr>
              <a:t>of</a:t>
            </a:r>
            <a:r>
              <a:rPr sz="3300" spc="240" dirty="0">
                <a:solidFill>
                  <a:srgbClr val="262EA4"/>
                </a:solidFill>
                <a:latin typeface="Calibri"/>
                <a:cs typeface="Calibri"/>
              </a:rPr>
              <a:t> </a:t>
            </a:r>
            <a:r>
              <a:rPr sz="3300" dirty="0">
                <a:solidFill>
                  <a:srgbClr val="262EA4"/>
                </a:solidFill>
                <a:latin typeface="Calibri"/>
                <a:cs typeface="Calibri"/>
              </a:rPr>
              <a:t>managing</a:t>
            </a:r>
            <a:r>
              <a:rPr sz="3300" spc="235" dirty="0">
                <a:solidFill>
                  <a:srgbClr val="262EA4"/>
                </a:solidFill>
                <a:latin typeface="Calibri"/>
                <a:cs typeface="Calibri"/>
              </a:rPr>
              <a:t> </a:t>
            </a:r>
            <a:r>
              <a:rPr sz="3300" dirty="0">
                <a:solidFill>
                  <a:srgbClr val="262EA4"/>
                </a:solidFill>
                <a:latin typeface="Calibri"/>
                <a:cs typeface="Calibri"/>
              </a:rPr>
              <a:t>a</a:t>
            </a:r>
            <a:r>
              <a:rPr sz="3300" spc="229" dirty="0">
                <a:solidFill>
                  <a:srgbClr val="262EA4"/>
                </a:solidFill>
                <a:latin typeface="Calibri"/>
                <a:cs typeface="Calibri"/>
              </a:rPr>
              <a:t> </a:t>
            </a:r>
            <a:r>
              <a:rPr sz="3300" spc="-10" dirty="0">
                <a:solidFill>
                  <a:srgbClr val="262EA4"/>
                </a:solidFill>
                <a:latin typeface="Calibri"/>
                <a:cs typeface="Calibri"/>
              </a:rPr>
              <a:t>group </a:t>
            </a:r>
            <a:r>
              <a:rPr sz="3300" dirty="0">
                <a:solidFill>
                  <a:srgbClr val="262EA4"/>
                </a:solidFill>
                <a:latin typeface="Calibri"/>
                <a:cs typeface="Calibri"/>
              </a:rPr>
              <a:t>of</a:t>
            </a:r>
            <a:r>
              <a:rPr sz="3300" spc="785" dirty="0">
                <a:solidFill>
                  <a:srgbClr val="262EA4"/>
                </a:solidFill>
                <a:latin typeface="Calibri"/>
                <a:cs typeface="Calibri"/>
              </a:rPr>
              <a:t>  </a:t>
            </a:r>
            <a:r>
              <a:rPr sz="3300" dirty="0">
                <a:solidFill>
                  <a:srgbClr val="262EA4"/>
                </a:solidFill>
                <a:latin typeface="Calibri"/>
                <a:cs typeface="Calibri"/>
              </a:rPr>
              <a:t>ongoing,</a:t>
            </a:r>
            <a:r>
              <a:rPr lang="en-US" sz="3300" spc="785" dirty="0">
                <a:solidFill>
                  <a:srgbClr val="262EA4"/>
                </a:solidFill>
                <a:latin typeface="Calibri"/>
                <a:cs typeface="Calibri"/>
              </a:rPr>
              <a:t> </a:t>
            </a:r>
            <a:r>
              <a:rPr sz="3300" dirty="0">
                <a:solidFill>
                  <a:srgbClr val="262EA4"/>
                </a:solidFill>
                <a:latin typeface="Calibri"/>
                <a:cs typeface="Calibri"/>
              </a:rPr>
              <a:t>interdependent,</a:t>
            </a:r>
            <a:r>
              <a:rPr lang="en-US" sz="3300" spc="790" dirty="0">
                <a:solidFill>
                  <a:srgbClr val="262EA4"/>
                </a:solidFill>
                <a:latin typeface="Calibri"/>
                <a:cs typeface="Calibri"/>
              </a:rPr>
              <a:t> </a:t>
            </a:r>
            <a:r>
              <a:rPr sz="3300" dirty="0">
                <a:solidFill>
                  <a:srgbClr val="262EA4"/>
                </a:solidFill>
                <a:latin typeface="Calibri"/>
                <a:cs typeface="Calibri"/>
              </a:rPr>
              <a:t>related</a:t>
            </a:r>
            <a:r>
              <a:rPr sz="3300" spc="785" dirty="0">
                <a:solidFill>
                  <a:srgbClr val="262EA4"/>
                </a:solidFill>
                <a:latin typeface="Calibri"/>
                <a:cs typeface="Calibri"/>
              </a:rPr>
              <a:t>  </a:t>
            </a:r>
            <a:r>
              <a:rPr sz="3300" dirty="0">
                <a:solidFill>
                  <a:srgbClr val="262EA4"/>
                </a:solidFill>
                <a:latin typeface="Calibri"/>
                <a:cs typeface="Calibri"/>
              </a:rPr>
              <a:t>projects</a:t>
            </a:r>
            <a:r>
              <a:rPr sz="3300" spc="780" dirty="0">
                <a:solidFill>
                  <a:srgbClr val="262EA4"/>
                </a:solidFill>
                <a:latin typeface="Calibri"/>
                <a:cs typeface="Calibri"/>
              </a:rPr>
              <a:t>  </a:t>
            </a:r>
            <a:r>
              <a:rPr sz="3300" dirty="0">
                <a:solidFill>
                  <a:srgbClr val="262EA4"/>
                </a:solidFill>
                <a:latin typeface="Calibri"/>
                <a:cs typeface="Calibri"/>
              </a:rPr>
              <a:t>in</a:t>
            </a:r>
            <a:r>
              <a:rPr sz="3300" spc="790" dirty="0">
                <a:solidFill>
                  <a:srgbClr val="262EA4"/>
                </a:solidFill>
                <a:latin typeface="Calibri"/>
                <a:cs typeface="Calibri"/>
              </a:rPr>
              <a:t>  </a:t>
            </a:r>
            <a:r>
              <a:rPr sz="3300" spc="-50" dirty="0">
                <a:solidFill>
                  <a:srgbClr val="262EA4"/>
                </a:solidFill>
                <a:latin typeface="Calibri"/>
                <a:cs typeface="Calibri"/>
              </a:rPr>
              <a:t>a</a:t>
            </a:r>
            <a:r>
              <a:rPr lang="en-US" sz="3300" spc="-50" dirty="0">
                <a:solidFill>
                  <a:srgbClr val="262EA4"/>
                </a:solidFill>
                <a:latin typeface="Calibri"/>
                <a:cs typeface="Calibri"/>
              </a:rPr>
              <a:t> </a:t>
            </a:r>
            <a:r>
              <a:rPr lang="en-US" sz="3300" spc="-10" dirty="0">
                <a:solidFill>
                  <a:srgbClr val="262EA4"/>
                </a:solidFill>
                <a:latin typeface="Calibri"/>
                <a:cs typeface="Calibri"/>
              </a:rPr>
              <a:t>coordinated</a:t>
            </a:r>
            <a:r>
              <a:rPr lang="en-US" sz="3300" dirty="0">
                <a:solidFill>
                  <a:srgbClr val="262EA4"/>
                </a:solidFill>
                <a:latin typeface="Calibri"/>
                <a:cs typeface="Calibri"/>
              </a:rPr>
              <a:t>	</a:t>
            </a:r>
            <a:r>
              <a:rPr lang="en-US" sz="3300" spc="-25" dirty="0">
                <a:solidFill>
                  <a:srgbClr val="262EA4"/>
                </a:solidFill>
                <a:latin typeface="Calibri"/>
                <a:cs typeface="Calibri"/>
              </a:rPr>
              <a:t>way to </a:t>
            </a:r>
            <a:r>
              <a:rPr lang="en-US" sz="3300" spc="-10" dirty="0">
                <a:solidFill>
                  <a:srgbClr val="262EA4"/>
                </a:solidFill>
                <a:latin typeface="Calibri"/>
                <a:cs typeface="Calibri"/>
              </a:rPr>
              <a:t>achieve</a:t>
            </a:r>
            <a:r>
              <a:rPr lang="en-US" sz="3300" dirty="0">
                <a:solidFill>
                  <a:srgbClr val="262EA4"/>
                </a:solidFill>
                <a:latin typeface="Calibri"/>
                <a:cs typeface="Calibri"/>
              </a:rPr>
              <a:t>	</a:t>
            </a:r>
            <a:r>
              <a:rPr lang="en-US" sz="3300" spc="-10" dirty="0">
                <a:solidFill>
                  <a:srgbClr val="262EA4"/>
                </a:solidFill>
                <a:latin typeface="Calibri"/>
                <a:cs typeface="Calibri"/>
              </a:rPr>
              <a:t>strategic</a:t>
            </a:r>
            <a:r>
              <a:rPr lang="en-US" sz="3300" dirty="0">
                <a:solidFill>
                  <a:srgbClr val="262EA4"/>
                </a:solidFill>
                <a:latin typeface="Calibri"/>
                <a:cs typeface="Calibri"/>
              </a:rPr>
              <a:t>	</a:t>
            </a:r>
            <a:r>
              <a:rPr lang="en-US" sz="3300" spc="-10" dirty="0">
                <a:solidFill>
                  <a:srgbClr val="262EA4"/>
                </a:solidFill>
                <a:latin typeface="Calibri"/>
                <a:cs typeface="Calibri"/>
              </a:rPr>
              <a:t>objectives</a:t>
            </a:r>
            <a:r>
              <a:rPr lang="en-US" sz="3300" dirty="0">
                <a:solidFill>
                  <a:srgbClr val="262EA4"/>
                </a:solidFill>
                <a:latin typeface="Calibri"/>
                <a:cs typeface="Calibri"/>
              </a:rPr>
              <a:t>	</a:t>
            </a:r>
            <a:r>
              <a:rPr lang="en-US" sz="3300" spc="-25" dirty="0">
                <a:solidFill>
                  <a:srgbClr val="262EA4"/>
                </a:solidFill>
                <a:latin typeface="Calibri"/>
                <a:cs typeface="Calibri"/>
              </a:rPr>
              <a:t>for</a:t>
            </a:r>
            <a:r>
              <a:rPr lang="en-US" sz="3300" dirty="0">
                <a:solidFill>
                  <a:srgbClr val="262EA4"/>
                </a:solidFill>
                <a:latin typeface="Calibri"/>
                <a:cs typeface="Calibri"/>
              </a:rPr>
              <a:t>	</a:t>
            </a:r>
            <a:r>
              <a:rPr lang="en-US" sz="3300" spc="-25" dirty="0">
                <a:solidFill>
                  <a:srgbClr val="262EA4"/>
                </a:solidFill>
                <a:latin typeface="Calibri"/>
                <a:cs typeface="Calibri"/>
              </a:rPr>
              <a:t>the </a:t>
            </a:r>
            <a:r>
              <a:rPr lang="en-US" sz="3300" spc="-10" dirty="0">
                <a:solidFill>
                  <a:srgbClr val="262EA4"/>
                </a:solidFill>
                <a:latin typeface="Calibri"/>
                <a:cs typeface="Calibri"/>
              </a:rPr>
              <a:t>organization</a:t>
            </a:r>
            <a:r>
              <a:rPr lang="en-US" sz="3300" spc="-65" dirty="0">
                <a:solidFill>
                  <a:srgbClr val="262EA4"/>
                </a:solidFill>
                <a:latin typeface="Calibri"/>
                <a:cs typeface="Calibri"/>
              </a:rPr>
              <a:t> </a:t>
            </a:r>
            <a:r>
              <a:rPr lang="en-US" sz="3300" dirty="0">
                <a:solidFill>
                  <a:srgbClr val="262EA4"/>
                </a:solidFill>
                <a:latin typeface="Calibri"/>
                <a:cs typeface="Calibri"/>
              </a:rPr>
              <a:t>or</a:t>
            </a:r>
            <a:r>
              <a:rPr lang="en-US" sz="3300" spc="-60" dirty="0">
                <a:solidFill>
                  <a:srgbClr val="262EA4"/>
                </a:solidFill>
                <a:latin typeface="Calibri"/>
                <a:cs typeface="Calibri"/>
              </a:rPr>
              <a:t> </a:t>
            </a:r>
            <a:r>
              <a:rPr lang="en-US" sz="3300" dirty="0">
                <a:solidFill>
                  <a:srgbClr val="262EA4"/>
                </a:solidFill>
                <a:latin typeface="Calibri"/>
                <a:cs typeface="Calibri"/>
              </a:rPr>
              <a:t>the</a:t>
            </a:r>
            <a:r>
              <a:rPr lang="en-US" sz="3300" spc="-65" dirty="0">
                <a:solidFill>
                  <a:srgbClr val="262EA4"/>
                </a:solidFill>
                <a:latin typeface="Calibri"/>
                <a:cs typeface="Calibri"/>
              </a:rPr>
              <a:t> </a:t>
            </a:r>
            <a:r>
              <a:rPr lang="en-US" sz="3300" spc="-10" dirty="0">
                <a:solidFill>
                  <a:srgbClr val="262EA4"/>
                </a:solidFill>
                <a:latin typeface="Calibri"/>
                <a:cs typeface="Calibri"/>
              </a:rPr>
              <a:t>company.</a:t>
            </a:r>
            <a:endParaRPr lang="en-US" sz="3300" dirty="0">
              <a:latin typeface="Calibri"/>
              <a:cs typeface="Calibri"/>
            </a:endParaRPr>
          </a:p>
          <a:p>
            <a:pPr marL="240029" marR="5080" indent="-227329" algn="just">
              <a:lnSpc>
                <a:spcPct val="78200"/>
              </a:lnSpc>
              <a:spcBef>
                <a:spcPts val="3500"/>
              </a:spcBef>
              <a:buFont typeface="Arial MT"/>
              <a:buChar char="•"/>
              <a:tabLst>
                <a:tab pos="241300" algn="l"/>
              </a:tabLst>
            </a:pPr>
            <a:endParaRPr sz="3300" dirty="0">
              <a:latin typeface="Calibri"/>
              <a:cs typeface="Calibri"/>
            </a:endParaRPr>
          </a:p>
        </p:txBody>
      </p:sp>
      <p:sp>
        <p:nvSpPr>
          <p:cNvPr id="5" name="object 5"/>
          <p:cNvSpPr txBox="1"/>
          <p:nvPr/>
        </p:nvSpPr>
        <p:spPr>
          <a:xfrm>
            <a:off x="11739204" y="6421628"/>
            <a:ext cx="180975" cy="208279"/>
          </a:xfrm>
          <a:prstGeom prst="rect">
            <a:avLst/>
          </a:prstGeom>
        </p:spPr>
        <p:txBody>
          <a:bodyPr vert="horz" wrap="square" lIns="0" tIns="12700" rIns="0" bIns="0" rtlCol="0">
            <a:spAutoFit/>
          </a:bodyPr>
          <a:lstStyle/>
          <a:p>
            <a:pPr marL="12700">
              <a:lnSpc>
                <a:spcPct val="100000"/>
              </a:lnSpc>
              <a:spcBef>
                <a:spcPts val="100"/>
              </a:spcBef>
            </a:pPr>
            <a:r>
              <a:rPr sz="1200" b="1" spc="-25" dirty="0">
                <a:solidFill>
                  <a:srgbClr val="898989"/>
                </a:solidFill>
                <a:latin typeface="Calibri"/>
                <a:cs typeface="Calibri"/>
              </a:rPr>
              <a:t>13</a:t>
            </a:r>
            <a:endParaRPr sz="1200">
              <a:latin typeface="Calibri"/>
              <a:cs typeface="Calibri"/>
            </a:endParaRPr>
          </a:p>
        </p:txBody>
      </p:sp>
      <p:pic>
        <p:nvPicPr>
          <p:cNvPr id="4" name="Picture 2">
            <a:extLst>
              <a:ext uri="{FF2B5EF4-FFF2-40B4-BE49-F238E27FC236}">
                <a16:creationId xmlns:a16="http://schemas.microsoft.com/office/drawing/2014/main" id="{340C6F10-BF40-99A0-A519-3486175EB79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63150" y="0"/>
            <a:ext cx="2228850" cy="12382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8BB42-F250-4537-B730-80E9A2E66440}"/>
              </a:ext>
            </a:extLst>
          </p:cNvPr>
          <p:cNvSpPr>
            <a:spLocks noGrp="1"/>
          </p:cNvSpPr>
          <p:nvPr>
            <p:ph type="title"/>
          </p:nvPr>
        </p:nvSpPr>
        <p:spPr>
          <a:xfrm>
            <a:off x="415620" y="615856"/>
            <a:ext cx="11648440" cy="1323439"/>
          </a:xfrm>
        </p:spPr>
        <p:txBody>
          <a:bodyPr/>
          <a:lstStyle/>
          <a:p>
            <a:r>
              <a:rPr lang="en-US" b="1" u="sng" spc="80" dirty="0">
                <a:solidFill>
                  <a:srgbClr val="FF0000"/>
                </a:solidFill>
              </a:rPr>
              <a:t>What is a </a:t>
            </a:r>
            <a:r>
              <a:rPr lang="en-US" b="1" u="sng" spc="80" dirty="0" err="1">
                <a:solidFill>
                  <a:srgbClr val="FF0000"/>
                </a:solidFill>
              </a:rPr>
              <a:t>Proqram</a:t>
            </a:r>
            <a:r>
              <a:rPr lang="en-US" b="1" u="sng" spc="80" dirty="0">
                <a:solidFill>
                  <a:srgbClr val="FF0000"/>
                </a:solidFill>
              </a:rPr>
              <a:t> versus Project?</a:t>
            </a:r>
            <a:br>
              <a:rPr lang="en-US" b="1" u="sng" spc="80" dirty="0">
                <a:solidFill>
                  <a:srgbClr val="FF0000"/>
                </a:solidFill>
              </a:rPr>
            </a:br>
            <a:endParaRPr lang="en-US" b="1" u="sng" spc="80" dirty="0">
              <a:solidFill>
                <a:srgbClr val="FF0000"/>
              </a:solidFill>
            </a:endParaRPr>
          </a:p>
        </p:txBody>
      </p:sp>
      <p:sp>
        <p:nvSpPr>
          <p:cNvPr id="3" name="Text Placeholder 2">
            <a:extLst>
              <a:ext uri="{FF2B5EF4-FFF2-40B4-BE49-F238E27FC236}">
                <a16:creationId xmlns:a16="http://schemas.microsoft.com/office/drawing/2014/main" id="{E46A6C73-7444-4642-A25D-1C3198DDD807}"/>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78F968CC-BAAD-4F9F-83CB-91A41EC80284}"/>
              </a:ext>
            </a:extLst>
          </p:cNvPr>
          <p:cNvPicPr>
            <a:picLocks noChangeAspect="1"/>
          </p:cNvPicPr>
          <p:nvPr/>
        </p:nvPicPr>
        <p:blipFill>
          <a:blip r:embed="rId3"/>
          <a:stretch>
            <a:fillRect/>
          </a:stretch>
        </p:blipFill>
        <p:spPr>
          <a:xfrm>
            <a:off x="1257299" y="1557165"/>
            <a:ext cx="9677400" cy="5300835"/>
          </a:xfrm>
          <a:prstGeom prst="rect">
            <a:avLst/>
          </a:prstGeom>
        </p:spPr>
      </p:pic>
      <p:pic>
        <p:nvPicPr>
          <p:cNvPr id="4" name="Picture 2">
            <a:extLst>
              <a:ext uri="{FF2B5EF4-FFF2-40B4-BE49-F238E27FC236}">
                <a16:creationId xmlns:a16="http://schemas.microsoft.com/office/drawing/2014/main" id="{7C26286C-4B14-6198-5FAD-CF33CBAEA5F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963150" y="0"/>
            <a:ext cx="2228850" cy="1238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41732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DDE8C-80EB-40AA-9692-B4D3C506AFCE}"/>
              </a:ext>
            </a:extLst>
          </p:cNvPr>
          <p:cNvSpPr>
            <a:spLocks noGrp="1"/>
          </p:cNvSpPr>
          <p:nvPr>
            <p:ph type="title"/>
          </p:nvPr>
        </p:nvSpPr>
        <p:spPr>
          <a:xfrm>
            <a:off x="415620" y="615856"/>
            <a:ext cx="11648440" cy="1338828"/>
          </a:xfrm>
        </p:spPr>
        <p:txBody>
          <a:bodyPr/>
          <a:lstStyle/>
          <a:p>
            <a:r>
              <a:rPr lang="en-US" b="1" u="sng" spc="80" dirty="0">
                <a:solidFill>
                  <a:srgbClr val="FF0000"/>
                </a:solidFill>
              </a:rPr>
              <a:t>What is a </a:t>
            </a:r>
            <a:r>
              <a:rPr lang="en-US" b="1" u="sng" spc="80" dirty="0" err="1">
                <a:solidFill>
                  <a:srgbClr val="FF0000"/>
                </a:solidFill>
              </a:rPr>
              <a:t>Proqram</a:t>
            </a:r>
            <a:r>
              <a:rPr lang="en-US" b="1" u="sng" spc="80" dirty="0">
                <a:solidFill>
                  <a:srgbClr val="FF0000"/>
                </a:solidFill>
              </a:rPr>
              <a:t> versus Project?</a:t>
            </a:r>
            <a:br>
              <a:rPr lang="en-US" b="1" u="sng" spc="80" dirty="0">
                <a:solidFill>
                  <a:srgbClr val="FF0000"/>
                </a:solidFill>
              </a:rPr>
            </a:br>
            <a:endParaRPr lang="en-US" b="1" u="sng" spc="80" dirty="0">
              <a:solidFill>
                <a:srgbClr val="FF0000"/>
              </a:solidFill>
            </a:endParaRPr>
          </a:p>
        </p:txBody>
      </p:sp>
      <p:sp>
        <p:nvSpPr>
          <p:cNvPr id="3" name="Text Placeholder 2">
            <a:extLst>
              <a:ext uri="{FF2B5EF4-FFF2-40B4-BE49-F238E27FC236}">
                <a16:creationId xmlns:a16="http://schemas.microsoft.com/office/drawing/2014/main" id="{FA62D1AB-31EF-42FC-98B0-99E582013F42}"/>
              </a:ext>
            </a:extLst>
          </p:cNvPr>
          <p:cNvSpPr>
            <a:spLocks noGrp="1"/>
          </p:cNvSpPr>
          <p:nvPr>
            <p:ph type="body" idx="1"/>
          </p:nvPr>
        </p:nvSpPr>
        <p:spPr>
          <a:xfrm>
            <a:off x="141795" y="2209800"/>
            <a:ext cx="12344400" cy="1426031"/>
          </a:xfrm>
        </p:spPr>
        <p:txBody>
          <a:bodyPr/>
          <a:lstStyle/>
          <a:p>
            <a:pPr marL="317500" marR="923290" indent="-304800">
              <a:lnSpc>
                <a:spcPct val="100400"/>
              </a:lnSpc>
              <a:spcBef>
                <a:spcPts val="1260"/>
              </a:spcBef>
              <a:buClr>
                <a:srgbClr val="C80003"/>
              </a:buClr>
              <a:buChar char="•"/>
              <a:tabLst>
                <a:tab pos="321310" algn="l"/>
              </a:tabLst>
            </a:pPr>
            <a:r>
              <a:rPr lang="en-US" sz="2800" u="dbl" spc="80" dirty="0" err="1">
                <a:solidFill>
                  <a:srgbClr val="C10000"/>
                </a:solidFill>
                <a:uFill>
                  <a:solidFill>
                    <a:srgbClr val="4B642F"/>
                  </a:solidFill>
                </a:uFill>
                <a:latin typeface="Arial MT"/>
                <a:cs typeface="Arial MT"/>
              </a:rPr>
              <a:t>Proiect</a:t>
            </a:r>
            <a:r>
              <a:rPr lang="en-US" sz="2800" u="dbl" spc="80" dirty="0">
                <a:solidFill>
                  <a:srgbClr val="C10000"/>
                </a:solidFill>
                <a:uFill>
                  <a:solidFill>
                    <a:srgbClr val="4B642F"/>
                  </a:solidFill>
                </a:uFill>
                <a:latin typeface="Arial MT"/>
                <a:cs typeface="Arial MT"/>
              </a:rPr>
              <a:t>:</a:t>
            </a:r>
            <a:r>
              <a:rPr lang="en-US" sz="2800" spc="125" dirty="0">
                <a:solidFill>
                  <a:srgbClr val="C10000"/>
                </a:solidFill>
                <a:latin typeface="Arial MT"/>
                <a:cs typeface="Arial MT"/>
              </a:rPr>
              <a:t> </a:t>
            </a:r>
            <a:r>
              <a:rPr lang="en-US" sz="2800" u="heavy" spc="90" dirty="0">
                <a:solidFill>
                  <a:srgbClr val="00B152"/>
                </a:solidFill>
                <a:uFill>
                  <a:solidFill>
                    <a:srgbClr val="4B642F"/>
                  </a:solidFill>
                </a:uFill>
                <a:latin typeface="Arial MT"/>
                <a:cs typeface="Arial MT"/>
              </a:rPr>
              <a:t>completion</a:t>
            </a:r>
            <a:r>
              <a:rPr lang="en-US" sz="2800" spc="175" dirty="0">
                <a:solidFill>
                  <a:srgbClr val="00B152"/>
                </a:solidFill>
                <a:latin typeface="Arial MT"/>
                <a:cs typeface="Arial MT"/>
              </a:rPr>
              <a:t> </a:t>
            </a:r>
            <a:r>
              <a:rPr lang="en-US" sz="2800" dirty="0">
                <a:latin typeface="Arial MT"/>
                <a:cs typeface="Arial MT"/>
              </a:rPr>
              <a:t>of</a:t>
            </a:r>
            <a:r>
              <a:rPr lang="en-US" sz="2800" spc="15" dirty="0">
                <a:latin typeface="Arial MT"/>
                <a:cs typeface="Arial MT"/>
              </a:rPr>
              <a:t> </a:t>
            </a:r>
            <a:r>
              <a:rPr lang="en-US" sz="2800" dirty="0">
                <a:latin typeface="Arial MT"/>
                <a:cs typeface="Arial MT"/>
              </a:rPr>
              <a:t>all</a:t>
            </a:r>
            <a:r>
              <a:rPr lang="en-US" sz="2800" spc="15" dirty="0">
                <a:latin typeface="Arial MT"/>
                <a:cs typeface="Arial MT"/>
              </a:rPr>
              <a:t> </a:t>
            </a:r>
            <a:r>
              <a:rPr lang="en-US" sz="2800" dirty="0">
                <a:latin typeface="Arial MT"/>
                <a:cs typeface="Arial MT"/>
              </a:rPr>
              <a:t>required</a:t>
            </a:r>
            <a:r>
              <a:rPr lang="en-US" sz="2800" spc="180" dirty="0">
                <a:latin typeface="Arial MT"/>
                <a:cs typeface="Arial MT"/>
              </a:rPr>
              <a:t> </a:t>
            </a:r>
            <a:r>
              <a:rPr lang="en-US" sz="2800" spc="60" dirty="0">
                <a:solidFill>
                  <a:srgbClr val="0103BA"/>
                </a:solidFill>
                <a:latin typeface="Arial MT"/>
                <a:cs typeface="Arial MT"/>
              </a:rPr>
              <a:t>stages</a:t>
            </a:r>
            <a:r>
              <a:rPr lang="en-US" sz="2800" spc="125" dirty="0">
                <a:solidFill>
                  <a:srgbClr val="0103BA"/>
                </a:solidFill>
                <a:latin typeface="Arial MT"/>
                <a:cs typeface="Arial MT"/>
              </a:rPr>
              <a:t> </a:t>
            </a:r>
            <a:r>
              <a:rPr lang="en-US" sz="2800" u="heavy" spc="55" dirty="0">
                <a:solidFill>
                  <a:srgbClr val="00B14F"/>
                </a:solidFill>
                <a:uFill>
                  <a:solidFill>
                    <a:srgbClr val="03AC4F"/>
                  </a:solidFill>
                </a:uFill>
                <a:latin typeface="Arial MT"/>
                <a:cs typeface="Arial MT"/>
              </a:rPr>
              <a:t>in</a:t>
            </a:r>
            <a:r>
              <a:rPr lang="en-US" sz="2800" spc="120" dirty="0">
                <a:solidFill>
                  <a:srgbClr val="00B14F"/>
                </a:solidFill>
                <a:latin typeface="Arial MT"/>
                <a:cs typeface="Arial MT"/>
              </a:rPr>
              <a:t> </a:t>
            </a:r>
            <a:r>
              <a:rPr lang="en-US" sz="2800" dirty="0">
                <a:latin typeface="Arial MT"/>
                <a:cs typeface="Arial MT"/>
              </a:rPr>
              <a:t>a</a:t>
            </a:r>
            <a:r>
              <a:rPr lang="en-US" sz="2800" spc="25" dirty="0">
                <a:latin typeface="Arial MT"/>
                <a:cs typeface="Arial MT"/>
              </a:rPr>
              <a:t> </a:t>
            </a:r>
            <a:r>
              <a:rPr lang="en-US" sz="2800" spc="-10" dirty="0">
                <a:latin typeface="Arial MT"/>
                <a:cs typeface="Arial MT"/>
              </a:rPr>
              <a:t>certain 	</a:t>
            </a:r>
            <a:r>
              <a:rPr lang="en-US" sz="2800" spc="75" dirty="0">
                <a:solidFill>
                  <a:srgbClr val="0000CD"/>
                </a:solidFill>
                <a:latin typeface="Arial MT"/>
                <a:cs typeface="Arial MT"/>
              </a:rPr>
              <a:t>project.</a:t>
            </a:r>
            <a:endParaRPr lang="en-US" sz="2800" dirty="0">
              <a:latin typeface="Arial MT"/>
              <a:cs typeface="Arial MT"/>
            </a:endParaRPr>
          </a:p>
          <a:p>
            <a:pPr marL="317500" marR="464184" indent="-304800">
              <a:lnSpc>
                <a:spcPts val="2990"/>
              </a:lnSpc>
              <a:spcBef>
                <a:spcPts val="1375"/>
              </a:spcBef>
              <a:buClr>
                <a:srgbClr val="BC0100"/>
              </a:buClr>
              <a:buChar char="•"/>
              <a:tabLst>
                <a:tab pos="321310" algn="l"/>
              </a:tabLst>
            </a:pPr>
            <a:r>
              <a:rPr lang="en-US" sz="2800" u="heavy" spc="70" dirty="0" err="1">
                <a:solidFill>
                  <a:srgbClr val="C30001"/>
                </a:solidFill>
                <a:uFill>
                  <a:solidFill>
                    <a:srgbClr val="575B2B"/>
                  </a:solidFill>
                </a:uFill>
                <a:latin typeface="Arial MT"/>
                <a:cs typeface="Arial MT"/>
              </a:rPr>
              <a:t>Proqram</a:t>
            </a:r>
            <a:r>
              <a:rPr lang="en-US" sz="2800" u="heavy" spc="70" dirty="0">
                <a:solidFill>
                  <a:srgbClr val="C30001"/>
                </a:solidFill>
                <a:uFill>
                  <a:solidFill>
                    <a:srgbClr val="575B2B"/>
                  </a:solidFill>
                </a:uFill>
                <a:latin typeface="Arial MT"/>
                <a:cs typeface="Arial MT"/>
              </a:rPr>
              <a:t>:</a:t>
            </a:r>
            <a:r>
              <a:rPr lang="en-US" sz="2800" spc="180" dirty="0">
                <a:solidFill>
                  <a:srgbClr val="C30001"/>
                </a:solidFill>
                <a:latin typeface="Arial MT"/>
                <a:cs typeface="Arial MT"/>
              </a:rPr>
              <a:t> </a:t>
            </a:r>
            <a:r>
              <a:rPr lang="en-US" sz="2800" u="heavy" spc="90" dirty="0">
                <a:solidFill>
                  <a:srgbClr val="08AA4D"/>
                </a:solidFill>
                <a:uFill>
                  <a:solidFill>
                    <a:srgbClr val="575B2B"/>
                  </a:solidFill>
                </a:uFill>
                <a:latin typeface="Arial MT"/>
                <a:cs typeface="Arial MT"/>
              </a:rPr>
              <a:t>completion</a:t>
            </a:r>
            <a:r>
              <a:rPr lang="en-US" sz="2800" spc="195" dirty="0">
                <a:solidFill>
                  <a:srgbClr val="08AA4D"/>
                </a:solidFill>
                <a:latin typeface="Arial MT"/>
                <a:cs typeface="Arial MT"/>
              </a:rPr>
              <a:t> </a:t>
            </a:r>
            <a:r>
              <a:rPr lang="en-US" sz="2800" dirty="0">
                <a:latin typeface="Arial MT"/>
                <a:cs typeface="Arial MT"/>
              </a:rPr>
              <a:t>of</a:t>
            </a:r>
            <a:r>
              <a:rPr lang="en-US" sz="2800" spc="35" dirty="0">
                <a:latin typeface="Arial MT"/>
                <a:cs typeface="Arial MT"/>
              </a:rPr>
              <a:t> </a:t>
            </a:r>
            <a:r>
              <a:rPr lang="en-US" sz="2800" dirty="0">
                <a:latin typeface="Arial MT"/>
                <a:cs typeface="Arial MT"/>
              </a:rPr>
              <a:t>all</a:t>
            </a:r>
            <a:r>
              <a:rPr lang="en-US" sz="2800" spc="40" dirty="0">
                <a:latin typeface="Arial MT"/>
                <a:cs typeface="Arial MT"/>
              </a:rPr>
              <a:t> </a:t>
            </a:r>
            <a:r>
              <a:rPr lang="en-US" sz="2800" dirty="0">
                <a:latin typeface="Arial MT"/>
                <a:cs typeface="Arial MT"/>
              </a:rPr>
              <a:t>required</a:t>
            </a:r>
            <a:r>
              <a:rPr lang="en-US" sz="2800" spc="165" dirty="0">
                <a:latin typeface="Arial MT"/>
                <a:cs typeface="Arial MT"/>
              </a:rPr>
              <a:t> </a:t>
            </a:r>
            <a:r>
              <a:rPr lang="en-US" sz="2800" spc="95" dirty="0">
                <a:solidFill>
                  <a:srgbClr val="0003CF"/>
                </a:solidFill>
                <a:latin typeface="Arial MT"/>
                <a:cs typeface="Arial MT"/>
              </a:rPr>
              <a:t>projects</a:t>
            </a:r>
            <a:r>
              <a:rPr lang="en-US" sz="2800" spc="125" dirty="0">
                <a:solidFill>
                  <a:srgbClr val="0003CF"/>
                </a:solidFill>
                <a:latin typeface="Arial MT"/>
                <a:cs typeface="Arial MT"/>
              </a:rPr>
              <a:t> </a:t>
            </a:r>
            <a:r>
              <a:rPr lang="en-US" sz="2800" u="heavy" spc="90" dirty="0">
                <a:solidFill>
                  <a:srgbClr val="0CAA4B"/>
                </a:solidFill>
                <a:uFill>
                  <a:solidFill>
                    <a:srgbClr val="08A84F"/>
                  </a:solidFill>
                </a:uFill>
                <a:latin typeface="Arial MT"/>
                <a:cs typeface="Arial MT"/>
              </a:rPr>
              <a:t>in</a:t>
            </a:r>
            <a:r>
              <a:rPr lang="en-US" sz="2800" spc="45" dirty="0">
                <a:solidFill>
                  <a:srgbClr val="0CAA4B"/>
                </a:solidFill>
                <a:latin typeface="Arial MT"/>
                <a:cs typeface="Arial MT"/>
              </a:rPr>
              <a:t> </a:t>
            </a:r>
            <a:r>
              <a:rPr lang="en-US" sz="2800" dirty="0">
                <a:latin typeface="Arial MT"/>
                <a:cs typeface="Arial MT"/>
              </a:rPr>
              <a:t>a </a:t>
            </a:r>
            <a:r>
              <a:rPr lang="en-US" sz="2800" spc="-10" dirty="0">
                <a:latin typeface="Arial MT"/>
                <a:cs typeface="Arial MT"/>
              </a:rPr>
              <a:t>certain </a:t>
            </a:r>
            <a:r>
              <a:rPr lang="en-US" sz="2800" spc="60" dirty="0">
                <a:latin typeface="Arial MT"/>
                <a:cs typeface="Arial MT"/>
              </a:rPr>
              <a:t>program.</a:t>
            </a:r>
            <a:endParaRPr lang="en-US" dirty="0"/>
          </a:p>
          <a:p>
            <a:endParaRPr lang="en-US" dirty="0"/>
          </a:p>
        </p:txBody>
      </p:sp>
      <p:pic>
        <p:nvPicPr>
          <p:cNvPr id="4" name="Picture 2">
            <a:extLst>
              <a:ext uri="{FF2B5EF4-FFF2-40B4-BE49-F238E27FC236}">
                <a16:creationId xmlns:a16="http://schemas.microsoft.com/office/drawing/2014/main" id="{E8F523E5-0FD6-6E29-A6F6-66C243B7726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963150" y="0"/>
            <a:ext cx="2228850" cy="1238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57443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621303" y="5113424"/>
            <a:ext cx="2092592" cy="897239"/>
          </a:xfrm>
          <a:prstGeom prst="rect">
            <a:avLst/>
          </a:prstGeom>
        </p:spPr>
      </p:pic>
      <p:pic>
        <p:nvPicPr>
          <p:cNvPr id="3" name="object 3"/>
          <p:cNvPicPr/>
          <p:nvPr/>
        </p:nvPicPr>
        <p:blipFill>
          <a:blip r:embed="rId3" cstate="print"/>
          <a:stretch>
            <a:fillRect/>
          </a:stretch>
        </p:blipFill>
        <p:spPr>
          <a:xfrm>
            <a:off x="2090261" y="2190162"/>
            <a:ext cx="8121457" cy="578864"/>
          </a:xfrm>
          <a:prstGeom prst="rect">
            <a:avLst/>
          </a:prstGeom>
        </p:spPr>
      </p:pic>
      <p:sp>
        <p:nvSpPr>
          <p:cNvPr id="4" name="object 4"/>
          <p:cNvSpPr txBox="1">
            <a:spLocks noGrp="1"/>
          </p:cNvSpPr>
          <p:nvPr>
            <p:ph type="title"/>
          </p:nvPr>
        </p:nvSpPr>
        <p:spPr>
          <a:xfrm>
            <a:off x="543560" y="573070"/>
            <a:ext cx="11648440" cy="834708"/>
          </a:xfrm>
          <a:prstGeom prst="rect">
            <a:avLst/>
          </a:prstGeom>
        </p:spPr>
        <p:txBody>
          <a:bodyPr vert="horz" wrap="square" lIns="0" tIns="171315" rIns="0" bIns="0" rtlCol="0">
            <a:spAutoFit/>
          </a:bodyPr>
          <a:lstStyle/>
          <a:p>
            <a:pPr marL="11527">
              <a:spcBef>
                <a:spcPts val="103"/>
              </a:spcBef>
            </a:pPr>
            <a:r>
              <a:rPr b="1" u="sng" spc="80" dirty="0">
                <a:solidFill>
                  <a:srgbClr val="FF0000"/>
                </a:solidFill>
              </a:rPr>
              <a:t>Comparison of Routine Work with Projects</a:t>
            </a:r>
          </a:p>
        </p:txBody>
      </p:sp>
      <p:sp>
        <p:nvSpPr>
          <p:cNvPr id="11" name="object 11"/>
          <p:cNvSpPr txBox="1">
            <a:spLocks noGrp="1"/>
          </p:cNvSpPr>
          <p:nvPr>
            <p:ph type="sldNum" sz="quarter" idx="7"/>
          </p:nvPr>
        </p:nvSpPr>
        <p:spPr>
          <a:xfrm>
            <a:off x="13118081" y="5834650"/>
            <a:ext cx="221876" cy="190485"/>
          </a:xfrm>
          <a:prstGeom prst="rect">
            <a:avLst/>
          </a:prstGeom>
        </p:spPr>
        <p:txBody>
          <a:bodyPr vert="horz" wrap="square" lIns="0" tIns="5763" rIns="0" bIns="0" rtlCol="0">
            <a:spAutoFit/>
          </a:bodyPr>
          <a:lstStyle/>
          <a:p>
            <a:pPr marL="40343">
              <a:spcBef>
                <a:spcPts val="45"/>
              </a:spcBef>
            </a:pPr>
            <a:fld id="{81D60167-4931-47E6-BA6A-407CBD079E47}" type="slidenum">
              <a:rPr spc="-23" dirty="0"/>
              <a:pPr marL="40343">
                <a:spcBef>
                  <a:spcPts val="45"/>
                </a:spcBef>
              </a:pPr>
              <a:t>17</a:t>
            </a:fld>
            <a:endParaRPr spc="-23" dirty="0"/>
          </a:p>
        </p:txBody>
      </p:sp>
      <p:sp>
        <p:nvSpPr>
          <p:cNvPr id="5" name="object 5"/>
          <p:cNvSpPr txBox="1"/>
          <p:nvPr/>
        </p:nvSpPr>
        <p:spPr>
          <a:xfrm>
            <a:off x="2155667" y="2812974"/>
            <a:ext cx="3993776" cy="1423119"/>
          </a:xfrm>
          <a:prstGeom prst="rect">
            <a:avLst/>
          </a:prstGeom>
        </p:spPr>
        <p:txBody>
          <a:bodyPr vert="horz" wrap="square" lIns="0" tIns="12102" rIns="0" bIns="0" rtlCol="0">
            <a:spAutoFit/>
          </a:bodyPr>
          <a:lstStyle/>
          <a:p>
            <a:pPr marL="13255">
              <a:spcBef>
                <a:spcPts val="95"/>
              </a:spcBef>
            </a:pPr>
            <a:r>
              <a:rPr sz="1724" u="heavy" dirty="0">
                <a:solidFill>
                  <a:srgbClr val="00B14D"/>
                </a:solidFill>
                <a:uFill>
                  <a:solidFill>
                    <a:srgbClr val="08A84F"/>
                  </a:solidFill>
                </a:uFill>
                <a:latin typeface="Arial MT"/>
                <a:cs typeface="Arial MT"/>
              </a:rPr>
              <a:t>Takinq</a:t>
            </a:r>
            <a:r>
              <a:rPr sz="1724" spc="100" dirty="0">
                <a:solidFill>
                  <a:srgbClr val="00B14D"/>
                </a:solidFill>
                <a:latin typeface="Arial MT"/>
                <a:cs typeface="Arial MT"/>
              </a:rPr>
              <a:t> </a:t>
            </a:r>
            <a:r>
              <a:rPr sz="1724" spc="45" dirty="0">
                <a:solidFill>
                  <a:srgbClr val="0000DD"/>
                </a:solidFill>
                <a:latin typeface="Arial MT"/>
                <a:cs typeface="Arial MT"/>
              </a:rPr>
              <a:t>class</a:t>
            </a:r>
            <a:r>
              <a:rPr sz="1724" spc="103" dirty="0">
                <a:solidFill>
                  <a:srgbClr val="0000DD"/>
                </a:solidFill>
                <a:latin typeface="Arial MT"/>
                <a:cs typeface="Arial MT"/>
              </a:rPr>
              <a:t> </a:t>
            </a:r>
            <a:r>
              <a:rPr sz="1724" spc="-9" dirty="0">
                <a:solidFill>
                  <a:srgbClr val="0003CD"/>
                </a:solidFill>
                <a:latin typeface="Arial MT"/>
                <a:cs typeface="Arial MT"/>
              </a:rPr>
              <a:t>notes.</a:t>
            </a:r>
            <a:endParaRPr sz="1724">
              <a:latin typeface="Arial MT"/>
              <a:cs typeface="Arial MT"/>
            </a:endParaRPr>
          </a:p>
          <a:p>
            <a:pPr marL="13255" marR="677759" indent="-576">
              <a:lnSpc>
                <a:spcPts val="2051"/>
              </a:lnSpc>
              <a:spcBef>
                <a:spcPts val="1429"/>
              </a:spcBef>
            </a:pPr>
            <a:r>
              <a:rPr sz="1770" spc="-23" dirty="0">
                <a:latin typeface="Arial MT"/>
                <a:cs typeface="Arial MT"/>
              </a:rPr>
              <a:t>Daily</a:t>
            </a:r>
            <a:r>
              <a:rPr sz="1770" spc="127" dirty="0">
                <a:latin typeface="Arial MT"/>
                <a:cs typeface="Arial MT"/>
              </a:rPr>
              <a:t> </a:t>
            </a:r>
            <a:r>
              <a:rPr sz="1770" u="heavy" dirty="0">
                <a:solidFill>
                  <a:srgbClr val="07A149"/>
                </a:solidFill>
                <a:uFill>
                  <a:solidFill>
                    <a:srgbClr val="08A854"/>
                  </a:solidFill>
                </a:uFill>
                <a:latin typeface="Arial MT"/>
                <a:cs typeface="Arial MT"/>
              </a:rPr>
              <a:t>enterinq</a:t>
            </a:r>
            <a:r>
              <a:rPr sz="1770" spc="118" dirty="0">
                <a:solidFill>
                  <a:srgbClr val="07A149"/>
                </a:solidFill>
                <a:latin typeface="Arial MT"/>
                <a:cs typeface="Arial MT"/>
              </a:rPr>
              <a:t> </a:t>
            </a:r>
            <a:r>
              <a:rPr sz="1770" dirty="0">
                <a:solidFill>
                  <a:srgbClr val="0000C6"/>
                </a:solidFill>
                <a:latin typeface="Arial MT"/>
                <a:cs typeface="Arial MT"/>
              </a:rPr>
              <a:t>sales</a:t>
            </a:r>
            <a:r>
              <a:rPr sz="1770" spc="136" dirty="0">
                <a:solidFill>
                  <a:srgbClr val="0000C6"/>
                </a:solidFill>
                <a:latin typeface="Arial MT"/>
                <a:cs typeface="Arial MT"/>
              </a:rPr>
              <a:t> </a:t>
            </a:r>
            <a:r>
              <a:rPr sz="1770" dirty="0">
                <a:solidFill>
                  <a:srgbClr val="0000BF"/>
                </a:solidFill>
                <a:latin typeface="Arial MT"/>
                <a:cs typeface="Arial MT"/>
              </a:rPr>
              <a:t>receipts</a:t>
            </a:r>
            <a:r>
              <a:rPr sz="1770" spc="154" dirty="0">
                <a:solidFill>
                  <a:srgbClr val="0000BF"/>
                </a:solidFill>
                <a:latin typeface="Arial MT"/>
                <a:cs typeface="Arial MT"/>
              </a:rPr>
              <a:t> </a:t>
            </a:r>
            <a:r>
              <a:rPr sz="1770" spc="-18" dirty="0">
                <a:latin typeface="Arial MT"/>
                <a:cs typeface="Arial MT"/>
              </a:rPr>
              <a:t>into </a:t>
            </a:r>
            <a:r>
              <a:rPr sz="1770" dirty="0">
                <a:solidFill>
                  <a:srgbClr val="0000D6"/>
                </a:solidFill>
                <a:latin typeface="Arial MT"/>
                <a:cs typeface="Arial MT"/>
              </a:rPr>
              <a:t>account</a:t>
            </a:r>
            <a:r>
              <a:rPr sz="1770" spc="304" dirty="0">
                <a:solidFill>
                  <a:srgbClr val="0000D6"/>
                </a:solidFill>
                <a:latin typeface="Arial MT"/>
                <a:cs typeface="Arial MT"/>
              </a:rPr>
              <a:t> </a:t>
            </a:r>
            <a:r>
              <a:rPr sz="1770" dirty="0">
                <a:solidFill>
                  <a:srgbClr val="0100CF"/>
                </a:solidFill>
                <a:latin typeface="Arial MT"/>
                <a:cs typeface="Arial MT"/>
              </a:rPr>
              <a:t>book</a:t>
            </a:r>
            <a:r>
              <a:rPr sz="1770" spc="150" dirty="0">
                <a:solidFill>
                  <a:srgbClr val="0100CF"/>
                </a:solidFill>
                <a:latin typeface="Arial MT"/>
                <a:cs typeface="Arial MT"/>
              </a:rPr>
              <a:t> </a:t>
            </a:r>
            <a:r>
              <a:rPr sz="1770" spc="-9" dirty="0">
                <a:latin typeface="Arial MT"/>
                <a:cs typeface="Arial MT"/>
              </a:rPr>
              <a:t>(ledger).</a:t>
            </a:r>
            <a:endParaRPr sz="1770">
              <a:latin typeface="Arial MT"/>
              <a:cs typeface="Arial MT"/>
            </a:endParaRPr>
          </a:p>
          <a:p>
            <a:pPr marL="11527">
              <a:spcBef>
                <a:spcPts val="1148"/>
              </a:spcBef>
            </a:pPr>
            <a:r>
              <a:rPr sz="1861" u="heavy" spc="-9" dirty="0">
                <a:solidFill>
                  <a:srgbClr val="00AA49"/>
                </a:solidFill>
                <a:uFill>
                  <a:solidFill>
                    <a:srgbClr val="0FA854"/>
                  </a:solidFill>
                </a:uFill>
                <a:latin typeface="Arial MT"/>
                <a:cs typeface="Arial MT"/>
              </a:rPr>
              <a:t>Resgondinq</a:t>
            </a:r>
            <a:r>
              <a:rPr sz="1861" spc="-27" dirty="0">
                <a:solidFill>
                  <a:srgbClr val="00AA49"/>
                </a:solidFill>
                <a:latin typeface="Arial MT"/>
                <a:cs typeface="Arial MT"/>
              </a:rPr>
              <a:t> </a:t>
            </a:r>
            <a:r>
              <a:rPr sz="1861" spc="-68" dirty="0">
                <a:latin typeface="Arial MT"/>
                <a:cs typeface="Arial MT"/>
              </a:rPr>
              <a:t>to</a:t>
            </a:r>
            <a:r>
              <a:rPr sz="1861" spc="-50" dirty="0">
                <a:latin typeface="Arial MT"/>
                <a:cs typeface="Arial MT"/>
              </a:rPr>
              <a:t> </a:t>
            </a:r>
            <a:r>
              <a:rPr sz="1861" spc="-127" dirty="0">
                <a:latin typeface="Arial MT"/>
                <a:cs typeface="Arial MT"/>
              </a:rPr>
              <a:t>a</a:t>
            </a:r>
            <a:r>
              <a:rPr sz="1861" spc="-9" dirty="0">
                <a:latin typeface="Arial MT"/>
                <a:cs typeface="Arial MT"/>
              </a:rPr>
              <a:t> </a:t>
            </a:r>
            <a:r>
              <a:rPr sz="1861" spc="-18" dirty="0">
                <a:solidFill>
                  <a:srgbClr val="000CC6"/>
                </a:solidFill>
                <a:latin typeface="Arial MT"/>
                <a:cs typeface="Arial MT"/>
              </a:rPr>
              <a:t>supply-</a:t>
            </a:r>
            <a:r>
              <a:rPr sz="1861" dirty="0">
                <a:solidFill>
                  <a:srgbClr val="000CC6"/>
                </a:solidFill>
                <a:latin typeface="Arial MT"/>
                <a:cs typeface="Arial MT"/>
              </a:rPr>
              <a:t>chain</a:t>
            </a:r>
            <a:r>
              <a:rPr sz="1861" spc="86" dirty="0">
                <a:solidFill>
                  <a:srgbClr val="000CC6"/>
                </a:solidFill>
                <a:latin typeface="Arial MT"/>
                <a:cs typeface="Arial MT"/>
              </a:rPr>
              <a:t> </a:t>
            </a:r>
            <a:r>
              <a:rPr sz="1861" spc="-9" dirty="0">
                <a:solidFill>
                  <a:srgbClr val="0003C3"/>
                </a:solidFill>
                <a:latin typeface="Arial MT"/>
                <a:cs typeface="Arial MT"/>
              </a:rPr>
              <a:t>request.</a:t>
            </a:r>
            <a:endParaRPr sz="1861">
              <a:latin typeface="Arial MT"/>
              <a:cs typeface="Arial MT"/>
            </a:endParaRPr>
          </a:p>
        </p:txBody>
      </p:sp>
      <p:sp>
        <p:nvSpPr>
          <p:cNvPr id="6" name="object 6"/>
          <p:cNvSpPr txBox="1"/>
          <p:nvPr/>
        </p:nvSpPr>
        <p:spPr>
          <a:xfrm>
            <a:off x="6352213" y="2812974"/>
            <a:ext cx="3668166" cy="2431985"/>
          </a:xfrm>
          <a:prstGeom prst="rect">
            <a:avLst/>
          </a:prstGeom>
        </p:spPr>
        <p:txBody>
          <a:bodyPr vert="horz" wrap="square" lIns="0" tIns="12102" rIns="0" bIns="0" rtlCol="0">
            <a:spAutoFit/>
          </a:bodyPr>
          <a:lstStyle/>
          <a:p>
            <a:pPr marL="12679">
              <a:spcBef>
                <a:spcPts val="95"/>
              </a:spcBef>
            </a:pPr>
            <a:r>
              <a:rPr sz="1724" u="heavy" spc="41" dirty="0">
                <a:solidFill>
                  <a:srgbClr val="00B54D"/>
                </a:solidFill>
                <a:uFill>
                  <a:solidFill>
                    <a:srgbClr val="08A84F"/>
                  </a:solidFill>
                </a:uFill>
                <a:latin typeface="Arial MT"/>
                <a:cs typeface="Arial MT"/>
              </a:rPr>
              <a:t>Writinq</a:t>
            </a:r>
            <a:r>
              <a:rPr sz="1724" spc="36" dirty="0">
                <a:solidFill>
                  <a:srgbClr val="00B54D"/>
                </a:solidFill>
                <a:latin typeface="Arial MT"/>
                <a:cs typeface="Arial MT"/>
              </a:rPr>
              <a:t> </a:t>
            </a:r>
            <a:r>
              <a:rPr sz="1724" dirty="0">
                <a:latin typeface="Arial MT"/>
                <a:cs typeface="Arial MT"/>
              </a:rPr>
              <a:t>a</a:t>
            </a:r>
            <a:r>
              <a:rPr sz="1724" spc="-45" dirty="0">
                <a:latin typeface="Arial MT"/>
                <a:cs typeface="Arial MT"/>
              </a:rPr>
              <a:t> </a:t>
            </a:r>
            <a:r>
              <a:rPr sz="1724" spc="-18" dirty="0">
                <a:latin typeface="Arial MT"/>
                <a:cs typeface="Arial MT"/>
              </a:rPr>
              <a:t>research</a:t>
            </a:r>
            <a:r>
              <a:rPr sz="1724" spc="54" dirty="0">
                <a:latin typeface="Arial MT"/>
                <a:cs typeface="Arial MT"/>
              </a:rPr>
              <a:t> </a:t>
            </a:r>
            <a:r>
              <a:rPr sz="1724" spc="-9" dirty="0">
                <a:solidFill>
                  <a:srgbClr val="0101C3"/>
                </a:solidFill>
                <a:latin typeface="Arial MT"/>
                <a:cs typeface="Arial MT"/>
              </a:rPr>
              <a:t>paper.</a:t>
            </a:r>
            <a:endParaRPr sz="1724">
              <a:latin typeface="Arial MT"/>
              <a:cs typeface="Arial MT"/>
            </a:endParaRPr>
          </a:p>
          <a:p>
            <a:pPr marL="13255" marR="4611" indent="-2305">
              <a:lnSpc>
                <a:spcPts val="2051"/>
              </a:lnSpc>
              <a:spcBef>
                <a:spcPts val="1429"/>
              </a:spcBef>
            </a:pPr>
            <a:r>
              <a:rPr sz="1770" u="heavy" dirty="0">
                <a:solidFill>
                  <a:srgbClr val="00AC49"/>
                </a:solidFill>
                <a:uFill>
                  <a:solidFill>
                    <a:srgbClr val="08A854"/>
                  </a:solidFill>
                </a:uFill>
                <a:latin typeface="Arial MT"/>
                <a:cs typeface="Arial MT"/>
              </a:rPr>
              <a:t>Settinq</a:t>
            </a:r>
            <a:r>
              <a:rPr sz="1770" spc="59" dirty="0">
                <a:solidFill>
                  <a:srgbClr val="00AC49"/>
                </a:solidFill>
                <a:latin typeface="Arial MT"/>
                <a:cs typeface="Arial MT"/>
              </a:rPr>
              <a:t> </a:t>
            </a:r>
            <a:r>
              <a:rPr sz="1770" dirty="0">
                <a:latin typeface="Arial MT"/>
                <a:cs typeface="Arial MT"/>
              </a:rPr>
              <a:t>up</a:t>
            </a:r>
            <a:r>
              <a:rPr sz="1770" spc="36" dirty="0">
                <a:latin typeface="Arial MT"/>
                <a:cs typeface="Arial MT"/>
              </a:rPr>
              <a:t> </a:t>
            </a:r>
            <a:r>
              <a:rPr sz="1770" dirty="0">
                <a:latin typeface="Arial MT"/>
                <a:cs typeface="Arial MT"/>
              </a:rPr>
              <a:t>a</a:t>
            </a:r>
            <a:r>
              <a:rPr sz="1770" spc="23" dirty="0">
                <a:latin typeface="Arial MT"/>
                <a:cs typeface="Arial MT"/>
              </a:rPr>
              <a:t> </a:t>
            </a:r>
            <a:r>
              <a:rPr sz="1770" spc="41" dirty="0">
                <a:solidFill>
                  <a:srgbClr val="0000CD"/>
                </a:solidFill>
                <a:latin typeface="Arial MT"/>
                <a:cs typeface="Arial MT"/>
              </a:rPr>
              <a:t>digital</a:t>
            </a:r>
            <a:r>
              <a:rPr sz="1770" spc="32" dirty="0">
                <a:solidFill>
                  <a:srgbClr val="0000CD"/>
                </a:solidFill>
                <a:latin typeface="Arial MT"/>
                <a:cs typeface="Arial MT"/>
              </a:rPr>
              <a:t> </a:t>
            </a:r>
            <a:r>
              <a:rPr sz="1770" dirty="0">
                <a:solidFill>
                  <a:srgbClr val="0300D6"/>
                </a:solidFill>
                <a:latin typeface="Arial MT"/>
                <a:cs typeface="Arial MT"/>
              </a:rPr>
              <a:t>display</a:t>
            </a:r>
            <a:r>
              <a:rPr sz="1770" spc="118" dirty="0">
                <a:solidFill>
                  <a:srgbClr val="0300D6"/>
                </a:solidFill>
                <a:latin typeface="Arial MT"/>
                <a:cs typeface="Arial MT"/>
              </a:rPr>
              <a:t> </a:t>
            </a:r>
            <a:r>
              <a:rPr sz="1770" dirty="0">
                <a:latin typeface="Arial MT"/>
                <a:cs typeface="Arial MT"/>
              </a:rPr>
              <a:t>of</a:t>
            </a:r>
            <a:r>
              <a:rPr sz="1770" spc="32" dirty="0">
                <a:latin typeface="Arial MT"/>
                <a:cs typeface="Arial MT"/>
              </a:rPr>
              <a:t> </a:t>
            </a:r>
            <a:r>
              <a:rPr sz="1770" spc="-9" dirty="0">
                <a:solidFill>
                  <a:srgbClr val="0001C6"/>
                </a:solidFill>
                <a:latin typeface="Arial MT"/>
                <a:cs typeface="Arial MT"/>
              </a:rPr>
              <a:t>sales </a:t>
            </a:r>
            <a:r>
              <a:rPr sz="1770" dirty="0">
                <a:latin typeface="Arial MT"/>
                <a:cs typeface="Arial MT"/>
              </a:rPr>
              <a:t>for</a:t>
            </a:r>
            <a:r>
              <a:rPr sz="1770" spc="-91" dirty="0">
                <a:latin typeface="Arial MT"/>
                <a:cs typeface="Arial MT"/>
              </a:rPr>
              <a:t> </a:t>
            </a:r>
            <a:r>
              <a:rPr sz="1770" dirty="0">
                <a:latin typeface="Arial MT"/>
                <a:cs typeface="Arial MT"/>
              </a:rPr>
              <a:t>a</a:t>
            </a:r>
            <a:r>
              <a:rPr sz="1770" spc="-91" dirty="0">
                <a:latin typeface="Arial MT"/>
                <a:cs typeface="Arial MT"/>
              </a:rPr>
              <a:t> </a:t>
            </a:r>
            <a:r>
              <a:rPr sz="1770" spc="-45" dirty="0">
                <a:latin typeface="Arial MT"/>
                <a:cs typeface="Arial MT"/>
              </a:rPr>
              <a:t>professional</a:t>
            </a:r>
            <a:r>
              <a:rPr sz="1770" spc="64" dirty="0">
                <a:latin typeface="Arial MT"/>
                <a:cs typeface="Arial MT"/>
              </a:rPr>
              <a:t> </a:t>
            </a:r>
            <a:r>
              <a:rPr sz="1770" spc="-50" dirty="0">
                <a:latin typeface="Arial MT"/>
                <a:cs typeface="Arial MT"/>
              </a:rPr>
              <a:t>accounting</a:t>
            </a:r>
            <a:r>
              <a:rPr sz="1770" spc="27" dirty="0">
                <a:latin typeface="Arial MT"/>
                <a:cs typeface="Arial MT"/>
              </a:rPr>
              <a:t> </a:t>
            </a:r>
            <a:r>
              <a:rPr sz="1770" spc="-27" dirty="0">
                <a:latin typeface="Arial MT"/>
                <a:cs typeface="Arial MT"/>
              </a:rPr>
              <a:t>meeting.</a:t>
            </a:r>
            <a:endParaRPr sz="1770">
              <a:latin typeface="Arial MT"/>
              <a:cs typeface="Arial MT"/>
            </a:endParaRPr>
          </a:p>
          <a:p>
            <a:pPr marL="11527" marR="926155">
              <a:lnSpc>
                <a:spcPts val="2051"/>
              </a:lnSpc>
              <a:spcBef>
                <a:spcPts val="1370"/>
              </a:spcBef>
            </a:pPr>
            <a:r>
              <a:rPr sz="1861" u="heavy" spc="-9" dirty="0">
                <a:solidFill>
                  <a:srgbClr val="0AA74B"/>
                </a:solidFill>
                <a:uFill>
                  <a:solidFill>
                    <a:srgbClr val="0FA854"/>
                  </a:solidFill>
                </a:uFill>
                <a:latin typeface="Arial MT"/>
                <a:cs typeface="Arial MT"/>
              </a:rPr>
              <a:t>Developinq</a:t>
            </a:r>
            <a:r>
              <a:rPr sz="1861" spc="-41" dirty="0">
                <a:solidFill>
                  <a:srgbClr val="0AA74B"/>
                </a:solidFill>
                <a:latin typeface="Arial MT"/>
                <a:cs typeface="Arial MT"/>
              </a:rPr>
              <a:t> </a:t>
            </a:r>
            <a:r>
              <a:rPr sz="1861" spc="-132" dirty="0">
                <a:latin typeface="Arial MT"/>
                <a:cs typeface="Arial MT"/>
              </a:rPr>
              <a:t>a</a:t>
            </a:r>
            <a:r>
              <a:rPr sz="1861" spc="-32" dirty="0">
                <a:latin typeface="Arial MT"/>
                <a:cs typeface="Arial MT"/>
              </a:rPr>
              <a:t> </a:t>
            </a:r>
            <a:r>
              <a:rPr sz="1861" spc="-18" dirty="0">
                <a:solidFill>
                  <a:srgbClr val="0000AE"/>
                </a:solidFill>
                <a:latin typeface="Arial MT"/>
                <a:cs typeface="Arial MT"/>
              </a:rPr>
              <a:t>supply-</a:t>
            </a:r>
            <a:r>
              <a:rPr sz="1861" spc="-9" dirty="0">
                <a:solidFill>
                  <a:srgbClr val="0000AE"/>
                </a:solidFill>
                <a:latin typeface="Arial MT"/>
                <a:cs typeface="Arial MT"/>
              </a:rPr>
              <a:t>chain </a:t>
            </a:r>
            <a:r>
              <a:rPr sz="1861" dirty="0">
                <a:solidFill>
                  <a:srgbClr val="0005C4"/>
                </a:solidFill>
                <a:latin typeface="Arial MT"/>
                <a:cs typeface="Arial MT"/>
              </a:rPr>
              <a:t>information</a:t>
            </a:r>
            <a:r>
              <a:rPr sz="1861" spc="95" dirty="0">
                <a:solidFill>
                  <a:srgbClr val="0005C4"/>
                </a:solidFill>
                <a:latin typeface="Arial MT"/>
                <a:cs typeface="Arial MT"/>
              </a:rPr>
              <a:t> </a:t>
            </a:r>
            <a:r>
              <a:rPr sz="1861" spc="-9" dirty="0">
                <a:solidFill>
                  <a:srgbClr val="0003D1"/>
                </a:solidFill>
                <a:latin typeface="Arial MT"/>
                <a:cs typeface="Arial MT"/>
              </a:rPr>
              <a:t>system.</a:t>
            </a:r>
            <a:endParaRPr sz="1861">
              <a:latin typeface="Arial MT"/>
              <a:cs typeface="Arial MT"/>
            </a:endParaRPr>
          </a:p>
          <a:p>
            <a:pPr marL="12679" marR="183272">
              <a:lnSpc>
                <a:spcPts val="2051"/>
              </a:lnSpc>
              <a:spcBef>
                <a:spcPts val="1366"/>
              </a:spcBef>
            </a:pPr>
            <a:r>
              <a:rPr sz="1770" spc="-9" dirty="0">
                <a:solidFill>
                  <a:srgbClr val="0000D4"/>
                </a:solidFill>
                <a:latin typeface="Arial MT"/>
                <a:cs typeface="Arial MT"/>
              </a:rPr>
              <a:t>Wire-</a:t>
            </a:r>
            <a:r>
              <a:rPr sz="1770" dirty="0">
                <a:solidFill>
                  <a:srgbClr val="0000D4"/>
                </a:solidFill>
                <a:latin typeface="Arial MT"/>
                <a:cs typeface="Arial MT"/>
              </a:rPr>
              <a:t>tag</a:t>
            </a:r>
            <a:r>
              <a:rPr sz="1770" spc="123" dirty="0">
                <a:solidFill>
                  <a:srgbClr val="0000D4"/>
                </a:solidFill>
                <a:latin typeface="Arial MT"/>
                <a:cs typeface="Arial MT"/>
              </a:rPr>
              <a:t> </a:t>
            </a:r>
            <a:r>
              <a:rPr sz="1770" dirty="0">
                <a:solidFill>
                  <a:srgbClr val="0000BD"/>
                </a:solidFill>
                <a:latin typeface="Arial MT"/>
                <a:cs typeface="Arial MT"/>
              </a:rPr>
              <a:t>(special</a:t>
            </a:r>
            <a:r>
              <a:rPr sz="1770" spc="100" dirty="0">
                <a:solidFill>
                  <a:srgbClr val="0000BD"/>
                </a:solidFill>
                <a:latin typeface="Arial MT"/>
                <a:cs typeface="Arial MT"/>
              </a:rPr>
              <a:t> </a:t>
            </a:r>
            <a:r>
              <a:rPr sz="1770" dirty="0">
                <a:solidFill>
                  <a:srgbClr val="0000D6"/>
                </a:solidFill>
                <a:latin typeface="Arial MT"/>
                <a:cs typeface="Arial MT"/>
              </a:rPr>
              <a:t>tag)</a:t>
            </a:r>
            <a:r>
              <a:rPr sz="1770" spc="95" dirty="0">
                <a:solidFill>
                  <a:srgbClr val="0000D6"/>
                </a:solidFill>
                <a:latin typeface="Arial MT"/>
                <a:cs typeface="Arial MT"/>
              </a:rPr>
              <a:t> </a:t>
            </a:r>
            <a:r>
              <a:rPr sz="1770" dirty="0">
                <a:solidFill>
                  <a:srgbClr val="0100D1"/>
                </a:solidFill>
                <a:latin typeface="Arial MT"/>
                <a:cs typeface="Arial MT"/>
              </a:rPr>
              <a:t>project</a:t>
            </a:r>
            <a:r>
              <a:rPr sz="1770" spc="154" dirty="0">
                <a:solidFill>
                  <a:srgbClr val="0100D1"/>
                </a:solidFill>
                <a:latin typeface="Arial MT"/>
                <a:cs typeface="Arial MT"/>
              </a:rPr>
              <a:t> </a:t>
            </a:r>
            <a:r>
              <a:rPr sz="1770" dirty="0">
                <a:latin typeface="Arial MT"/>
                <a:cs typeface="Arial MT"/>
              </a:rPr>
              <a:t>for</a:t>
            </a:r>
            <a:r>
              <a:rPr sz="1770" spc="32" dirty="0">
                <a:latin typeface="Arial MT"/>
                <a:cs typeface="Arial MT"/>
              </a:rPr>
              <a:t> </a:t>
            </a:r>
            <a:r>
              <a:rPr sz="1770" spc="-45" dirty="0">
                <a:latin typeface="Arial MT"/>
                <a:cs typeface="Arial MT"/>
              </a:rPr>
              <a:t>a </a:t>
            </a:r>
            <a:r>
              <a:rPr sz="1770" spc="-27" dirty="0">
                <a:latin typeface="Arial MT"/>
                <a:cs typeface="Arial MT"/>
              </a:rPr>
              <a:t>large</a:t>
            </a:r>
            <a:r>
              <a:rPr sz="1770" spc="-82" dirty="0">
                <a:latin typeface="Arial MT"/>
                <a:cs typeface="Arial MT"/>
              </a:rPr>
              <a:t> </a:t>
            </a:r>
            <a:r>
              <a:rPr sz="1770" spc="-9" dirty="0">
                <a:latin typeface="Arial MT"/>
                <a:cs typeface="Arial MT"/>
              </a:rPr>
              <a:t>store.</a:t>
            </a:r>
            <a:endParaRPr sz="1770">
              <a:latin typeface="Arial MT"/>
              <a:cs typeface="Arial MT"/>
            </a:endParaRPr>
          </a:p>
        </p:txBody>
      </p:sp>
      <p:sp>
        <p:nvSpPr>
          <p:cNvPr id="7" name="object 7"/>
          <p:cNvSpPr txBox="1"/>
          <p:nvPr/>
        </p:nvSpPr>
        <p:spPr>
          <a:xfrm>
            <a:off x="2156514" y="4630768"/>
            <a:ext cx="3366183" cy="567124"/>
          </a:xfrm>
          <a:prstGeom prst="rect">
            <a:avLst/>
          </a:prstGeom>
        </p:spPr>
        <p:txBody>
          <a:bodyPr vert="horz" wrap="square" lIns="0" tIns="28239" rIns="0" bIns="0" rtlCol="0">
            <a:spAutoFit/>
          </a:bodyPr>
          <a:lstStyle/>
          <a:p>
            <a:pPr marL="11527" marR="4611" indent="3458">
              <a:lnSpc>
                <a:spcPts val="2051"/>
              </a:lnSpc>
              <a:spcBef>
                <a:spcPts val="222"/>
              </a:spcBef>
            </a:pPr>
            <a:r>
              <a:rPr sz="1770" u="heavy" dirty="0">
                <a:solidFill>
                  <a:srgbClr val="07AA4B"/>
                </a:solidFill>
                <a:uFill>
                  <a:solidFill>
                    <a:srgbClr val="08A854"/>
                  </a:solidFill>
                </a:uFill>
                <a:latin typeface="Arial MT"/>
                <a:cs typeface="Arial MT"/>
              </a:rPr>
              <a:t>Attachinq</a:t>
            </a:r>
            <a:r>
              <a:rPr sz="1770" spc="177" dirty="0">
                <a:solidFill>
                  <a:srgbClr val="07AA4B"/>
                </a:solidFill>
                <a:latin typeface="Arial MT"/>
                <a:cs typeface="Arial MT"/>
              </a:rPr>
              <a:t> </a:t>
            </a:r>
            <a:r>
              <a:rPr sz="1770" dirty="0">
                <a:solidFill>
                  <a:srgbClr val="0001CD"/>
                </a:solidFill>
                <a:latin typeface="Arial MT"/>
                <a:cs typeface="Arial MT"/>
              </a:rPr>
              <a:t>tags</a:t>
            </a:r>
            <a:r>
              <a:rPr sz="1770" spc="77" dirty="0">
                <a:solidFill>
                  <a:srgbClr val="0001CD"/>
                </a:solidFill>
                <a:latin typeface="Arial MT"/>
                <a:cs typeface="Arial MT"/>
              </a:rPr>
              <a:t> </a:t>
            </a:r>
            <a:r>
              <a:rPr sz="1770" dirty="0">
                <a:latin typeface="Arial MT"/>
                <a:cs typeface="Arial MT"/>
              </a:rPr>
              <a:t>on</a:t>
            </a:r>
            <a:r>
              <a:rPr sz="1770" spc="64" dirty="0">
                <a:latin typeface="Arial MT"/>
                <a:cs typeface="Arial MT"/>
              </a:rPr>
              <a:t> </a:t>
            </a:r>
            <a:r>
              <a:rPr sz="1770" dirty="0">
                <a:latin typeface="Arial MT"/>
                <a:cs typeface="Arial MT"/>
              </a:rPr>
              <a:t>a</a:t>
            </a:r>
            <a:r>
              <a:rPr sz="1770" spc="41" dirty="0">
                <a:latin typeface="Arial MT"/>
                <a:cs typeface="Arial MT"/>
              </a:rPr>
              <a:t> </a:t>
            </a:r>
            <a:r>
              <a:rPr sz="1770" spc="-54" dirty="0">
                <a:latin typeface="Arial MT"/>
                <a:cs typeface="Arial MT"/>
              </a:rPr>
              <a:t>manufactured </a:t>
            </a:r>
            <a:r>
              <a:rPr sz="1770" spc="-9" dirty="0">
                <a:solidFill>
                  <a:srgbClr val="0001CA"/>
                </a:solidFill>
                <a:latin typeface="Arial MT"/>
                <a:cs typeface="Arial MT"/>
              </a:rPr>
              <a:t>product.</a:t>
            </a:r>
            <a:endParaRPr sz="1770">
              <a:latin typeface="Arial MT"/>
              <a:cs typeface="Arial MT"/>
            </a:endParaRPr>
          </a:p>
        </p:txBody>
      </p:sp>
      <p:sp>
        <p:nvSpPr>
          <p:cNvPr id="8" name="object 8"/>
          <p:cNvSpPr txBox="1"/>
          <p:nvPr/>
        </p:nvSpPr>
        <p:spPr>
          <a:xfrm>
            <a:off x="1934080" y="5975019"/>
            <a:ext cx="6733519" cy="578181"/>
          </a:xfrm>
          <a:prstGeom prst="rect">
            <a:avLst/>
          </a:prstGeom>
        </p:spPr>
        <p:txBody>
          <a:bodyPr vert="horz" wrap="square" lIns="0" tIns="39189" rIns="0" bIns="0" rtlCol="0">
            <a:spAutoFit/>
          </a:bodyPr>
          <a:lstStyle/>
          <a:p>
            <a:pPr marL="13255" marR="4611" indent="-2305">
              <a:lnSpc>
                <a:spcPts val="2051"/>
              </a:lnSpc>
              <a:spcBef>
                <a:spcPts val="309"/>
              </a:spcBef>
            </a:pPr>
            <a:r>
              <a:rPr sz="1861" spc="59" dirty="0">
                <a:latin typeface="Arial MT"/>
                <a:cs typeface="Arial MT"/>
              </a:rPr>
              <a:t>***</a:t>
            </a:r>
            <a:r>
              <a:rPr sz="1861" spc="-154" dirty="0">
                <a:latin typeface="Arial MT"/>
                <a:cs typeface="Arial MT"/>
              </a:rPr>
              <a:t> </a:t>
            </a:r>
            <a:r>
              <a:rPr sz="1861" spc="-27" dirty="0">
                <a:solidFill>
                  <a:srgbClr val="F70500"/>
                </a:solidFill>
                <a:latin typeface="Arial MT"/>
                <a:cs typeface="Arial MT"/>
              </a:rPr>
              <a:t>Supply-</a:t>
            </a:r>
            <a:r>
              <a:rPr sz="1861" dirty="0">
                <a:solidFill>
                  <a:srgbClr val="F70500"/>
                </a:solidFill>
                <a:latin typeface="Arial MT"/>
                <a:cs typeface="Arial MT"/>
              </a:rPr>
              <a:t>chain:</a:t>
            </a:r>
            <a:r>
              <a:rPr sz="1861" spc="68" dirty="0">
                <a:solidFill>
                  <a:srgbClr val="F70500"/>
                </a:solidFill>
                <a:latin typeface="Arial MT"/>
                <a:cs typeface="Arial MT"/>
              </a:rPr>
              <a:t> </a:t>
            </a:r>
            <a:r>
              <a:rPr sz="1861" spc="-113" dirty="0">
                <a:solidFill>
                  <a:srgbClr val="0A0A0A"/>
                </a:solidFill>
                <a:latin typeface="Arial MT"/>
                <a:cs typeface="Arial MT"/>
              </a:rPr>
              <a:t>sequence</a:t>
            </a:r>
            <a:r>
              <a:rPr sz="1861" spc="-18" dirty="0">
                <a:solidFill>
                  <a:srgbClr val="0A0A0A"/>
                </a:solidFill>
                <a:latin typeface="Arial MT"/>
                <a:cs typeface="Arial MT"/>
              </a:rPr>
              <a:t> </a:t>
            </a:r>
            <a:r>
              <a:rPr sz="1861" dirty="0">
                <a:latin typeface="Arial MT"/>
                <a:cs typeface="Arial MT"/>
              </a:rPr>
              <a:t>of</a:t>
            </a:r>
            <a:r>
              <a:rPr sz="1861" spc="-82" dirty="0">
                <a:latin typeface="Arial MT"/>
                <a:cs typeface="Arial MT"/>
              </a:rPr>
              <a:t> </a:t>
            </a:r>
            <a:r>
              <a:rPr sz="1861" spc="-64" dirty="0">
                <a:solidFill>
                  <a:srgbClr val="0000D6"/>
                </a:solidFill>
                <a:latin typeface="Arial MT"/>
                <a:cs typeface="Arial MT"/>
              </a:rPr>
              <a:t>processes</a:t>
            </a:r>
            <a:r>
              <a:rPr sz="1861" spc="-23" dirty="0">
                <a:solidFill>
                  <a:srgbClr val="0000D6"/>
                </a:solidFill>
                <a:latin typeface="Arial MT"/>
                <a:cs typeface="Arial MT"/>
              </a:rPr>
              <a:t> </a:t>
            </a:r>
            <a:r>
              <a:rPr sz="1861" u="sng" spc="-54" dirty="0">
                <a:solidFill>
                  <a:srgbClr val="00BA52"/>
                </a:solidFill>
                <a:uFill>
                  <a:solidFill>
                    <a:srgbClr val="13A057"/>
                  </a:solidFill>
                </a:uFill>
                <a:latin typeface="Arial MT"/>
                <a:cs typeface="Arial MT"/>
              </a:rPr>
              <a:t>involved</a:t>
            </a:r>
            <a:r>
              <a:rPr sz="1861" spc="-50" dirty="0">
                <a:solidFill>
                  <a:srgbClr val="00BA52"/>
                </a:solidFill>
                <a:latin typeface="Arial MT"/>
                <a:cs typeface="Arial MT"/>
              </a:rPr>
              <a:t> </a:t>
            </a:r>
            <a:r>
              <a:rPr sz="1861" spc="-68" dirty="0">
                <a:solidFill>
                  <a:srgbClr val="0C0C0C"/>
                </a:solidFill>
                <a:latin typeface="Arial MT"/>
                <a:cs typeface="Arial MT"/>
              </a:rPr>
              <a:t>in</a:t>
            </a:r>
            <a:r>
              <a:rPr sz="1861" spc="-64" dirty="0">
                <a:solidFill>
                  <a:srgbClr val="0C0C0C"/>
                </a:solidFill>
                <a:latin typeface="Arial MT"/>
                <a:cs typeface="Arial MT"/>
              </a:rPr>
              <a:t> </a:t>
            </a:r>
            <a:r>
              <a:rPr sz="1861" spc="-41" dirty="0">
                <a:solidFill>
                  <a:srgbClr val="0003C3"/>
                </a:solidFill>
                <a:latin typeface="Arial MT"/>
                <a:cs typeface="Arial MT"/>
              </a:rPr>
              <a:t>production</a:t>
            </a:r>
            <a:r>
              <a:rPr sz="1861" spc="45" dirty="0">
                <a:solidFill>
                  <a:srgbClr val="0003C3"/>
                </a:solidFill>
                <a:latin typeface="Arial MT"/>
                <a:cs typeface="Arial MT"/>
              </a:rPr>
              <a:t> </a:t>
            </a:r>
            <a:r>
              <a:rPr sz="1861" spc="-59" dirty="0">
                <a:latin typeface="Arial MT"/>
                <a:cs typeface="Arial MT"/>
              </a:rPr>
              <a:t>and </a:t>
            </a:r>
            <a:r>
              <a:rPr sz="1861" spc="-18" dirty="0">
                <a:solidFill>
                  <a:srgbClr val="0000CA"/>
                </a:solidFill>
                <a:latin typeface="Arial MT"/>
                <a:cs typeface="Arial MT"/>
              </a:rPr>
              <a:t>distribution</a:t>
            </a:r>
            <a:r>
              <a:rPr sz="1861" spc="-91" dirty="0">
                <a:solidFill>
                  <a:srgbClr val="0000CA"/>
                </a:solidFill>
                <a:latin typeface="Arial MT"/>
                <a:cs typeface="Arial MT"/>
              </a:rPr>
              <a:t> </a:t>
            </a:r>
            <a:r>
              <a:rPr sz="1861" dirty="0">
                <a:solidFill>
                  <a:srgbClr val="0F0F0F"/>
                </a:solidFill>
                <a:latin typeface="Arial MT"/>
                <a:cs typeface="Arial MT"/>
              </a:rPr>
              <a:t>of</a:t>
            </a:r>
            <a:r>
              <a:rPr sz="1861" spc="-109" dirty="0">
                <a:solidFill>
                  <a:srgbClr val="0F0F0F"/>
                </a:solidFill>
                <a:latin typeface="Arial MT"/>
                <a:cs typeface="Arial MT"/>
              </a:rPr>
              <a:t> </a:t>
            </a:r>
            <a:r>
              <a:rPr sz="1861" spc="-9" dirty="0">
                <a:solidFill>
                  <a:srgbClr val="0101E4"/>
                </a:solidFill>
                <a:latin typeface="Arial MT"/>
                <a:cs typeface="Arial MT"/>
              </a:rPr>
              <a:t>goods.</a:t>
            </a:r>
            <a:endParaRPr sz="1861" dirty="0">
              <a:latin typeface="Arial MT"/>
              <a:cs typeface="Arial MT"/>
            </a:endParaRPr>
          </a:p>
        </p:txBody>
      </p:sp>
      <p:pic>
        <p:nvPicPr>
          <p:cNvPr id="9" name="Picture 2">
            <a:extLst>
              <a:ext uri="{FF2B5EF4-FFF2-40B4-BE49-F238E27FC236}">
                <a16:creationId xmlns:a16="http://schemas.microsoft.com/office/drawing/2014/main" id="{8E82DEFB-032F-1A49-250A-9AEA8944ECC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963150" y="0"/>
            <a:ext cx="2228850" cy="12382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A71319-08BA-48EF-A472-373FF669FEB2}"/>
              </a:ext>
            </a:extLst>
          </p:cNvPr>
          <p:cNvSpPr>
            <a:spLocks noGrp="1"/>
          </p:cNvSpPr>
          <p:nvPr>
            <p:ph type="title"/>
          </p:nvPr>
        </p:nvSpPr>
        <p:spPr/>
        <p:txBody>
          <a:bodyPr/>
          <a:lstStyle/>
          <a:p>
            <a:r>
              <a:rPr lang="en-US" b="1" u="sng" spc="80" dirty="0">
                <a:solidFill>
                  <a:srgbClr val="FF0000"/>
                </a:solidFill>
              </a:rPr>
              <a:t>Project Life Cycle</a:t>
            </a:r>
          </a:p>
        </p:txBody>
      </p:sp>
      <p:sp>
        <p:nvSpPr>
          <p:cNvPr id="3" name="Text Placeholder 2">
            <a:extLst>
              <a:ext uri="{FF2B5EF4-FFF2-40B4-BE49-F238E27FC236}">
                <a16:creationId xmlns:a16="http://schemas.microsoft.com/office/drawing/2014/main" id="{FD327AFE-C242-46B7-AEE1-9B2B9F2579DA}"/>
              </a:ext>
            </a:extLst>
          </p:cNvPr>
          <p:cNvSpPr>
            <a:spLocks noGrp="1"/>
          </p:cNvSpPr>
          <p:nvPr>
            <p:ph type="body" idx="1"/>
          </p:nvPr>
        </p:nvSpPr>
        <p:spPr/>
        <p:txBody>
          <a:bodyPr/>
          <a:lstStyle/>
          <a:p>
            <a:endParaRPr lang="en-US" dirty="0"/>
          </a:p>
        </p:txBody>
      </p:sp>
      <p:pic>
        <p:nvPicPr>
          <p:cNvPr id="9" name="Picture 8">
            <a:extLst>
              <a:ext uri="{FF2B5EF4-FFF2-40B4-BE49-F238E27FC236}">
                <a16:creationId xmlns:a16="http://schemas.microsoft.com/office/drawing/2014/main" id="{D01C7458-F552-4565-9FC1-2D6E469D23B7}"/>
              </a:ext>
            </a:extLst>
          </p:cNvPr>
          <p:cNvPicPr>
            <a:picLocks noChangeAspect="1"/>
          </p:cNvPicPr>
          <p:nvPr/>
        </p:nvPicPr>
        <p:blipFill>
          <a:blip r:embed="rId3"/>
          <a:stretch>
            <a:fillRect/>
          </a:stretch>
        </p:blipFill>
        <p:spPr>
          <a:xfrm>
            <a:off x="1245443" y="1840216"/>
            <a:ext cx="9701112" cy="4148138"/>
          </a:xfrm>
          <a:prstGeom prst="rect">
            <a:avLst/>
          </a:prstGeom>
        </p:spPr>
      </p:pic>
      <p:pic>
        <p:nvPicPr>
          <p:cNvPr id="4" name="Picture 2">
            <a:extLst>
              <a:ext uri="{FF2B5EF4-FFF2-40B4-BE49-F238E27FC236}">
                <a16:creationId xmlns:a16="http://schemas.microsoft.com/office/drawing/2014/main" id="{48CBDAF1-2BD3-529A-242A-4078814AC13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963150" y="0"/>
            <a:ext cx="2228850" cy="1238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61631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513715">
              <a:lnSpc>
                <a:spcPct val="100000"/>
              </a:lnSpc>
              <a:spcBef>
                <a:spcPts val="110"/>
              </a:spcBef>
            </a:pPr>
            <a:r>
              <a:rPr b="1" u="sng" spc="80" dirty="0">
                <a:solidFill>
                  <a:srgbClr val="FF0000"/>
                </a:solidFill>
              </a:rPr>
              <a:t>Project Life Cycle </a:t>
            </a:r>
            <a:r>
              <a:rPr sz="1950" u="none" spc="-10" dirty="0">
                <a:solidFill>
                  <a:srgbClr val="000000"/>
                </a:solidFill>
              </a:rPr>
              <a:t>(1/2)</a:t>
            </a:r>
            <a:endParaRPr sz="1950" dirty="0"/>
          </a:p>
        </p:txBody>
      </p:sp>
      <p:sp>
        <p:nvSpPr>
          <p:cNvPr id="3" name="object 3"/>
          <p:cNvSpPr txBox="1"/>
          <p:nvPr/>
        </p:nvSpPr>
        <p:spPr>
          <a:xfrm>
            <a:off x="708393" y="1578355"/>
            <a:ext cx="10797540" cy="4168140"/>
          </a:xfrm>
          <a:prstGeom prst="rect">
            <a:avLst/>
          </a:prstGeom>
        </p:spPr>
        <p:txBody>
          <a:bodyPr vert="horz" wrap="square" lIns="0" tIns="66040" rIns="0" bIns="0" rtlCol="0">
            <a:spAutoFit/>
          </a:bodyPr>
          <a:lstStyle/>
          <a:p>
            <a:pPr marL="241300" marR="5715" indent="-228600" algn="just">
              <a:lnSpc>
                <a:spcPct val="90300"/>
              </a:lnSpc>
              <a:spcBef>
                <a:spcPts val="520"/>
              </a:spcBef>
              <a:buFont typeface="Arial MT"/>
              <a:buChar char="•"/>
              <a:tabLst>
                <a:tab pos="241300" algn="l"/>
              </a:tabLst>
            </a:pPr>
            <a:r>
              <a:rPr sz="3600" b="1" dirty="0">
                <a:latin typeface="Calibri"/>
                <a:cs typeface="Calibri"/>
              </a:rPr>
              <a:t>Defining</a:t>
            </a:r>
            <a:r>
              <a:rPr sz="3600" b="1" spc="555" dirty="0">
                <a:latin typeface="Calibri"/>
                <a:cs typeface="Calibri"/>
              </a:rPr>
              <a:t>  </a:t>
            </a:r>
            <a:r>
              <a:rPr sz="3600" b="1" dirty="0">
                <a:latin typeface="Calibri"/>
                <a:cs typeface="Calibri"/>
              </a:rPr>
              <a:t>stage:</a:t>
            </a:r>
            <a:r>
              <a:rPr sz="3600" b="1" spc="550" dirty="0">
                <a:latin typeface="Calibri"/>
                <a:cs typeface="Calibri"/>
              </a:rPr>
              <a:t>  </a:t>
            </a:r>
            <a:r>
              <a:rPr sz="3600" dirty="0">
                <a:solidFill>
                  <a:srgbClr val="C00000"/>
                </a:solidFill>
                <a:latin typeface="Calibri"/>
                <a:cs typeface="Calibri"/>
              </a:rPr>
              <a:t>Specifications</a:t>
            </a:r>
            <a:r>
              <a:rPr sz="3600" spc="555" dirty="0">
                <a:solidFill>
                  <a:srgbClr val="C00000"/>
                </a:solidFill>
                <a:latin typeface="Calibri"/>
                <a:cs typeface="Calibri"/>
              </a:rPr>
              <a:t>  </a:t>
            </a:r>
            <a:r>
              <a:rPr sz="3600" dirty="0">
                <a:solidFill>
                  <a:srgbClr val="C00000"/>
                </a:solidFill>
                <a:latin typeface="Calibri"/>
                <a:cs typeface="Calibri"/>
              </a:rPr>
              <a:t>are</a:t>
            </a:r>
            <a:r>
              <a:rPr sz="3600" spc="550" dirty="0">
                <a:solidFill>
                  <a:srgbClr val="C00000"/>
                </a:solidFill>
                <a:latin typeface="Calibri"/>
                <a:cs typeface="Calibri"/>
              </a:rPr>
              <a:t>  </a:t>
            </a:r>
            <a:r>
              <a:rPr sz="3600" dirty="0">
                <a:solidFill>
                  <a:srgbClr val="C00000"/>
                </a:solidFill>
                <a:latin typeface="Calibri"/>
                <a:cs typeface="Calibri"/>
              </a:rPr>
              <a:t>defined;</a:t>
            </a:r>
            <a:r>
              <a:rPr sz="3600" spc="555" dirty="0">
                <a:solidFill>
                  <a:srgbClr val="C00000"/>
                </a:solidFill>
                <a:latin typeface="Calibri"/>
                <a:cs typeface="Calibri"/>
              </a:rPr>
              <a:t>  </a:t>
            </a:r>
            <a:r>
              <a:rPr sz="3600" spc="-10" dirty="0">
                <a:solidFill>
                  <a:srgbClr val="C00000"/>
                </a:solidFill>
                <a:latin typeface="Calibri"/>
                <a:cs typeface="Calibri"/>
              </a:rPr>
              <a:t>project </a:t>
            </a:r>
            <a:r>
              <a:rPr sz="3600" dirty="0">
                <a:solidFill>
                  <a:srgbClr val="C00000"/>
                </a:solidFill>
                <a:latin typeface="Calibri"/>
                <a:cs typeface="Calibri"/>
              </a:rPr>
              <a:t>objectives</a:t>
            </a:r>
            <a:r>
              <a:rPr sz="3600" spc="135" dirty="0">
                <a:solidFill>
                  <a:srgbClr val="C00000"/>
                </a:solidFill>
                <a:latin typeface="Calibri"/>
                <a:cs typeface="Calibri"/>
              </a:rPr>
              <a:t>  </a:t>
            </a:r>
            <a:r>
              <a:rPr sz="3600" dirty="0">
                <a:solidFill>
                  <a:srgbClr val="C00000"/>
                </a:solidFill>
                <a:latin typeface="Calibri"/>
                <a:cs typeface="Calibri"/>
              </a:rPr>
              <a:t>are</a:t>
            </a:r>
            <a:r>
              <a:rPr sz="3600" spc="130" dirty="0">
                <a:solidFill>
                  <a:srgbClr val="C00000"/>
                </a:solidFill>
                <a:latin typeface="Calibri"/>
                <a:cs typeface="Calibri"/>
              </a:rPr>
              <a:t>  </a:t>
            </a:r>
            <a:r>
              <a:rPr sz="3600" dirty="0">
                <a:solidFill>
                  <a:srgbClr val="C00000"/>
                </a:solidFill>
                <a:latin typeface="Calibri"/>
                <a:cs typeface="Calibri"/>
              </a:rPr>
              <a:t>established;</a:t>
            </a:r>
            <a:r>
              <a:rPr sz="3600" spc="135" dirty="0">
                <a:solidFill>
                  <a:srgbClr val="C00000"/>
                </a:solidFill>
                <a:latin typeface="Calibri"/>
                <a:cs typeface="Calibri"/>
              </a:rPr>
              <a:t>  </a:t>
            </a:r>
            <a:r>
              <a:rPr sz="3600" dirty="0">
                <a:solidFill>
                  <a:srgbClr val="C00000"/>
                </a:solidFill>
                <a:latin typeface="Calibri"/>
                <a:cs typeface="Calibri"/>
              </a:rPr>
              <a:t>teams</a:t>
            </a:r>
            <a:r>
              <a:rPr sz="3600" spc="135" dirty="0">
                <a:solidFill>
                  <a:srgbClr val="C00000"/>
                </a:solidFill>
                <a:latin typeface="Calibri"/>
                <a:cs typeface="Calibri"/>
              </a:rPr>
              <a:t>  </a:t>
            </a:r>
            <a:r>
              <a:rPr sz="3600" dirty="0">
                <a:solidFill>
                  <a:srgbClr val="C00000"/>
                </a:solidFill>
                <a:latin typeface="Calibri"/>
                <a:cs typeface="Calibri"/>
              </a:rPr>
              <a:t>are</a:t>
            </a:r>
            <a:r>
              <a:rPr sz="3600" spc="135" dirty="0">
                <a:solidFill>
                  <a:srgbClr val="C00000"/>
                </a:solidFill>
                <a:latin typeface="Calibri"/>
                <a:cs typeface="Calibri"/>
              </a:rPr>
              <a:t>  </a:t>
            </a:r>
            <a:r>
              <a:rPr sz="3600" dirty="0">
                <a:solidFill>
                  <a:srgbClr val="C00000"/>
                </a:solidFill>
                <a:latin typeface="Calibri"/>
                <a:cs typeface="Calibri"/>
              </a:rPr>
              <a:t>formed;</a:t>
            </a:r>
            <a:r>
              <a:rPr sz="3600" spc="135" dirty="0">
                <a:solidFill>
                  <a:srgbClr val="C00000"/>
                </a:solidFill>
                <a:latin typeface="Calibri"/>
                <a:cs typeface="Calibri"/>
              </a:rPr>
              <a:t>  </a:t>
            </a:r>
            <a:r>
              <a:rPr sz="3600" spc="-10" dirty="0">
                <a:solidFill>
                  <a:srgbClr val="C00000"/>
                </a:solidFill>
                <a:latin typeface="Calibri"/>
                <a:cs typeface="Calibri"/>
              </a:rPr>
              <a:t>major </a:t>
            </a:r>
            <a:r>
              <a:rPr sz="3600" dirty="0">
                <a:solidFill>
                  <a:srgbClr val="C00000"/>
                </a:solidFill>
                <a:latin typeface="Calibri"/>
                <a:cs typeface="Calibri"/>
              </a:rPr>
              <a:t>responsibilities</a:t>
            </a:r>
            <a:r>
              <a:rPr sz="3600" spc="-114" dirty="0">
                <a:solidFill>
                  <a:srgbClr val="C00000"/>
                </a:solidFill>
                <a:latin typeface="Calibri"/>
                <a:cs typeface="Calibri"/>
              </a:rPr>
              <a:t> </a:t>
            </a:r>
            <a:r>
              <a:rPr sz="3600" dirty="0">
                <a:solidFill>
                  <a:srgbClr val="C00000"/>
                </a:solidFill>
                <a:latin typeface="Calibri"/>
                <a:cs typeface="Calibri"/>
              </a:rPr>
              <a:t>are</a:t>
            </a:r>
            <a:r>
              <a:rPr sz="3600" spc="-125" dirty="0">
                <a:solidFill>
                  <a:srgbClr val="C00000"/>
                </a:solidFill>
                <a:latin typeface="Calibri"/>
                <a:cs typeface="Calibri"/>
              </a:rPr>
              <a:t> </a:t>
            </a:r>
            <a:r>
              <a:rPr sz="3600" spc="-10" dirty="0">
                <a:solidFill>
                  <a:srgbClr val="C00000"/>
                </a:solidFill>
                <a:latin typeface="Calibri"/>
                <a:cs typeface="Calibri"/>
              </a:rPr>
              <a:t>assigned</a:t>
            </a:r>
            <a:r>
              <a:rPr sz="3600" spc="-10" dirty="0">
                <a:latin typeface="Calibri"/>
                <a:cs typeface="Calibri"/>
              </a:rPr>
              <a:t>.</a:t>
            </a:r>
            <a:endParaRPr sz="3600">
              <a:latin typeface="Calibri"/>
              <a:cs typeface="Calibri"/>
            </a:endParaRPr>
          </a:p>
          <a:p>
            <a:pPr marL="241300" marR="5080" indent="-228600" algn="just">
              <a:lnSpc>
                <a:spcPct val="90300"/>
              </a:lnSpc>
              <a:spcBef>
                <a:spcPts val="995"/>
              </a:spcBef>
              <a:buFont typeface="Arial MT"/>
              <a:buChar char="•"/>
              <a:tabLst>
                <a:tab pos="241300" algn="l"/>
              </a:tabLst>
            </a:pPr>
            <a:r>
              <a:rPr sz="3600" b="1" dirty="0">
                <a:latin typeface="Calibri"/>
                <a:cs typeface="Calibri"/>
              </a:rPr>
              <a:t>Planning</a:t>
            </a:r>
            <a:r>
              <a:rPr sz="3600" b="1" spc="350" dirty="0">
                <a:latin typeface="Calibri"/>
                <a:cs typeface="Calibri"/>
              </a:rPr>
              <a:t> </a:t>
            </a:r>
            <a:r>
              <a:rPr sz="3600" b="1" dirty="0">
                <a:latin typeface="Calibri"/>
                <a:cs typeface="Calibri"/>
              </a:rPr>
              <a:t>stage:</a:t>
            </a:r>
            <a:r>
              <a:rPr sz="3600" b="1" spc="340" dirty="0">
                <a:latin typeface="Calibri"/>
                <a:cs typeface="Calibri"/>
              </a:rPr>
              <a:t> </a:t>
            </a:r>
            <a:r>
              <a:rPr sz="3600" dirty="0">
                <a:solidFill>
                  <a:srgbClr val="262EA4"/>
                </a:solidFill>
                <a:latin typeface="Calibri"/>
                <a:cs typeface="Calibri"/>
              </a:rPr>
              <a:t>The</a:t>
            </a:r>
            <a:r>
              <a:rPr sz="3600" spc="335" dirty="0">
                <a:solidFill>
                  <a:srgbClr val="262EA4"/>
                </a:solidFill>
                <a:latin typeface="Calibri"/>
                <a:cs typeface="Calibri"/>
              </a:rPr>
              <a:t> </a:t>
            </a:r>
            <a:r>
              <a:rPr sz="3600" dirty="0">
                <a:solidFill>
                  <a:srgbClr val="262EA4"/>
                </a:solidFill>
                <a:latin typeface="Calibri"/>
                <a:cs typeface="Calibri"/>
              </a:rPr>
              <a:t>level</a:t>
            </a:r>
            <a:r>
              <a:rPr sz="3600" spc="345" dirty="0">
                <a:solidFill>
                  <a:srgbClr val="262EA4"/>
                </a:solidFill>
                <a:latin typeface="Calibri"/>
                <a:cs typeface="Calibri"/>
              </a:rPr>
              <a:t> </a:t>
            </a:r>
            <a:r>
              <a:rPr sz="3600" dirty="0">
                <a:solidFill>
                  <a:srgbClr val="262EA4"/>
                </a:solidFill>
                <a:latin typeface="Calibri"/>
                <a:cs typeface="Calibri"/>
              </a:rPr>
              <a:t>of</a:t>
            </a:r>
            <a:r>
              <a:rPr sz="3600" spc="345" dirty="0">
                <a:solidFill>
                  <a:srgbClr val="262EA4"/>
                </a:solidFill>
                <a:latin typeface="Calibri"/>
                <a:cs typeface="Calibri"/>
              </a:rPr>
              <a:t> </a:t>
            </a:r>
            <a:r>
              <a:rPr sz="3600" dirty="0">
                <a:solidFill>
                  <a:srgbClr val="262EA4"/>
                </a:solidFill>
                <a:latin typeface="Calibri"/>
                <a:cs typeface="Calibri"/>
              </a:rPr>
              <a:t>effort</a:t>
            </a:r>
            <a:r>
              <a:rPr sz="3600" spc="345" dirty="0">
                <a:solidFill>
                  <a:srgbClr val="262EA4"/>
                </a:solidFill>
                <a:latin typeface="Calibri"/>
                <a:cs typeface="Calibri"/>
              </a:rPr>
              <a:t> </a:t>
            </a:r>
            <a:r>
              <a:rPr sz="3600" dirty="0">
                <a:solidFill>
                  <a:srgbClr val="262EA4"/>
                </a:solidFill>
                <a:latin typeface="Calibri"/>
                <a:cs typeface="Calibri"/>
              </a:rPr>
              <a:t>increases,</a:t>
            </a:r>
            <a:r>
              <a:rPr sz="3600" spc="350" dirty="0">
                <a:solidFill>
                  <a:srgbClr val="262EA4"/>
                </a:solidFill>
                <a:latin typeface="Calibri"/>
                <a:cs typeface="Calibri"/>
              </a:rPr>
              <a:t> </a:t>
            </a:r>
            <a:r>
              <a:rPr sz="3600" dirty="0">
                <a:solidFill>
                  <a:srgbClr val="262EA4"/>
                </a:solidFill>
                <a:latin typeface="Calibri"/>
                <a:cs typeface="Calibri"/>
              </a:rPr>
              <a:t>and</a:t>
            </a:r>
            <a:r>
              <a:rPr sz="3600" spc="340" dirty="0">
                <a:solidFill>
                  <a:srgbClr val="262EA4"/>
                </a:solidFill>
                <a:latin typeface="Calibri"/>
                <a:cs typeface="Calibri"/>
              </a:rPr>
              <a:t> </a:t>
            </a:r>
            <a:r>
              <a:rPr sz="3600" spc="-10" dirty="0">
                <a:solidFill>
                  <a:srgbClr val="262EA4"/>
                </a:solidFill>
                <a:latin typeface="Calibri"/>
                <a:cs typeface="Calibri"/>
              </a:rPr>
              <a:t>plans </a:t>
            </a:r>
            <a:r>
              <a:rPr sz="3600" dirty="0">
                <a:solidFill>
                  <a:srgbClr val="262EA4"/>
                </a:solidFill>
                <a:latin typeface="Calibri"/>
                <a:cs typeface="Calibri"/>
              </a:rPr>
              <a:t>are</a:t>
            </a:r>
            <a:r>
              <a:rPr sz="3600" spc="105" dirty="0">
                <a:solidFill>
                  <a:srgbClr val="262EA4"/>
                </a:solidFill>
                <a:latin typeface="Calibri"/>
                <a:cs typeface="Calibri"/>
              </a:rPr>
              <a:t> </a:t>
            </a:r>
            <a:r>
              <a:rPr sz="3600" dirty="0">
                <a:solidFill>
                  <a:srgbClr val="262EA4"/>
                </a:solidFill>
                <a:latin typeface="Calibri"/>
                <a:cs typeface="Calibri"/>
              </a:rPr>
              <a:t>developed</a:t>
            </a:r>
            <a:r>
              <a:rPr sz="3600" spc="105" dirty="0">
                <a:solidFill>
                  <a:srgbClr val="262EA4"/>
                </a:solidFill>
                <a:latin typeface="Calibri"/>
                <a:cs typeface="Calibri"/>
              </a:rPr>
              <a:t> </a:t>
            </a:r>
            <a:r>
              <a:rPr sz="3600" dirty="0">
                <a:solidFill>
                  <a:srgbClr val="262EA4"/>
                </a:solidFill>
                <a:latin typeface="Calibri"/>
                <a:cs typeface="Calibri"/>
              </a:rPr>
              <a:t>to</a:t>
            </a:r>
            <a:r>
              <a:rPr sz="3600" spc="114" dirty="0">
                <a:solidFill>
                  <a:srgbClr val="262EA4"/>
                </a:solidFill>
                <a:latin typeface="Calibri"/>
                <a:cs typeface="Calibri"/>
              </a:rPr>
              <a:t> </a:t>
            </a:r>
            <a:r>
              <a:rPr sz="3600" dirty="0">
                <a:solidFill>
                  <a:srgbClr val="262EA4"/>
                </a:solidFill>
                <a:latin typeface="Calibri"/>
                <a:cs typeface="Calibri"/>
              </a:rPr>
              <a:t>determine</a:t>
            </a:r>
            <a:r>
              <a:rPr sz="3600" spc="110" dirty="0">
                <a:solidFill>
                  <a:srgbClr val="262EA4"/>
                </a:solidFill>
                <a:latin typeface="Calibri"/>
                <a:cs typeface="Calibri"/>
              </a:rPr>
              <a:t> </a:t>
            </a:r>
            <a:r>
              <a:rPr sz="3600" dirty="0">
                <a:solidFill>
                  <a:srgbClr val="262EA4"/>
                </a:solidFill>
                <a:latin typeface="Calibri"/>
                <a:cs typeface="Calibri"/>
              </a:rPr>
              <a:t>what</a:t>
            </a:r>
            <a:r>
              <a:rPr sz="3600" spc="110" dirty="0">
                <a:solidFill>
                  <a:srgbClr val="262EA4"/>
                </a:solidFill>
                <a:latin typeface="Calibri"/>
                <a:cs typeface="Calibri"/>
              </a:rPr>
              <a:t> </a:t>
            </a:r>
            <a:r>
              <a:rPr sz="3600" dirty="0">
                <a:solidFill>
                  <a:srgbClr val="262EA4"/>
                </a:solidFill>
                <a:latin typeface="Calibri"/>
                <a:cs typeface="Calibri"/>
              </a:rPr>
              <a:t>the</a:t>
            </a:r>
            <a:r>
              <a:rPr sz="3600" spc="110" dirty="0">
                <a:solidFill>
                  <a:srgbClr val="262EA4"/>
                </a:solidFill>
                <a:latin typeface="Calibri"/>
                <a:cs typeface="Calibri"/>
              </a:rPr>
              <a:t> </a:t>
            </a:r>
            <a:r>
              <a:rPr sz="3600" dirty="0">
                <a:solidFill>
                  <a:srgbClr val="262EA4"/>
                </a:solidFill>
                <a:latin typeface="Calibri"/>
                <a:cs typeface="Calibri"/>
              </a:rPr>
              <a:t>project</a:t>
            </a:r>
            <a:r>
              <a:rPr sz="3600" spc="105" dirty="0">
                <a:solidFill>
                  <a:srgbClr val="262EA4"/>
                </a:solidFill>
                <a:latin typeface="Calibri"/>
                <a:cs typeface="Calibri"/>
              </a:rPr>
              <a:t> </a:t>
            </a:r>
            <a:r>
              <a:rPr sz="3600" dirty="0">
                <a:solidFill>
                  <a:srgbClr val="262EA4"/>
                </a:solidFill>
                <a:latin typeface="Calibri"/>
                <a:cs typeface="Calibri"/>
              </a:rPr>
              <a:t>will</a:t>
            </a:r>
            <a:r>
              <a:rPr sz="3600" spc="114" dirty="0">
                <a:solidFill>
                  <a:srgbClr val="262EA4"/>
                </a:solidFill>
                <a:latin typeface="Calibri"/>
                <a:cs typeface="Calibri"/>
              </a:rPr>
              <a:t> </a:t>
            </a:r>
            <a:r>
              <a:rPr sz="3600" spc="-10" dirty="0">
                <a:solidFill>
                  <a:srgbClr val="262EA4"/>
                </a:solidFill>
                <a:latin typeface="Calibri"/>
                <a:cs typeface="Calibri"/>
              </a:rPr>
              <a:t>entail, </a:t>
            </a:r>
            <a:r>
              <a:rPr sz="3600" dirty="0">
                <a:solidFill>
                  <a:srgbClr val="262EA4"/>
                </a:solidFill>
                <a:latin typeface="Calibri"/>
                <a:cs typeface="Calibri"/>
              </a:rPr>
              <a:t>when</a:t>
            </a:r>
            <a:r>
              <a:rPr sz="3600" spc="630" dirty="0">
                <a:solidFill>
                  <a:srgbClr val="262EA4"/>
                </a:solidFill>
                <a:latin typeface="Calibri"/>
                <a:cs typeface="Calibri"/>
              </a:rPr>
              <a:t> </a:t>
            </a:r>
            <a:r>
              <a:rPr sz="3600" dirty="0">
                <a:solidFill>
                  <a:srgbClr val="262EA4"/>
                </a:solidFill>
                <a:latin typeface="Calibri"/>
                <a:cs typeface="Calibri"/>
              </a:rPr>
              <a:t>it</a:t>
            </a:r>
            <a:r>
              <a:rPr sz="3600" spc="625" dirty="0">
                <a:solidFill>
                  <a:srgbClr val="262EA4"/>
                </a:solidFill>
                <a:latin typeface="Calibri"/>
                <a:cs typeface="Calibri"/>
              </a:rPr>
              <a:t> </a:t>
            </a:r>
            <a:r>
              <a:rPr sz="3600" dirty="0">
                <a:solidFill>
                  <a:srgbClr val="262EA4"/>
                </a:solidFill>
                <a:latin typeface="Calibri"/>
                <a:cs typeface="Calibri"/>
              </a:rPr>
              <a:t>will</a:t>
            </a:r>
            <a:r>
              <a:rPr sz="3600" spc="635" dirty="0">
                <a:solidFill>
                  <a:srgbClr val="262EA4"/>
                </a:solidFill>
                <a:latin typeface="Calibri"/>
                <a:cs typeface="Calibri"/>
              </a:rPr>
              <a:t> </a:t>
            </a:r>
            <a:r>
              <a:rPr sz="3600" dirty="0">
                <a:solidFill>
                  <a:srgbClr val="262EA4"/>
                </a:solidFill>
                <a:latin typeface="Calibri"/>
                <a:cs typeface="Calibri"/>
              </a:rPr>
              <a:t>be</a:t>
            </a:r>
            <a:r>
              <a:rPr sz="3600" spc="625" dirty="0">
                <a:solidFill>
                  <a:srgbClr val="262EA4"/>
                </a:solidFill>
                <a:latin typeface="Calibri"/>
                <a:cs typeface="Calibri"/>
              </a:rPr>
              <a:t> </a:t>
            </a:r>
            <a:r>
              <a:rPr sz="3600" dirty="0">
                <a:solidFill>
                  <a:srgbClr val="262EA4"/>
                </a:solidFill>
                <a:latin typeface="Calibri"/>
                <a:cs typeface="Calibri"/>
              </a:rPr>
              <a:t>scheduled,</a:t>
            </a:r>
            <a:r>
              <a:rPr sz="3600" spc="635" dirty="0">
                <a:solidFill>
                  <a:srgbClr val="262EA4"/>
                </a:solidFill>
                <a:latin typeface="Calibri"/>
                <a:cs typeface="Calibri"/>
              </a:rPr>
              <a:t> </a:t>
            </a:r>
            <a:r>
              <a:rPr sz="3600" dirty="0">
                <a:solidFill>
                  <a:srgbClr val="262EA4"/>
                </a:solidFill>
                <a:latin typeface="Calibri"/>
                <a:cs typeface="Calibri"/>
              </a:rPr>
              <a:t>whom</a:t>
            </a:r>
            <a:r>
              <a:rPr sz="3600" spc="635" dirty="0">
                <a:solidFill>
                  <a:srgbClr val="262EA4"/>
                </a:solidFill>
                <a:latin typeface="Calibri"/>
                <a:cs typeface="Calibri"/>
              </a:rPr>
              <a:t> </a:t>
            </a:r>
            <a:r>
              <a:rPr sz="3600" dirty="0">
                <a:solidFill>
                  <a:srgbClr val="262EA4"/>
                </a:solidFill>
                <a:latin typeface="Calibri"/>
                <a:cs typeface="Calibri"/>
              </a:rPr>
              <a:t>it</a:t>
            </a:r>
            <a:r>
              <a:rPr sz="3600" spc="625" dirty="0">
                <a:solidFill>
                  <a:srgbClr val="262EA4"/>
                </a:solidFill>
                <a:latin typeface="Calibri"/>
                <a:cs typeface="Calibri"/>
              </a:rPr>
              <a:t> </a:t>
            </a:r>
            <a:r>
              <a:rPr sz="3600" dirty="0">
                <a:solidFill>
                  <a:srgbClr val="262EA4"/>
                </a:solidFill>
                <a:latin typeface="Calibri"/>
                <a:cs typeface="Calibri"/>
              </a:rPr>
              <a:t>will</a:t>
            </a:r>
            <a:r>
              <a:rPr sz="3600" spc="630" dirty="0">
                <a:solidFill>
                  <a:srgbClr val="262EA4"/>
                </a:solidFill>
                <a:latin typeface="Calibri"/>
                <a:cs typeface="Calibri"/>
              </a:rPr>
              <a:t> </a:t>
            </a:r>
            <a:r>
              <a:rPr sz="3600" dirty="0">
                <a:solidFill>
                  <a:srgbClr val="262EA4"/>
                </a:solidFill>
                <a:latin typeface="Calibri"/>
                <a:cs typeface="Calibri"/>
              </a:rPr>
              <a:t>benefit,</a:t>
            </a:r>
            <a:r>
              <a:rPr sz="3600" spc="635" dirty="0">
                <a:solidFill>
                  <a:srgbClr val="262EA4"/>
                </a:solidFill>
                <a:latin typeface="Calibri"/>
                <a:cs typeface="Calibri"/>
              </a:rPr>
              <a:t> </a:t>
            </a:r>
            <a:r>
              <a:rPr sz="3600" spc="-20" dirty="0">
                <a:solidFill>
                  <a:srgbClr val="262EA4"/>
                </a:solidFill>
                <a:latin typeface="Calibri"/>
                <a:cs typeface="Calibri"/>
              </a:rPr>
              <a:t>what </a:t>
            </a:r>
            <a:r>
              <a:rPr sz="3600" dirty="0">
                <a:solidFill>
                  <a:srgbClr val="262EA4"/>
                </a:solidFill>
                <a:latin typeface="Calibri"/>
                <a:cs typeface="Calibri"/>
              </a:rPr>
              <a:t>quality</a:t>
            </a:r>
            <a:r>
              <a:rPr sz="3600" spc="35" dirty="0">
                <a:solidFill>
                  <a:srgbClr val="262EA4"/>
                </a:solidFill>
                <a:latin typeface="Calibri"/>
                <a:cs typeface="Calibri"/>
              </a:rPr>
              <a:t> </a:t>
            </a:r>
            <a:r>
              <a:rPr sz="3600" dirty="0">
                <a:solidFill>
                  <a:srgbClr val="262EA4"/>
                </a:solidFill>
                <a:latin typeface="Calibri"/>
                <a:cs typeface="Calibri"/>
              </a:rPr>
              <a:t>level</a:t>
            </a:r>
            <a:r>
              <a:rPr sz="3600" spc="45" dirty="0">
                <a:solidFill>
                  <a:srgbClr val="262EA4"/>
                </a:solidFill>
                <a:latin typeface="Calibri"/>
                <a:cs typeface="Calibri"/>
              </a:rPr>
              <a:t> </a:t>
            </a:r>
            <a:r>
              <a:rPr sz="3600" dirty="0">
                <a:solidFill>
                  <a:srgbClr val="262EA4"/>
                </a:solidFill>
                <a:latin typeface="Calibri"/>
                <a:cs typeface="Calibri"/>
              </a:rPr>
              <a:t>should</a:t>
            </a:r>
            <a:r>
              <a:rPr sz="3600" spc="45" dirty="0">
                <a:solidFill>
                  <a:srgbClr val="262EA4"/>
                </a:solidFill>
                <a:latin typeface="Calibri"/>
                <a:cs typeface="Calibri"/>
              </a:rPr>
              <a:t> </a:t>
            </a:r>
            <a:r>
              <a:rPr sz="3600" dirty="0">
                <a:solidFill>
                  <a:srgbClr val="262EA4"/>
                </a:solidFill>
                <a:latin typeface="Calibri"/>
                <a:cs typeface="Calibri"/>
              </a:rPr>
              <a:t>be</a:t>
            </a:r>
            <a:r>
              <a:rPr sz="3600" spc="35" dirty="0">
                <a:solidFill>
                  <a:srgbClr val="262EA4"/>
                </a:solidFill>
                <a:latin typeface="Calibri"/>
                <a:cs typeface="Calibri"/>
              </a:rPr>
              <a:t> </a:t>
            </a:r>
            <a:r>
              <a:rPr sz="3600" dirty="0">
                <a:solidFill>
                  <a:srgbClr val="262EA4"/>
                </a:solidFill>
                <a:latin typeface="Calibri"/>
                <a:cs typeface="Calibri"/>
              </a:rPr>
              <a:t>maintained,</a:t>
            </a:r>
            <a:r>
              <a:rPr sz="3600" spc="40" dirty="0">
                <a:solidFill>
                  <a:srgbClr val="262EA4"/>
                </a:solidFill>
                <a:latin typeface="Calibri"/>
                <a:cs typeface="Calibri"/>
              </a:rPr>
              <a:t> </a:t>
            </a:r>
            <a:r>
              <a:rPr sz="3600" dirty="0">
                <a:solidFill>
                  <a:srgbClr val="262EA4"/>
                </a:solidFill>
                <a:latin typeface="Calibri"/>
                <a:cs typeface="Calibri"/>
              </a:rPr>
              <a:t>and</a:t>
            </a:r>
            <a:r>
              <a:rPr sz="3600" spc="40" dirty="0">
                <a:solidFill>
                  <a:srgbClr val="262EA4"/>
                </a:solidFill>
                <a:latin typeface="Calibri"/>
                <a:cs typeface="Calibri"/>
              </a:rPr>
              <a:t> </a:t>
            </a:r>
            <a:r>
              <a:rPr sz="3600" dirty="0">
                <a:solidFill>
                  <a:srgbClr val="262EA4"/>
                </a:solidFill>
                <a:latin typeface="Calibri"/>
                <a:cs typeface="Calibri"/>
              </a:rPr>
              <a:t>what</a:t>
            </a:r>
            <a:r>
              <a:rPr sz="3600" spc="45" dirty="0">
                <a:solidFill>
                  <a:srgbClr val="262EA4"/>
                </a:solidFill>
                <a:latin typeface="Calibri"/>
                <a:cs typeface="Calibri"/>
              </a:rPr>
              <a:t> </a:t>
            </a:r>
            <a:r>
              <a:rPr sz="3600" dirty="0">
                <a:solidFill>
                  <a:srgbClr val="262EA4"/>
                </a:solidFill>
                <a:latin typeface="Calibri"/>
                <a:cs typeface="Calibri"/>
              </a:rPr>
              <a:t>the</a:t>
            </a:r>
            <a:r>
              <a:rPr sz="3600" spc="40" dirty="0">
                <a:solidFill>
                  <a:srgbClr val="262EA4"/>
                </a:solidFill>
                <a:latin typeface="Calibri"/>
                <a:cs typeface="Calibri"/>
              </a:rPr>
              <a:t> </a:t>
            </a:r>
            <a:r>
              <a:rPr sz="3600" spc="-10" dirty="0">
                <a:solidFill>
                  <a:srgbClr val="262EA4"/>
                </a:solidFill>
                <a:latin typeface="Calibri"/>
                <a:cs typeface="Calibri"/>
              </a:rPr>
              <a:t>budget </a:t>
            </a:r>
            <a:r>
              <a:rPr sz="3600" dirty="0">
                <a:solidFill>
                  <a:srgbClr val="262EA4"/>
                </a:solidFill>
                <a:latin typeface="Calibri"/>
                <a:cs typeface="Calibri"/>
              </a:rPr>
              <a:t>will</a:t>
            </a:r>
            <a:r>
              <a:rPr sz="3600" spc="-20" dirty="0">
                <a:solidFill>
                  <a:srgbClr val="262EA4"/>
                </a:solidFill>
                <a:latin typeface="Calibri"/>
                <a:cs typeface="Calibri"/>
              </a:rPr>
              <a:t> </a:t>
            </a:r>
            <a:r>
              <a:rPr sz="3600" spc="-25" dirty="0">
                <a:solidFill>
                  <a:srgbClr val="262EA4"/>
                </a:solidFill>
                <a:latin typeface="Calibri"/>
                <a:cs typeface="Calibri"/>
              </a:rPr>
              <a:t>be</a:t>
            </a:r>
            <a:r>
              <a:rPr sz="3600" spc="-25" dirty="0">
                <a:latin typeface="Calibri"/>
                <a:cs typeface="Calibri"/>
              </a:rPr>
              <a:t>.</a:t>
            </a:r>
            <a:endParaRPr sz="3600">
              <a:latin typeface="Calibri"/>
              <a:cs typeface="Calibri"/>
            </a:endParaRPr>
          </a:p>
        </p:txBody>
      </p:sp>
      <p:sp>
        <p:nvSpPr>
          <p:cNvPr id="4" name="object 4"/>
          <p:cNvSpPr txBox="1"/>
          <p:nvPr/>
        </p:nvSpPr>
        <p:spPr>
          <a:xfrm>
            <a:off x="11739204" y="6421628"/>
            <a:ext cx="180975" cy="208279"/>
          </a:xfrm>
          <a:prstGeom prst="rect">
            <a:avLst/>
          </a:prstGeom>
        </p:spPr>
        <p:txBody>
          <a:bodyPr vert="horz" wrap="square" lIns="0" tIns="12700" rIns="0" bIns="0" rtlCol="0">
            <a:spAutoFit/>
          </a:bodyPr>
          <a:lstStyle/>
          <a:p>
            <a:pPr marL="12700">
              <a:lnSpc>
                <a:spcPct val="100000"/>
              </a:lnSpc>
              <a:spcBef>
                <a:spcPts val="100"/>
              </a:spcBef>
            </a:pPr>
            <a:r>
              <a:rPr sz="1200" b="1" spc="-25" dirty="0">
                <a:solidFill>
                  <a:srgbClr val="898989"/>
                </a:solidFill>
                <a:latin typeface="Calibri"/>
                <a:cs typeface="Calibri"/>
              </a:rPr>
              <a:t>14</a:t>
            </a:r>
            <a:endParaRPr sz="1200">
              <a:latin typeface="Calibri"/>
              <a:cs typeface="Calibri"/>
            </a:endParaRPr>
          </a:p>
        </p:txBody>
      </p:sp>
      <p:pic>
        <p:nvPicPr>
          <p:cNvPr id="5" name="Picture 2">
            <a:extLst>
              <a:ext uri="{FF2B5EF4-FFF2-40B4-BE49-F238E27FC236}">
                <a16:creationId xmlns:a16="http://schemas.microsoft.com/office/drawing/2014/main" id="{E46BC0CB-8750-DA76-B7B8-9F03AE73392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63150" y="0"/>
            <a:ext cx="2228850" cy="12382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513715">
              <a:lnSpc>
                <a:spcPct val="100000"/>
              </a:lnSpc>
              <a:spcBef>
                <a:spcPts val="110"/>
              </a:spcBef>
            </a:pPr>
            <a:r>
              <a:rPr b="1" u="sng" spc="80" dirty="0">
                <a:solidFill>
                  <a:srgbClr val="FF0000"/>
                </a:solidFill>
              </a:rPr>
              <a:t>Project Life Cycle </a:t>
            </a:r>
            <a:r>
              <a:rPr sz="1950" u="none" spc="-10" dirty="0">
                <a:solidFill>
                  <a:srgbClr val="000000"/>
                </a:solidFill>
              </a:rPr>
              <a:t>(2/2)</a:t>
            </a:r>
            <a:endParaRPr sz="1950" dirty="0"/>
          </a:p>
        </p:txBody>
      </p:sp>
      <p:sp>
        <p:nvSpPr>
          <p:cNvPr id="3" name="object 3"/>
          <p:cNvSpPr txBox="1"/>
          <p:nvPr/>
        </p:nvSpPr>
        <p:spPr>
          <a:xfrm>
            <a:off x="708393" y="1575308"/>
            <a:ext cx="10796905" cy="5130800"/>
          </a:xfrm>
          <a:prstGeom prst="rect">
            <a:avLst/>
          </a:prstGeom>
        </p:spPr>
        <p:txBody>
          <a:bodyPr vert="horz" wrap="square" lIns="0" tIns="60325" rIns="0" bIns="0" rtlCol="0">
            <a:spAutoFit/>
          </a:bodyPr>
          <a:lstStyle/>
          <a:p>
            <a:pPr marL="241300" marR="5715" indent="-228600" algn="just">
              <a:lnSpc>
                <a:spcPct val="89500"/>
              </a:lnSpc>
              <a:spcBef>
                <a:spcPts val="475"/>
              </a:spcBef>
              <a:buFont typeface="Arial MT"/>
              <a:buChar char="•"/>
              <a:tabLst>
                <a:tab pos="241300" algn="l"/>
              </a:tabLst>
            </a:pPr>
            <a:r>
              <a:rPr sz="3000" b="1" dirty="0">
                <a:latin typeface="Calibri"/>
                <a:cs typeface="Calibri"/>
              </a:rPr>
              <a:t>Executing</a:t>
            </a:r>
            <a:r>
              <a:rPr sz="3000" b="1" spc="60" dirty="0">
                <a:latin typeface="Calibri"/>
                <a:cs typeface="Calibri"/>
              </a:rPr>
              <a:t>  </a:t>
            </a:r>
            <a:r>
              <a:rPr sz="3000" b="1" dirty="0">
                <a:latin typeface="Calibri"/>
                <a:cs typeface="Calibri"/>
              </a:rPr>
              <a:t>stage:</a:t>
            </a:r>
            <a:r>
              <a:rPr sz="3000" b="1" spc="55" dirty="0">
                <a:latin typeface="Calibri"/>
                <a:cs typeface="Calibri"/>
              </a:rPr>
              <a:t>  </a:t>
            </a:r>
            <a:r>
              <a:rPr sz="3000" dirty="0">
                <a:solidFill>
                  <a:srgbClr val="C00000"/>
                </a:solidFill>
                <a:latin typeface="Calibri"/>
                <a:cs typeface="Calibri"/>
              </a:rPr>
              <a:t>The</a:t>
            </a:r>
            <a:r>
              <a:rPr sz="3000" spc="55" dirty="0">
                <a:solidFill>
                  <a:srgbClr val="C00000"/>
                </a:solidFill>
                <a:latin typeface="Calibri"/>
                <a:cs typeface="Calibri"/>
              </a:rPr>
              <a:t>  </a:t>
            </a:r>
            <a:r>
              <a:rPr sz="3000" dirty="0">
                <a:solidFill>
                  <a:srgbClr val="C00000"/>
                </a:solidFill>
                <a:latin typeface="Calibri"/>
                <a:cs typeface="Calibri"/>
              </a:rPr>
              <a:t>physical</a:t>
            </a:r>
            <a:r>
              <a:rPr sz="3000" spc="60" dirty="0">
                <a:solidFill>
                  <a:srgbClr val="C00000"/>
                </a:solidFill>
                <a:latin typeface="Calibri"/>
                <a:cs typeface="Calibri"/>
              </a:rPr>
              <a:t>  </a:t>
            </a:r>
            <a:r>
              <a:rPr sz="3000" dirty="0">
                <a:solidFill>
                  <a:srgbClr val="C00000"/>
                </a:solidFill>
                <a:latin typeface="Calibri"/>
                <a:cs typeface="Calibri"/>
              </a:rPr>
              <a:t>product</a:t>
            </a:r>
            <a:r>
              <a:rPr sz="3000" spc="55" dirty="0">
                <a:solidFill>
                  <a:srgbClr val="C00000"/>
                </a:solidFill>
                <a:latin typeface="Calibri"/>
                <a:cs typeface="Calibri"/>
              </a:rPr>
              <a:t>  </a:t>
            </a:r>
            <a:r>
              <a:rPr sz="3000" dirty="0">
                <a:solidFill>
                  <a:srgbClr val="C00000"/>
                </a:solidFill>
                <a:latin typeface="Calibri"/>
                <a:cs typeface="Calibri"/>
              </a:rPr>
              <a:t>is</a:t>
            </a:r>
            <a:r>
              <a:rPr sz="3000" spc="60" dirty="0">
                <a:solidFill>
                  <a:srgbClr val="C00000"/>
                </a:solidFill>
                <a:latin typeface="Calibri"/>
                <a:cs typeface="Calibri"/>
              </a:rPr>
              <a:t>  </a:t>
            </a:r>
            <a:r>
              <a:rPr sz="3000" dirty="0">
                <a:solidFill>
                  <a:srgbClr val="C00000"/>
                </a:solidFill>
                <a:latin typeface="Calibri"/>
                <a:cs typeface="Calibri"/>
              </a:rPr>
              <a:t>produced</a:t>
            </a:r>
            <a:r>
              <a:rPr sz="3000" spc="55" dirty="0">
                <a:solidFill>
                  <a:srgbClr val="C00000"/>
                </a:solidFill>
                <a:latin typeface="Calibri"/>
                <a:cs typeface="Calibri"/>
              </a:rPr>
              <a:t>  </a:t>
            </a:r>
            <a:r>
              <a:rPr sz="3000" dirty="0">
                <a:solidFill>
                  <a:srgbClr val="C00000"/>
                </a:solidFill>
                <a:latin typeface="Calibri"/>
                <a:cs typeface="Calibri"/>
              </a:rPr>
              <a:t>(a</a:t>
            </a:r>
            <a:r>
              <a:rPr sz="3000" spc="60" dirty="0">
                <a:solidFill>
                  <a:srgbClr val="C00000"/>
                </a:solidFill>
                <a:latin typeface="Calibri"/>
                <a:cs typeface="Calibri"/>
              </a:rPr>
              <a:t>  </a:t>
            </a:r>
            <a:r>
              <a:rPr sz="3000" dirty="0">
                <a:solidFill>
                  <a:srgbClr val="C00000"/>
                </a:solidFill>
                <a:latin typeface="Calibri"/>
                <a:cs typeface="Calibri"/>
              </a:rPr>
              <a:t>bridge,</a:t>
            </a:r>
            <a:r>
              <a:rPr sz="3000" spc="55" dirty="0">
                <a:solidFill>
                  <a:srgbClr val="C00000"/>
                </a:solidFill>
                <a:latin typeface="Calibri"/>
                <a:cs typeface="Calibri"/>
              </a:rPr>
              <a:t>  </a:t>
            </a:r>
            <a:r>
              <a:rPr sz="3000" spc="-50" dirty="0">
                <a:solidFill>
                  <a:srgbClr val="C00000"/>
                </a:solidFill>
                <a:latin typeface="Calibri"/>
                <a:cs typeface="Calibri"/>
              </a:rPr>
              <a:t>a </a:t>
            </a:r>
            <a:r>
              <a:rPr sz="3000" dirty="0">
                <a:solidFill>
                  <a:srgbClr val="C00000"/>
                </a:solidFill>
                <a:latin typeface="Calibri"/>
                <a:cs typeface="Calibri"/>
              </a:rPr>
              <a:t>report,</a:t>
            </a:r>
            <a:r>
              <a:rPr sz="3000" spc="-15" dirty="0">
                <a:solidFill>
                  <a:srgbClr val="C00000"/>
                </a:solidFill>
                <a:latin typeface="Calibri"/>
                <a:cs typeface="Calibri"/>
              </a:rPr>
              <a:t> </a:t>
            </a:r>
            <a:r>
              <a:rPr sz="3000" dirty="0">
                <a:solidFill>
                  <a:srgbClr val="C00000"/>
                </a:solidFill>
                <a:latin typeface="Calibri"/>
                <a:cs typeface="Calibri"/>
              </a:rPr>
              <a:t>a</a:t>
            </a:r>
            <a:r>
              <a:rPr sz="3000" spc="-10" dirty="0">
                <a:solidFill>
                  <a:srgbClr val="C00000"/>
                </a:solidFill>
                <a:latin typeface="Calibri"/>
                <a:cs typeface="Calibri"/>
              </a:rPr>
              <a:t> </a:t>
            </a:r>
            <a:r>
              <a:rPr sz="3000" dirty="0">
                <a:solidFill>
                  <a:srgbClr val="C00000"/>
                </a:solidFill>
                <a:latin typeface="Calibri"/>
                <a:cs typeface="Calibri"/>
              </a:rPr>
              <a:t>software</a:t>
            </a:r>
            <a:r>
              <a:rPr sz="3000" spc="-20" dirty="0">
                <a:solidFill>
                  <a:srgbClr val="C00000"/>
                </a:solidFill>
                <a:latin typeface="Calibri"/>
                <a:cs typeface="Calibri"/>
              </a:rPr>
              <a:t> </a:t>
            </a:r>
            <a:r>
              <a:rPr sz="3000" dirty="0">
                <a:solidFill>
                  <a:srgbClr val="C00000"/>
                </a:solidFill>
                <a:latin typeface="Calibri"/>
                <a:cs typeface="Calibri"/>
              </a:rPr>
              <a:t>program).</a:t>
            </a:r>
            <a:r>
              <a:rPr sz="3000" spc="-5" dirty="0">
                <a:solidFill>
                  <a:srgbClr val="C00000"/>
                </a:solidFill>
                <a:latin typeface="Calibri"/>
                <a:cs typeface="Calibri"/>
              </a:rPr>
              <a:t> </a:t>
            </a:r>
            <a:r>
              <a:rPr sz="3000" dirty="0">
                <a:solidFill>
                  <a:srgbClr val="C00000"/>
                </a:solidFill>
                <a:latin typeface="Calibri"/>
                <a:cs typeface="Calibri"/>
              </a:rPr>
              <a:t>Time,</a:t>
            </a:r>
            <a:r>
              <a:rPr sz="3000" spc="-15" dirty="0">
                <a:solidFill>
                  <a:srgbClr val="C00000"/>
                </a:solidFill>
                <a:latin typeface="Calibri"/>
                <a:cs typeface="Calibri"/>
              </a:rPr>
              <a:t> </a:t>
            </a:r>
            <a:r>
              <a:rPr sz="3000" dirty="0">
                <a:solidFill>
                  <a:srgbClr val="C00000"/>
                </a:solidFill>
                <a:latin typeface="Calibri"/>
                <a:cs typeface="Calibri"/>
              </a:rPr>
              <a:t>cost,</a:t>
            </a:r>
            <a:r>
              <a:rPr sz="3000" spc="-10" dirty="0">
                <a:solidFill>
                  <a:srgbClr val="C00000"/>
                </a:solidFill>
                <a:latin typeface="Calibri"/>
                <a:cs typeface="Calibri"/>
              </a:rPr>
              <a:t> </a:t>
            </a:r>
            <a:r>
              <a:rPr sz="3000" dirty="0">
                <a:solidFill>
                  <a:srgbClr val="C00000"/>
                </a:solidFill>
                <a:latin typeface="Calibri"/>
                <a:cs typeface="Calibri"/>
              </a:rPr>
              <a:t>and</a:t>
            </a:r>
            <a:r>
              <a:rPr sz="3000" spc="-10" dirty="0">
                <a:solidFill>
                  <a:srgbClr val="C00000"/>
                </a:solidFill>
                <a:latin typeface="Calibri"/>
                <a:cs typeface="Calibri"/>
              </a:rPr>
              <a:t> </a:t>
            </a:r>
            <a:r>
              <a:rPr sz="3000" dirty="0">
                <a:solidFill>
                  <a:srgbClr val="C00000"/>
                </a:solidFill>
                <a:latin typeface="Calibri"/>
                <a:cs typeface="Calibri"/>
              </a:rPr>
              <a:t>specification</a:t>
            </a:r>
            <a:r>
              <a:rPr sz="3000" spc="-15" dirty="0">
                <a:solidFill>
                  <a:srgbClr val="C00000"/>
                </a:solidFill>
                <a:latin typeface="Calibri"/>
                <a:cs typeface="Calibri"/>
              </a:rPr>
              <a:t> </a:t>
            </a:r>
            <a:r>
              <a:rPr sz="3000" spc="-10" dirty="0">
                <a:solidFill>
                  <a:srgbClr val="C00000"/>
                </a:solidFill>
                <a:latin typeface="Calibri"/>
                <a:cs typeface="Calibri"/>
              </a:rPr>
              <a:t>measures </a:t>
            </a:r>
            <a:r>
              <a:rPr sz="3000" dirty="0">
                <a:solidFill>
                  <a:srgbClr val="C00000"/>
                </a:solidFill>
                <a:latin typeface="Calibri"/>
                <a:cs typeface="Calibri"/>
              </a:rPr>
              <a:t>are</a:t>
            </a:r>
            <a:r>
              <a:rPr sz="3000" spc="515" dirty="0">
                <a:solidFill>
                  <a:srgbClr val="C00000"/>
                </a:solidFill>
                <a:latin typeface="Calibri"/>
                <a:cs typeface="Calibri"/>
              </a:rPr>
              <a:t> </a:t>
            </a:r>
            <a:r>
              <a:rPr sz="3000" dirty="0">
                <a:solidFill>
                  <a:srgbClr val="C00000"/>
                </a:solidFill>
                <a:latin typeface="Calibri"/>
                <a:cs typeface="Calibri"/>
              </a:rPr>
              <a:t>used</a:t>
            </a:r>
            <a:r>
              <a:rPr sz="3000" spc="520" dirty="0">
                <a:solidFill>
                  <a:srgbClr val="C00000"/>
                </a:solidFill>
                <a:latin typeface="Calibri"/>
                <a:cs typeface="Calibri"/>
              </a:rPr>
              <a:t> </a:t>
            </a:r>
            <a:r>
              <a:rPr sz="3000" dirty="0">
                <a:solidFill>
                  <a:srgbClr val="C00000"/>
                </a:solidFill>
                <a:latin typeface="Calibri"/>
                <a:cs typeface="Calibri"/>
              </a:rPr>
              <a:t>for</a:t>
            </a:r>
            <a:r>
              <a:rPr sz="3000" spc="525" dirty="0">
                <a:solidFill>
                  <a:srgbClr val="C00000"/>
                </a:solidFill>
                <a:latin typeface="Calibri"/>
                <a:cs typeface="Calibri"/>
              </a:rPr>
              <a:t> </a:t>
            </a:r>
            <a:r>
              <a:rPr sz="3000" dirty="0">
                <a:solidFill>
                  <a:srgbClr val="C00000"/>
                </a:solidFill>
                <a:latin typeface="Calibri"/>
                <a:cs typeface="Calibri"/>
              </a:rPr>
              <a:t>control.</a:t>
            </a:r>
            <a:r>
              <a:rPr sz="3000" spc="525" dirty="0">
                <a:solidFill>
                  <a:srgbClr val="C00000"/>
                </a:solidFill>
                <a:latin typeface="Calibri"/>
                <a:cs typeface="Calibri"/>
              </a:rPr>
              <a:t> </a:t>
            </a:r>
            <a:r>
              <a:rPr sz="3000" dirty="0">
                <a:solidFill>
                  <a:srgbClr val="C00000"/>
                </a:solidFill>
                <a:latin typeface="Calibri"/>
                <a:cs typeface="Calibri"/>
              </a:rPr>
              <a:t>Is</a:t>
            </a:r>
            <a:r>
              <a:rPr sz="3000" spc="520" dirty="0">
                <a:solidFill>
                  <a:srgbClr val="C00000"/>
                </a:solidFill>
                <a:latin typeface="Calibri"/>
                <a:cs typeface="Calibri"/>
              </a:rPr>
              <a:t> </a:t>
            </a:r>
            <a:r>
              <a:rPr sz="3000" dirty="0">
                <a:solidFill>
                  <a:srgbClr val="C00000"/>
                </a:solidFill>
                <a:latin typeface="Calibri"/>
                <a:cs typeface="Calibri"/>
              </a:rPr>
              <a:t>the</a:t>
            </a:r>
            <a:r>
              <a:rPr sz="3000" spc="520" dirty="0">
                <a:solidFill>
                  <a:srgbClr val="C00000"/>
                </a:solidFill>
                <a:latin typeface="Calibri"/>
                <a:cs typeface="Calibri"/>
              </a:rPr>
              <a:t> </a:t>
            </a:r>
            <a:r>
              <a:rPr sz="3000" dirty="0">
                <a:solidFill>
                  <a:srgbClr val="C00000"/>
                </a:solidFill>
                <a:latin typeface="Calibri"/>
                <a:cs typeface="Calibri"/>
              </a:rPr>
              <a:t>project</a:t>
            </a:r>
            <a:r>
              <a:rPr sz="3000" spc="515" dirty="0">
                <a:solidFill>
                  <a:srgbClr val="C00000"/>
                </a:solidFill>
                <a:latin typeface="Calibri"/>
                <a:cs typeface="Calibri"/>
              </a:rPr>
              <a:t> </a:t>
            </a:r>
            <a:r>
              <a:rPr sz="3000" dirty="0">
                <a:solidFill>
                  <a:srgbClr val="C00000"/>
                </a:solidFill>
                <a:latin typeface="Calibri"/>
                <a:cs typeface="Calibri"/>
              </a:rPr>
              <a:t>on</a:t>
            </a:r>
            <a:r>
              <a:rPr sz="3000" spc="520" dirty="0">
                <a:solidFill>
                  <a:srgbClr val="C00000"/>
                </a:solidFill>
                <a:latin typeface="Calibri"/>
                <a:cs typeface="Calibri"/>
              </a:rPr>
              <a:t> </a:t>
            </a:r>
            <a:r>
              <a:rPr sz="3000" dirty="0">
                <a:solidFill>
                  <a:srgbClr val="C00000"/>
                </a:solidFill>
                <a:latin typeface="Calibri"/>
                <a:cs typeface="Calibri"/>
              </a:rPr>
              <a:t>schedule,</a:t>
            </a:r>
            <a:r>
              <a:rPr sz="3000" spc="520" dirty="0">
                <a:solidFill>
                  <a:srgbClr val="C00000"/>
                </a:solidFill>
                <a:latin typeface="Calibri"/>
                <a:cs typeface="Calibri"/>
              </a:rPr>
              <a:t> </a:t>
            </a:r>
            <a:r>
              <a:rPr sz="3000" dirty="0">
                <a:solidFill>
                  <a:srgbClr val="C00000"/>
                </a:solidFill>
                <a:latin typeface="Calibri"/>
                <a:cs typeface="Calibri"/>
              </a:rPr>
              <a:t>on</a:t>
            </a:r>
            <a:r>
              <a:rPr sz="3000" spc="520" dirty="0">
                <a:solidFill>
                  <a:srgbClr val="C00000"/>
                </a:solidFill>
                <a:latin typeface="Calibri"/>
                <a:cs typeface="Calibri"/>
              </a:rPr>
              <a:t> </a:t>
            </a:r>
            <a:r>
              <a:rPr sz="3000" dirty="0">
                <a:solidFill>
                  <a:srgbClr val="C00000"/>
                </a:solidFill>
                <a:latin typeface="Calibri"/>
                <a:cs typeface="Calibri"/>
              </a:rPr>
              <a:t>budget,</a:t>
            </a:r>
            <a:r>
              <a:rPr sz="3000" spc="515" dirty="0">
                <a:solidFill>
                  <a:srgbClr val="C00000"/>
                </a:solidFill>
                <a:latin typeface="Calibri"/>
                <a:cs typeface="Calibri"/>
              </a:rPr>
              <a:t> </a:t>
            </a:r>
            <a:r>
              <a:rPr sz="3000" spc="-25" dirty="0">
                <a:solidFill>
                  <a:srgbClr val="C00000"/>
                </a:solidFill>
                <a:latin typeface="Calibri"/>
                <a:cs typeface="Calibri"/>
              </a:rPr>
              <a:t>and </a:t>
            </a:r>
            <a:r>
              <a:rPr sz="3000" dirty="0">
                <a:solidFill>
                  <a:srgbClr val="C00000"/>
                </a:solidFill>
                <a:latin typeface="Calibri"/>
                <a:cs typeface="Calibri"/>
              </a:rPr>
              <a:t>meeting</a:t>
            </a:r>
            <a:r>
              <a:rPr sz="3000" spc="575" dirty="0">
                <a:solidFill>
                  <a:srgbClr val="C00000"/>
                </a:solidFill>
                <a:latin typeface="Calibri"/>
                <a:cs typeface="Calibri"/>
              </a:rPr>
              <a:t> </a:t>
            </a:r>
            <a:r>
              <a:rPr sz="3000" dirty="0">
                <a:solidFill>
                  <a:srgbClr val="C00000"/>
                </a:solidFill>
                <a:latin typeface="Calibri"/>
                <a:cs typeface="Calibri"/>
              </a:rPr>
              <a:t>specifications?</a:t>
            </a:r>
            <a:r>
              <a:rPr sz="3000" spc="575" dirty="0">
                <a:solidFill>
                  <a:srgbClr val="C00000"/>
                </a:solidFill>
                <a:latin typeface="Calibri"/>
                <a:cs typeface="Calibri"/>
              </a:rPr>
              <a:t> </a:t>
            </a:r>
            <a:r>
              <a:rPr sz="3000" dirty="0">
                <a:solidFill>
                  <a:srgbClr val="C00000"/>
                </a:solidFill>
                <a:latin typeface="Calibri"/>
                <a:cs typeface="Calibri"/>
              </a:rPr>
              <a:t>What</a:t>
            </a:r>
            <a:r>
              <a:rPr sz="3000" spc="575" dirty="0">
                <a:solidFill>
                  <a:srgbClr val="C00000"/>
                </a:solidFill>
                <a:latin typeface="Calibri"/>
                <a:cs typeface="Calibri"/>
              </a:rPr>
              <a:t> </a:t>
            </a:r>
            <a:r>
              <a:rPr sz="3000" dirty="0">
                <a:solidFill>
                  <a:srgbClr val="C00000"/>
                </a:solidFill>
                <a:latin typeface="Calibri"/>
                <a:cs typeface="Calibri"/>
              </a:rPr>
              <a:t>are</a:t>
            </a:r>
            <a:r>
              <a:rPr sz="3000" spc="565" dirty="0">
                <a:solidFill>
                  <a:srgbClr val="C00000"/>
                </a:solidFill>
                <a:latin typeface="Calibri"/>
                <a:cs typeface="Calibri"/>
              </a:rPr>
              <a:t> </a:t>
            </a:r>
            <a:r>
              <a:rPr sz="3000" dirty="0">
                <a:solidFill>
                  <a:srgbClr val="C00000"/>
                </a:solidFill>
                <a:latin typeface="Calibri"/>
                <a:cs typeface="Calibri"/>
              </a:rPr>
              <a:t>the</a:t>
            </a:r>
            <a:r>
              <a:rPr sz="3000" spc="570" dirty="0">
                <a:solidFill>
                  <a:srgbClr val="C00000"/>
                </a:solidFill>
                <a:latin typeface="Calibri"/>
                <a:cs typeface="Calibri"/>
              </a:rPr>
              <a:t> </a:t>
            </a:r>
            <a:r>
              <a:rPr sz="3000" dirty="0">
                <a:solidFill>
                  <a:srgbClr val="C00000"/>
                </a:solidFill>
                <a:latin typeface="Calibri"/>
                <a:cs typeface="Calibri"/>
              </a:rPr>
              <a:t>forecasts</a:t>
            </a:r>
            <a:r>
              <a:rPr sz="3000" spc="580" dirty="0">
                <a:solidFill>
                  <a:srgbClr val="C00000"/>
                </a:solidFill>
                <a:latin typeface="Calibri"/>
                <a:cs typeface="Calibri"/>
              </a:rPr>
              <a:t> </a:t>
            </a:r>
            <a:r>
              <a:rPr sz="3000" dirty="0">
                <a:solidFill>
                  <a:srgbClr val="C00000"/>
                </a:solidFill>
                <a:latin typeface="Calibri"/>
                <a:cs typeface="Calibri"/>
              </a:rPr>
              <a:t>of</a:t>
            </a:r>
            <a:r>
              <a:rPr sz="3000" spc="570" dirty="0">
                <a:solidFill>
                  <a:srgbClr val="C00000"/>
                </a:solidFill>
                <a:latin typeface="Calibri"/>
                <a:cs typeface="Calibri"/>
              </a:rPr>
              <a:t> </a:t>
            </a:r>
            <a:r>
              <a:rPr sz="3000" dirty="0">
                <a:solidFill>
                  <a:srgbClr val="C00000"/>
                </a:solidFill>
                <a:latin typeface="Calibri"/>
                <a:cs typeface="Calibri"/>
              </a:rPr>
              <a:t>each</a:t>
            </a:r>
            <a:r>
              <a:rPr sz="3000" spc="585" dirty="0">
                <a:solidFill>
                  <a:srgbClr val="C00000"/>
                </a:solidFill>
                <a:latin typeface="Calibri"/>
                <a:cs typeface="Calibri"/>
              </a:rPr>
              <a:t> </a:t>
            </a:r>
            <a:r>
              <a:rPr sz="3000" dirty="0">
                <a:solidFill>
                  <a:srgbClr val="C00000"/>
                </a:solidFill>
                <a:latin typeface="Calibri"/>
                <a:cs typeface="Calibri"/>
              </a:rPr>
              <a:t>of</a:t>
            </a:r>
            <a:r>
              <a:rPr sz="3000" spc="575" dirty="0">
                <a:solidFill>
                  <a:srgbClr val="C00000"/>
                </a:solidFill>
                <a:latin typeface="Calibri"/>
                <a:cs typeface="Calibri"/>
              </a:rPr>
              <a:t> </a:t>
            </a:r>
            <a:r>
              <a:rPr sz="3000" spc="-10" dirty="0">
                <a:solidFill>
                  <a:srgbClr val="C00000"/>
                </a:solidFill>
                <a:latin typeface="Calibri"/>
                <a:cs typeface="Calibri"/>
              </a:rPr>
              <a:t>these </a:t>
            </a:r>
            <a:r>
              <a:rPr sz="3000" dirty="0">
                <a:solidFill>
                  <a:srgbClr val="C00000"/>
                </a:solidFill>
                <a:latin typeface="Calibri"/>
                <a:cs typeface="Calibri"/>
              </a:rPr>
              <a:t>measures?</a:t>
            </a:r>
            <a:r>
              <a:rPr sz="3000" spc="-100" dirty="0">
                <a:solidFill>
                  <a:srgbClr val="C00000"/>
                </a:solidFill>
                <a:latin typeface="Calibri"/>
                <a:cs typeface="Calibri"/>
              </a:rPr>
              <a:t> </a:t>
            </a:r>
            <a:r>
              <a:rPr sz="3000" dirty="0">
                <a:solidFill>
                  <a:srgbClr val="C00000"/>
                </a:solidFill>
                <a:latin typeface="Calibri"/>
                <a:cs typeface="Calibri"/>
              </a:rPr>
              <a:t>What</a:t>
            </a:r>
            <a:r>
              <a:rPr sz="3000" spc="-100" dirty="0">
                <a:solidFill>
                  <a:srgbClr val="C00000"/>
                </a:solidFill>
                <a:latin typeface="Calibri"/>
                <a:cs typeface="Calibri"/>
              </a:rPr>
              <a:t> </a:t>
            </a:r>
            <a:r>
              <a:rPr sz="3000" spc="-10" dirty="0">
                <a:solidFill>
                  <a:srgbClr val="C00000"/>
                </a:solidFill>
                <a:latin typeface="Calibri"/>
                <a:cs typeface="Calibri"/>
              </a:rPr>
              <a:t>revisions/changes</a:t>
            </a:r>
            <a:r>
              <a:rPr sz="3000" spc="-100" dirty="0">
                <a:solidFill>
                  <a:srgbClr val="C00000"/>
                </a:solidFill>
                <a:latin typeface="Calibri"/>
                <a:cs typeface="Calibri"/>
              </a:rPr>
              <a:t> </a:t>
            </a:r>
            <a:r>
              <a:rPr sz="3000" dirty="0">
                <a:solidFill>
                  <a:srgbClr val="C00000"/>
                </a:solidFill>
                <a:latin typeface="Calibri"/>
                <a:cs typeface="Calibri"/>
              </a:rPr>
              <a:t>are</a:t>
            </a:r>
            <a:r>
              <a:rPr sz="3000" spc="-100" dirty="0">
                <a:solidFill>
                  <a:srgbClr val="C00000"/>
                </a:solidFill>
                <a:latin typeface="Calibri"/>
                <a:cs typeface="Calibri"/>
              </a:rPr>
              <a:t> </a:t>
            </a:r>
            <a:r>
              <a:rPr sz="3000" spc="-10" dirty="0">
                <a:solidFill>
                  <a:srgbClr val="C00000"/>
                </a:solidFill>
                <a:latin typeface="Calibri"/>
                <a:cs typeface="Calibri"/>
              </a:rPr>
              <a:t>necessary?</a:t>
            </a:r>
            <a:endParaRPr sz="3000">
              <a:latin typeface="Calibri"/>
              <a:cs typeface="Calibri"/>
            </a:endParaRPr>
          </a:p>
          <a:p>
            <a:pPr marL="241300" marR="5080" indent="-228600" algn="just">
              <a:lnSpc>
                <a:spcPct val="89800"/>
              </a:lnSpc>
              <a:spcBef>
                <a:spcPts val="1090"/>
              </a:spcBef>
              <a:buFont typeface="Arial MT"/>
              <a:buChar char="•"/>
              <a:tabLst>
                <a:tab pos="241300" algn="l"/>
              </a:tabLst>
            </a:pPr>
            <a:r>
              <a:rPr sz="3000" b="1" dirty="0">
                <a:latin typeface="Calibri"/>
                <a:cs typeface="Calibri"/>
              </a:rPr>
              <a:t>Closing</a:t>
            </a:r>
            <a:r>
              <a:rPr sz="3000" b="1" spc="305" dirty="0">
                <a:latin typeface="Calibri"/>
                <a:cs typeface="Calibri"/>
              </a:rPr>
              <a:t> </a:t>
            </a:r>
            <a:r>
              <a:rPr sz="3000" b="1" dirty="0">
                <a:latin typeface="Calibri"/>
                <a:cs typeface="Calibri"/>
              </a:rPr>
              <a:t>stage:</a:t>
            </a:r>
            <a:r>
              <a:rPr sz="3000" b="1" spc="300" dirty="0">
                <a:latin typeface="Calibri"/>
                <a:cs typeface="Calibri"/>
              </a:rPr>
              <a:t> </a:t>
            </a:r>
            <a:r>
              <a:rPr sz="3000" dirty="0">
                <a:solidFill>
                  <a:srgbClr val="262EA4"/>
                </a:solidFill>
                <a:latin typeface="Calibri"/>
                <a:cs typeface="Calibri"/>
              </a:rPr>
              <a:t>Closing</a:t>
            </a:r>
            <a:r>
              <a:rPr sz="3000" spc="300" dirty="0">
                <a:solidFill>
                  <a:srgbClr val="262EA4"/>
                </a:solidFill>
                <a:latin typeface="Calibri"/>
                <a:cs typeface="Calibri"/>
              </a:rPr>
              <a:t> </a:t>
            </a:r>
            <a:r>
              <a:rPr sz="3000" dirty="0">
                <a:solidFill>
                  <a:srgbClr val="262EA4"/>
                </a:solidFill>
                <a:latin typeface="Calibri"/>
                <a:cs typeface="Calibri"/>
              </a:rPr>
              <a:t>includes</a:t>
            </a:r>
            <a:r>
              <a:rPr sz="3000" spc="300" dirty="0">
                <a:solidFill>
                  <a:srgbClr val="262EA4"/>
                </a:solidFill>
                <a:latin typeface="Calibri"/>
                <a:cs typeface="Calibri"/>
              </a:rPr>
              <a:t> </a:t>
            </a:r>
            <a:r>
              <a:rPr sz="3000" dirty="0">
                <a:solidFill>
                  <a:srgbClr val="262EA4"/>
                </a:solidFill>
                <a:latin typeface="Calibri"/>
                <a:cs typeface="Calibri"/>
              </a:rPr>
              <a:t>(3)</a:t>
            </a:r>
            <a:r>
              <a:rPr sz="3000" spc="305" dirty="0">
                <a:solidFill>
                  <a:srgbClr val="262EA4"/>
                </a:solidFill>
                <a:latin typeface="Calibri"/>
                <a:cs typeface="Calibri"/>
              </a:rPr>
              <a:t> </a:t>
            </a:r>
            <a:r>
              <a:rPr sz="3000" dirty="0">
                <a:solidFill>
                  <a:srgbClr val="262EA4"/>
                </a:solidFill>
                <a:latin typeface="Calibri"/>
                <a:cs typeface="Calibri"/>
              </a:rPr>
              <a:t>activities:</a:t>
            </a:r>
            <a:r>
              <a:rPr sz="3000" spc="300" dirty="0">
                <a:solidFill>
                  <a:srgbClr val="262EA4"/>
                </a:solidFill>
                <a:latin typeface="Calibri"/>
                <a:cs typeface="Calibri"/>
              </a:rPr>
              <a:t> </a:t>
            </a:r>
            <a:r>
              <a:rPr sz="3000" dirty="0">
                <a:solidFill>
                  <a:srgbClr val="262EA4"/>
                </a:solidFill>
                <a:latin typeface="Calibri"/>
                <a:cs typeface="Calibri"/>
              </a:rPr>
              <a:t>delivering</a:t>
            </a:r>
            <a:r>
              <a:rPr sz="3000" spc="300" dirty="0">
                <a:solidFill>
                  <a:srgbClr val="262EA4"/>
                </a:solidFill>
                <a:latin typeface="Calibri"/>
                <a:cs typeface="Calibri"/>
              </a:rPr>
              <a:t> </a:t>
            </a:r>
            <a:r>
              <a:rPr sz="3000" dirty="0">
                <a:solidFill>
                  <a:srgbClr val="262EA4"/>
                </a:solidFill>
                <a:latin typeface="Calibri"/>
                <a:cs typeface="Calibri"/>
              </a:rPr>
              <a:t>the</a:t>
            </a:r>
            <a:r>
              <a:rPr sz="3000" spc="295" dirty="0">
                <a:solidFill>
                  <a:srgbClr val="262EA4"/>
                </a:solidFill>
                <a:latin typeface="Calibri"/>
                <a:cs typeface="Calibri"/>
              </a:rPr>
              <a:t> </a:t>
            </a:r>
            <a:r>
              <a:rPr sz="3000" spc="-10" dirty="0">
                <a:solidFill>
                  <a:srgbClr val="262EA4"/>
                </a:solidFill>
                <a:latin typeface="Calibri"/>
                <a:cs typeface="Calibri"/>
              </a:rPr>
              <a:t>project </a:t>
            </a:r>
            <a:r>
              <a:rPr sz="3000" dirty="0">
                <a:solidFill>
                  <a:srgbClr val="262EA4"/>
                </a:solidFill>
                <a:latin typeface="Calibri"/>
                <a:cs typeface="Calibri"/>
              </a:rPr>
              <a:t>product</a:t>
            </a:r>
            <a:r>
              <a:rPr sz="3000" spc="245" dirty="0">
                <a:solidFill>
                  <a:srgbClr val="262EA4"/>
                </a:solidFill>
                <a:latin typeface="Calibri"/>
                <a:cs typeface="Calibri"/>
              </a:rPr>
              <a:t> </a:t>
            </a:r>
            <a:r>
              <a:rPr sz="3000" dirty="0">
                <a:solidFill>
                  <a:srgbClr val="262EA4"/>
                </a:solidFill>
                <a:latin typeface="Calibri"/>
                <a:cs typeface="Calibri"/>
              </a:rPr>
              <a:t>to</a:t>
            </a:r>
            <a:r>
              <a:rPr sz="3000" spc="254" dirty="0">
                <a:solidFill>
                  <a:srgbClr val="262EA4"/>
                </a:solidFill>
                <a:latin typeface="Calibri"/>
                <a:cs typeface="Calibri"/>
              </a:rPr>
              <a:t> </a:t>
            </a:r>
            <a:r>
              <a:rPr sz="3000" dirty="0">
                <a:solidFill>
                  <a:srgbClr val="262EA4"/>
                </a:solidFill>
                <a:latin typeface="Calibri"/>
                <a:cs typeface="Calibri"/>
              </a:rPr>
              <a:t>the</a:t>
            </a:r>
            <a:r>
              <a:rPr sz="3000" spc="245" dirty="0">
                <a:solidFill>
                  <a:srgbClr val="262EA4"/>
                </a:solidFill>
                <a:latin typeface="Calibri"/>
                <a:cs typeface="Calibri"/>
              </a:rPr>
              <a:t> </a:t>
            </a:r>
            <a:r>
              <a:rPr sz="3000" dirty="0">
                <a:solidFill>
                  <a:srgbClr val="262EA4"/>
                </a:solidFill>
                <a:latin typeface="Calibri"/>
                <a:cs typeface="Calibri"/>
              </a:rPr>
              <a:t>customer,</a:t>
            </a:r>
            <a:r>
              <a:rPr sz="3000" spc="254" dirty="0">
                <a:solidFill>
                  <a:srgbClr val="262EA4"/>
                </a:solidFill>
                <a:latin typeface="Calibri"/>
                <a:cs typeface="Calibri"/>
              </a:rPr>
              <a:t> </a:t>
            </a:r>
            <a:r>
              <a:rPr sz="3000" dirty="0">
                <a:solidFill>
                  <a:srgbClr val="262EA4"/>
                </a:solidFill>
                <a:latin typeface="Calibri"/>
                <a:cs typeface="Calibri"/>
              </a:rPr>
              <a:t>redeploying</a:t>
            </a:r>
            <a:r>
              <a:rPr sz="3000" spc="250" dirty="0">
                <a:solidFill>
                  <a:srgbClr val="262EA4"/>
                </a:solidFill>
                <a:latin typeface="Calibri"/>
                <a:cs typeface="Calibri"/>
              </a:rPr>
              <a:t> </a:t>
            </a:r>
            <a:r>
              <a:rPr sz="3000" dirty="0">
                <a:solidFill>
                  <a:srgbClr val="262EA4"/>
                </a:solidFill>
                <a:latin typeface="Calibri"/>
                <a:cs typeface="Calibri"/>
              </a:rPr>
              <a:t>project</a:t>
            </a:r>
            <a:r>
              <a:rPr sz="3000" spc="250" dirty="0">
                <a:solidFill>
                  <a:srgbClr val="262EA4"/>
                </a:solidFill>
                <a:latin typeface="Calibri"/>
                <a:cs typeface="Calibri"/>
              </a:rPr>
              <a:t> </a:t>
            </a:r>
            <a:r>
              <a:rPr sz="3000" dirty="0">
                <a:solidFill>
                  <a:srgbClr val="262EA4"/>
                </a:solidFill>
                <a:latin typeface="Calibri"/>
                <a:cs typeface="Calibri"/>
              </a:rPr>
              <a:t>resources,</a:t>
            </a:r>
            <a:r>
              <a:rPr sz="3000" spc="254" dirty="0">
                <a:solidFill>
                  <a:srgbClr val="262EA4"/>
                </a:solidFill>
                <a:latin typeface="Calibri"/>
                <a:cs typeface="Calibri"/>
              </a:rPr>
              <a:t> </a:t>
            </a:r>
            <a:r>
              <a:rPr sz="3000" dirty="0">
                <a:solidFill>
                  <a:srgbClr val="262EA4"/>
                </a:solidFill>
                <a:latin typeface="Calibri"/>
                <a:cs typeface="Calibri"/>
              </a:rPr>
              <a:t>and</a:t>
            </a:r>
            <a:r>
              <a:rPr sz="3000" spc="254" dirty="0">
                <a:solidFill>
                  <a:srgbClr val="262EA4"/>
                </a:solidFill>
                <a:latin typeface="Calibri"/>
                <a:cs typeface="Calibri"/>
              </a:rPr>
              <a:t> </a:t>
            </a:r>
            <a:r>
              <a:rPr sz="3000" spc="-10" dirty="0">
                <a:solidFill>
                  <a:srgbClr val="262EA4"/>
                </a:solidFill>
                <a:latin typeface="Calibri"/>
                <a:cs typeface="Calibri"/>
              </a:rPr>
              <a:t>post- </a:t>
            </a:r>
            <a:r>
              <a:rPr sz="3000" dirty="0">
                <a:solidFill>
                  <a:srgbClr val="262EA4"/>
                </a:solidFill>
                <a:latin typeface="Calibri"/>
                <a:cs typeface="Calibri"/>
              </a:rPr>
              <a:t>project</a:t>
            </a:r>
            <a:r>
              <a:rPr sz="3000" spc="90" dirty="0">
                <a:solidFill>
                  <a:srgbClr val="262EA4"/>
                </a:solidFill>
                <a:latin typeface="Calibri"/>
                <a:cs typeface="Calibri"/>
              </a:rPr>
              <a:t>  </a:t>
            </a:r>
            <a:r>
              <a:rPr sz="3000" dirty="0">
                <a:solidFill>
                  <a:srgbClr val="262EA4"/>
                </a:solidFill>
                <a:latin typeface="Calibri"/>
                <a:cs typeface="Calibri"/>
              </a:rPr>
              <a:t>review.</a:t>
            </a:r>
            <a:r>
              <a:rPr sz="3000" spc="100" dirty="0">
                <a:solidFill>
                  <a:srgbClr val="262EA4"/>
                </a:solidFill>
                <a:latin typeface="Calibri"/>
                <a:cs typeface="Calibri"/>
              </a:rPr>
              <a:t>  </a:t>
            </a:r>
            <a:r>
              <a:rPr sz="3000" dirty="0">
                <a:solidFill>
                  <a:srgbClr val="262EA4"/>
                </a:solidFill>
                <a:latin typeface="Calibri"/>
                <a:cs typeface="Calibri"/>
              </a:rPr>
              <a:t>Delivery</a:t>
            </a:r>
            <a:r>
              <a:rPr sz="3000" spc="100" dirty="0">
                <a:solidFill>
                  <a:srgbClr val="262EA4"/>
                </a:solidFill>
                <a:latin typeface="Calibri"/>
                <a:cs typeface="Calibri"/>
              </a:rPr>
              <a:t>  </a:t>
            </a:r>
            <a:r>
              <a:rPr sz="3000" dirty="0">
                <a:solidFill>
                  <a:srgbClr val="262EA4"/>
                </a:solidFill>
                <a:latin typeface="Calibri"/>
                <a:cs typeface="Calibri"/>
              </a:rPr>
              <a:t>of</a:t>
            </a:r>
            <a:r>
              <a:rPr sz="3000" spc="95" dirty="0">
                <a:solidFill>
                  <a:srgbClr val="262EA4"/>
                </a:solidFill>
                <a:latin typeface="Calibri"/>
                <a:cs typeface="Calibri"/>
              </a:rPr>
              <a:t>  </a:t>
            </a:r>
            <a:r>
              <a:rPr sz="3000" dirty="0">
                <a:solidFill>
                  <a:srgbClr val="262EA4"/>
                </a:solidFill>
                <a:latin typeface="Calibri"/>
                <a:cs typeface="Calibri"/>
              </a:rPr>
              <a:t>the</a:t>
            </a:r>
            <a:r>
              <a:rPr sz="3000" spc="95" dirty="0">
                <a:solidFill>
                  <a:srgbClr val="262EA4"/>
                </a:solidFill>
                <a:latin typeface="Calibri"/>
                <a:cs typeface="Calibri"/>
              </a:rPr>
              <a:t>  </a:t>
            </a:r>
            <a:r>
              <a:rPr sz="3000" dirty="0">
                <a:solidFill>
                  <a:srgbClr val="262EA4"/>
                </a:solidFill>
                <a:latin typeface="Calibri"/>
                <a:cs typeface="Calibri"/>
              </a:rPr>
              <a:t>project</a:t>
            </a:r>
            <a:r>
              <a:rPr sz="3000" spc="90" dirty="0">
                <a:solidFill>
                  <a:srgbClr val="262EA4"/>
                </a:solidFill>
                <a:latin typeface="Calibri"/>
                <a:cs typeface="Calibri"/>
              </a:rPr>
              <a:t>  </a:t>
            </a:r>
            <a:r>
              <a:rPr sz="3000" dirty="0">
                <a:solidFill>
                  <a:srgbClr val="262EA4"/>
                </a:solidFill>
                <a:latin typeface="Calibri"/>
                <a:cs typeface="Calibri"/>
              </a:rPr>
              <a:t>might</a:t>
            </a:r>
            <a:r>
              <a:rPr sz="3000" spc="95" dirty="0">
                <a:solidFill>
                  <a:srgbClr val="262EA4"/>
                </a:solidFill>
                <a:latin typeface="Calibri"/>
                <a:cs typeface="Calibri"/>
              </a:rPr>
              <a:t>  </a:t>
            </a:r>
            <a:r>
              <a:rPr sz="3000" dirty="0">
                <a:solidFill>
                  <a:srgbClr val="262EA4"/>
                </a:solidFill>
                <a:latin typeface="Calibri"/>
                <a:cs typeface="Calibri"/>
              </a:rPr>
              <a:t>include</a:t>
            </a:r>
            <a:r>
              <a:rPr sz="3000" spc="90" dirty="0">
                <a:solidFill>
                  <a:srgbClr val="262EA4"/>
                </a:solidFill>
                <a:latin typeface="Calibri"/>
                <a:cs typeface="Calibri"/>
              </a:rPr>
              <a:t>  </a:t>
            </a:r>
            <a:r>
              <a:rPr sz="3000" spc="-10" dirty="0">
                <a:solidFill>
                  <a:srgbClr val="262EA4"/>
                </a:solidFill>
                <a:latin typeface="Calibri"/>
                <a:cs typeface="Calibri"/>
              </a:rPr>
              <a:t>customer </a:t>
            </a:r>
            <a:r>
              <a:rPr sz="3000" dirty="0">
                <a:solidFill>
                  <a:srgbClr val="262EA4"/>
                </a:solidFill>
                <a:latin typeface="Calibri"/>
                <a:cs typeface="Calibri"/>
              </a:rPr>
              <a:t>training</a:t>
            </a:r>
            <a:r>
              <a:rPr sz="3000" spc="-65" dirty="0">
                <a:solidFill>
                  <a:srgbClr val="262EA4"/>
                </a:solidFill>
                <a:latin typeface="Calibri"/>
                <a:cs typeface="Calibri"/>
              </a:rPr>
              <a:t> </a:t>
            </a:r>
            <a:r>
              <a:rPr sz="3000" dirty="0">
                <a:solidFill>
                  <a:srgbClr val="262EA4"/>
                </a:solidFill>
                <a:latin typeface="Calibri"/>
                <a:cs typeface="Calibri"/>
              </a:rPr>
              <a:t>and</a:t>
            </a:r>
            <a:r>
              <a:rPr sz="3000" spc="-65" dirty="0">
                <a:solidFill>
                  <a:srgbClr val="262EA4"/>
                </a:solidFill>
                <a:latin typeface="Calibri"/>
                <a:cs typeface="Calibri"/>
              </a:rPr>
              <a:t> </a:t>
            </a:r>
            <a:r>
              <a:rPr sz="3000" spc="-10" dirty="0">
                <a:solidFill>
                  <a:srgbClr val="262EA4"/>
                </a:solidFill>
                <a:latin typeface="Calibri"/>
                <a:cs typeface="Calibri"/>
              </a:rPr>
              <a:t>transferring</a:t>
            </a:r>
            <a:r>
              <a:rPr sz="3000" spc="-60" dirty="0">
                <a:solidFill>
                  <a:srgbClr val="262EA4"/>
                </a:solidFill>
                <a:latin typeface="Calibri"/>
                <a:cs typeface="Calibri"/>
              </a:rPr>
              <a:t> </a:t>
            </a:r>
            <a:r>
              <a:rPr sz="3000" dirty="0">
                <a:solidFill>
                  <a:srgbClr val="262EA4"/>
                </a:solidFill>
                <a:latin typeface="Calibri"/>
                <a:cs typeface="Calibri"/>
              </a:rPr>
              <a:t>documents.</a:t>
            </a:r>
            <a:r>
              <a:rPr sz="3000" spc="-60" dirty="0">
                <a:solidFill>
                  <a:srgbClr val="262EA4"/>
                </a:solidFill>
                <a:latin typeface="Calibri"/>
                <a:cs typeface="Calibri"/>
              </a:rPr>
              <a:t> </a:t>
            </a:r>
            <a:r>
              <a:rPr sz="3000" dirty="0">
                <a:solidFill>
                  <a:srgbClr val="262EA4"/>
                </a:solidFill>
                <a:latin typeface="Calibri"/>
                <a:cs typeface="Calibri"/>
              </a:rPr>
              <a:t>Redeployment</a:t>
            </a:r>
            <a:r>
              <a:rPr sz="3000" spc="-65" dirty="0">
                <a:solidFill>
                  <a:srgbClr val="262EA4"/>
                </a:solidFill>
                <a:latin typeface="Calibri"/>
                <a:cs typeface="Calibri"/>
              </a:rPr>
              <a:t> </a:t>
            </a:r>
            <a:r>
              <a:rPr sz="3000" dirty="0">
                <a:solidFill>
                  <a:srgbClr val="262EA4"/>
                </a:solidFill>
                <a:latin typeface="Calibri"/>
                <a:cs typeface="Calibri"/>
              </a:rPr>
              <a:t>usually</a:t>
            </a:r>
            <a:r>
              <a:rPr sz="3000" spc="-65" dirty="0">
                <a:solidFill>
                  <a:srgbClr val="262EA4"/>
                </a:solidFill>
                <a:latin typeface="Calibri"/>
                <a:cs typeface="Calibri"/>
              </a:rPr>
              <a:t> </a:t>
            </a:r>
            <a:r>
              <a:rPr sz="3000" spc="-10" dirty="0">
                <a:solidFill>
                  <a:srgbClr val="262EA4"/>
                </a:solidFill>
                <a:latin typeface="Calibri"/>
                <a:cs typeface="Calibri"/>
              </a:rPr>
              <a:t>involves </a:t>
            </a:r>
            <a:r>
              <a:rPr sz="3000" dirty="0">
                <a:solidFill>
                  <a:srgbClr val="262EA4"/>
                </a:solidFill>
                <a:latin typeface="Calibri"/>
                <a:cs typeface="Calibri"/>
              </a:rPr>
              <a:t>releasing</a:t>
            </a:r>
            <a:r>
              <a:rPr sz="3000" spc="25" dirty="0">
                <a:solidFill>
                  <a:srgbClr val="262EA4"/>
                </a:solidFill>
                <a:latin typeface="Calibri"/>
                <a:cs typeface="Calibri"/>
              </a:rPr>
              <a:t> </a:t>
            </a:r>
            <a:r>
              <a:rPr sz="3000" dirty="0">
                <a:solidFill>
                  <a:srgbClr val="262EA4"/>
                </a:solidFill>
                <a:latin typeface="Calibri"/>
                <a:cs typeface="Calibri"/>
              </a:rPr>
              <a:t>project</a:t>
            </a:r>
            <a:r>
              <a:rPr sz="3000" spc="25" dirty="0">
                <a:solidFill>
                  <a:srgbClr val="262EA4"/>
                </a:solidFill>
                <a:latin typeface="Calibri"/>
                <a:cs typeface="Calibri"/>
              </a:rPr>
              <a:t> </a:t>
            </a:r>
            <a:r>
              <a:rPr sz="3000" spc="-10" dirty="0">
                <a:solidFill>
                  <a:srgbClr val="262EA4"/>
                </a:solidFill>
                <a:latin typeface="Calibri"/>
                <a:cs typeface="Calibri"/>
              </a:rPr>
              <a:t>equipment/materials</a:t>
            </a:r>
            <a:r>
              <a:rPr sz="3000" spc="30" dirty="0">
                <a:solidFill>
                  <a:srgbClr val="262EA4"/>
                </a:solidFill>
                <a:latin typeface="Calibri"/>
                <a:cs typeface="Calibri"/>
              </a:rPr>
              <a:t> </a:t>
            </a:r>
            <a:r>
              <a:rPr sz="3000" dirty="0">
                <a:solidFill>
                  <a:srgbClr val="262EA4"/>
                </a:solidFill>
                <a:latin typeface="Calibri"/>
                <a:cs typeface="Calibri"/>
              </a:rPr>
              <a:t>to</a:t>
            </a:r>
            <a:r>
              <a:rPr sz="3000" spc="35" dirty="0">
                <a:solidFill>
                  <a:srgbClr val="262EA4"/>
                </a:solidFill>
                <a:latin typeface="Calibri"/>
                <a:cs typeface="Calibri"/>
              </a:rPr>
              <a:t> </a:t>
            </a:r>
            <a:r>
              <a:rPr sz="3000" dirty="0">
                <a:solidFill>
                  <a:srgbClr val="262EA4"/>
                </a:solidFill>
                <a:latin typeface="Calibri"/>
                <a:cs typeface="Calibri"/>
              </a:rPr>
              <a:t>other</a:t>
            </a:r>
            <a:r>
              <a:rPr sz="3000" spc="35" dirty="0">
                <a:solidFill>
                  <a:srgbClr val="262EA4"/>
                </a:solidFill>
                <a:latin typeface="Calibri"/>
                <a:cs typeface="Calibri"/>
              </a:rPr>
              <a:t> </a:t>
            </a:r>
            <a:r>
              <a:rPr sz="3000" dirty="0">
                <a:solidFill>
                  <a:srgbClr val="262EA4"/>
                </a:solidFill>
                <a:latin typeface="Calibri"/>
                <a:cs typeface="Calibri"/>
              </a:rPr>
              <a:t>projects</a:t>
            </a:r>
            <a:r>
              <a:rPr sz="3000" spc="30" dirty="0">
                <a:solidFill>
                  <a:srgbClr val="262EA4"/>
                </a:solidFill>
                <a:latin typeface="Calibri"/>
                <a:cs typeface="Calibri"/>
              </a:rPr>
              <a:t> </a:t>
            </a:r>
            <a:r>
              <a:rPr sz="3000" dirty="0">
                <a:solidFill>
                  <a:srgbClr val="262EA4"/>
                </a:solidFill>
                <a:latin typeface="Calibri"/>
                <a:cs typeface="Calibri"/>
              </a:rPr>
              <a:t>and</a:t>
            </a:r>
            <a:r>
              <a:rPr sz="3000" spc="25" dirty="0">
                <a:solidFill>
                  <a:srgbClr val="262EA4"/>
                </a:solidFill>
                <a:latin typeface="Calibri"/>
                <a:cs typeface="Calibri"/>
              </a:rPr>
              <a:t> </a:t>
            </a:r>
            <a:r>
              <a:rPr sz="3000" spc="-10" dirty="0">
                <a:solidFill>
                  <a:srgbClr val="262EA4"/>
                </a:solidFill>
                <a:latin typeface="Calibri"/>
                <a:cs typeface="Calibri"/>
              </a:rPr>
              <a:t>finding </a:t>
            </a:r>
            <a:r>
              <a:rPr sz="3000" dirty="0">
                <a:solidFill>
                  <a:srgbClr val="262EA4"/>
                </a:solidFill>
                <a:latin typeface="Calibri"/>
                <a:cs typeface="Calibri"/>
              </a:rPr>
              <a:t>new</a:t>
            </a:r>
            <a:r>
              <a:rPr sz="3000" spc="325" dirty="0">
                <a:solidFill>
                  <a:srgbClr val="262EA4"/>
                </a:solidFill>
                <a:latin typeface="Calibri"/>
                <a:cs typeface="Calibri"/>
              </a:rPr>
              <a:t> </a:t>
            </a:r>
            <a:r>
              <a:rPr sz="3000" dirty="0">
                <a:solidFill>
                  <a:srgbClr val="262EA4"/>
                </a:solidFill>
                <a:latin typeface="Calibri"/>
                <a:cs typeface="Calibri"/>
              </a:rPr>
              <a:t>assignments</a:t>
            </a:r>
            <a:r>
              <a:rPr sz="3000" spc="330" dirty="0">
                <a:solidFill>
                  <a:srgbClr val="262EA4"/>
                </a:solidFill>
                <a:latin typeface="Calibri"/>
                <a:cs typeface="Calibri"/>
              </a:rPr>
              <a:t> </a:t>
            </a:r>
            <a:r>
              <a:rPr sz="3000" dirty="0">
                <a:solidFill>
                  <a:srgbClr val="262EA4"/>
                </a:solidFill>
                <a:latin typeface="Calibri"/>
                <a:cs typeface="Calibri"/>
              </a:rPr>
              <a:t>for</a:t>
            </a:r>
            <a:r>
              <a:rPr sz="3000" spc="330" dirty="0">
                <a:solidFill>
                  <a:srgbClr val="262EA4"/>
                </a:solidFill>
                <a:latin typeface="Calibri"/>
                <a:cs typeface="Calibri"/>
              </a:rPr>
              <a:t> </a:t>
            </a:r>
            <a:r>
              <a:rPr sz="3000" dirty="0">
                <a:solidFill>
                  <a:srgbClr val="262EA4"/>
                </a:solidFill>
                <a:latin typeface="Calibri"/>
                <a:cs typeface="Calibri"/>
              </a:rPr>
              <a:t>team</a:t>
            </a:r>
            <a:r>
              <a:rPr sz="3000" spc="330" dirty="0">
                <a:solidFill>
                  <a:srgbClr val="262EA4"/>
                </a:solidFill>
                <a:latin typeface="Calibri"/>
                <a:cs typeface="Calibri"/>
              </a:rPr>
              <a:t> </a:t>
            </a:r>
            <a:r>
              <a:rPr sz="3000" dirty="0">
                <a:solidFill>
                  <a:srgbClr val="262EA4"/>
                </a:solidFill>
                <a:latin typeface="Calibri"/>
                <a:cs typeface="Calibri"/>
              </a:rPr>
              <a:t>members.</a:t>
            </a:r>
            <a:r>
              <a:rPr sz="3000" spc="330" dirty="0">
                <a:solidFill>
                  <a:srgbClr val="262EA4"/>
                </a:solidFill>
                <a:latin typeface="Calibri"/>
                <a:cs typeface="Calibri"/>
              </a:rPr>
              <a:t> </a:t>
            </a:r>
            <a:r>
              <a:rPr sz="3000" spc="-55" dirty="0">
                <a:solidFill>
                  <a:srgbClr val="262EA4"/>
                </a:solidFill>
                <a:latin typeface="Calibri"/>
                <a:cs typeface="Calibri"/>
              </a:rPr>
              <a:t>Post-</a:t>
            </a:r>
            <a:r>
              <a:rPr sz="3000" dirty="0">
                <a:solidFill>
                  <a:srgbClr val="262EA4"/>
                </a:solidFill>
                <a:latin typeface="Calibri"/>
                <a:cs typeface="Calibri"/>
              </a:rPr>
              <a:t>project</a:t>
            </a:r>
            <a:r>
              <a:rPr sz="3000" spc="320" dirty="0">
                <a:solidFill>
                  <a:srgbClr val="262EA4"/>
                </a:solidFill>
                <a:latin typeface="Calibri"/>
                <a:cs typeface="Calibri"/>
              </a:rPr>
              <a:t> </a:t>
            </a:r>
            <a:r>
              <a:rPr sz="3000" dirty="0">
                <a:solidFill>
                  <a:srgbClr val="262EA4"/>
                </a:solidFill>
                <a:latin typeface="Calibri"/>
                <a:cs typeface="Calibri"/>
              </a:rPr>
              <a:t>reviews</a:t>
            </a:r>
            <a:r>
              <a:rPr sz="3000" spc="330" dirty="0">
                <a:solidFill>
                  <a:srgbClr val="262EA4"/>
                </a:solidFill>
                <a:latin typeface="Calibri"/>
                <a:cs typeface="Calibri"/>
              </a:rPr>
              <a:t> </a:t>
            </a:r>
            <a:r>
              <a:rPr sz="3000" spc="-10" dirty="0">
                <a:solidFill>
                  <a:srgbClr val="262EA4"/>
                </a:solidFill>
                <a:latin typeface="Calibri"/>
                <a:cs typeface="Calibri"/>
              </a:rPr>
              <a:t>include </a:t>
            </a:r>
            <a:r>
              <a:rPr sz="3000" dirty="0">
                <a:solidFill>
                  <a:srgbClr val="262EA4"/>
                </a:solidFill>
                <a:latin typeface="Calibri"/>
                <a:cs typeface="Calibri"/>
              </a:rPr>
              <a:t>not</a:t>
            </a:r>
            <a:r>
              <a:rPr sz="3000" spc="-65" dirty="0">
                <a:solidFill>
                  <a:srgbClr val="262EA4"/>
                </a:solidFill>
                <a:latin typeface="Calibri"/>
                <a:cs typeface="Calibri"/>
              </a:rPr>
              <a:t> </a:t>
            </a:r>
            <a:r>
              <a:rPr sz="3000" dirty="0">
                <a:solidFill>
                  <a:srgbClr val="262EA4"/>
                </a:solidFill>
                <a:latin typeface="Calibri"/>
                <a:cs typeface="Calibri"/>
              </a:rPr>
              <a:t>only</a:t>
            </a:r>
            <a:r>
              <a:rPr sz="3000" spc="-60" dirty="0">
                <a:solidFill>
                  <a:srgbClr val="262EA4"/>
                </a:solidFill>
                <a:latin typeface="Calibri"/>
                <a:cs typeface="Calibri"/>
              </a:rPr>
              <a:t> </a:t>
            </a:r>
            <a:r>
              <a:rPr sz="3000" dirty="0">
                <a:solidFill>
                  <a:srgbClr val="262EA4"/>
                </a:solidFill>
                <a:latin typeface="Calibri"/>
                <a:cs typeface="Calibri"/>
              </a:rPr>
              <a:t>assessing</a:t>
            </a:r>
            <a:r>
              <a:rPr sz="3000" spc="-60" dirty="0">
                <a:solidFill>
                  <a:srgbClr val="262EA4"/>
                </a:solidFill>
                <a:latin typeface="Calibri"/>
                <a:cs typeface="Calibri"/>
              </a:rPr>
              <a:t> </a:t>
            </a:r>
            <a:r>
              <a:rPr sz="3000" spc="-10" dirty="0">
                <a:solidFill>
                  <a:srgbClr val="262EA4"/>
                </a:solidFill>
                <a:latin typeface="Calibri"/>
                <a:cs typeface="Calibri"/>
              </a:rPr>
              <a:t>performance</a:t>
            </a:r>
            <a:r>
              <a:rPr sz="3000" spc="-70" dirty="0">
                <a:solidFill>
                  <a:srgbClr val="262EA4"/>
                </a:solidFill>
                <a:latin typeface="Calibri"/>
                <a:cs typeface="Calibri"/>
              </a:rPr>
              <a:t> </a:t>
            </a:r>
            <a:r>
              <a:rPr sz="3000" dirty="0">
                <a:solidFill>
                  <a:srgbClr val="262EA4"/>
                </a:solidFill>
                <a:latin typeface="Calibri"/>
                <a:cs typeface="Calibri"/>
              </a:rPr>
              <a:t>but</a:t>
            </a:r>
            <a:r>
              <a:rPr sz="3000" spc="-70" dirty="0">
                <a:solidFill>
                  <a:srgbClr val="262EA4"/>
                </a:solidFill>
                <a:latin typeface="Calibri"/>
                <a:cs typeface="Calibri"/>
              </a:rPr>
              <a:t> </a:t>
            </a:r>
            <a:r>
              <a:rPr sz="3000" dirty="0">
                <a:solidFill>
                  <a:srgbClr val="262EA4"/>
                </a:solidFill>
                <a:latin typeface="Calibri"/>
                <a:cs typeface="Calibri"/>
              </a:rPr>
              <a:t>also</a:t>
            </a:r>
            <a:r>
              <a:rPr sz="3000" spc="-55" dirty="0">
                <a:solidFill>
                  <a:srgbClr val="262EA4"/>
                </a:solidFill>
                <a:latin typeface="Calibri"/>
                <a:cs typeface="Calibri"/>
              </a:rPr>
              <a:t> </a:t>
            </a:r>
            <a:r>
              <a:rPr sz="3000" dirty="0">
                <a:solidFill>
                  <a:srgbClr val="262EA4"/>
                </a:solidFill>
                <a:latin typeface="Calibri"/>
                <a:cs typeface="Calibri"/>
              </a:rPr>
              <a:t>capturing</a:t>
            </a:r>
            <a:r>
              <a:rPr sz="3000" spc="-65" dirty="0">
                <a:solidFill>
                  <a:srgbClr val="262EA4"/>
                </a:solidFill>
                <a:latin typeface="Calibri"/>
                <a:cs typeface="Calibri"/>
              </a:rPr>
              <a:t> </a:t>
            </a:r>
            <a:r>
              <a:rPr sz="3000" dirty="0">
                <a:solidFill>
                  <a:srgbClr val="262EA4"/>
                </a:solidFill>
                <a:latin typeface="Calibri"/>
                <a:cs typeface="Calibri"/>
              </a:rPr>
              <a:t>lessons</a:t>
            </a:r>
            <a:r>
              <a:rPr sz="3000" spc="-60" dirty="0">
                <a:solidFill>
                  <a:srgbClr val="262EA4"/>
                </a:solidFill>
                <a:latin typeface="Calibri"/>
                <a:cs typeface="Calibri"/>
              </a:rPr>
              <a:t> </a:t>
            </a:r>
            <a:r>
              <a:rPr sz="3000" spc="-10" dirty="0">
                <a:solidFill>
                  <a:srgbClr val="262EA4"/>
                </a:solidFill>
                <a:latin typeface="Calibri"/>
                <a:cs typeface="Calibri"/>
              </a:rPr>
              <a:t>learned</a:t>
            </a:r>
            <a:endParaRPr sz="3000">
              <a:latin typeface="Calibri"/>
              <a:cs typeface="Calibri"/>
            </a:endParaRPr>
          </a:p>
        </p:txBody>
      </p:sp>
      <p:sp>
        <p:nvSpPr>
          <p:cNvPr id="4" name="object 4"/>
          <p:cNvSpPr txBox="1"/>
          <p:nvPr/>
        </p:nvSpPr>
        <p:spPr>
          <a:xfrm>
            <a:off x="11739204" y="6421628"/>
            <a:ext cx="180975" cy="208279"/>
          </a:xfrm>
          <a:prstGeom prst="rect">
            <a:avLst/>
          </a:prstGeom>
        </p:spPr>
        <p:txBody>
          <a:bodyPr vert="horz" wrap="square" lIns="0" tIns="12700" rIns="0" bIns="0" rtlCol="0">
            <a:spAutoFit/>
          </a:bodyPr>
          <a:lstStyle/>
          <a:p>
            <a:pPr marL="12700">
              <a:lnSpc>
                <a:spcPct val="100000"/>
              </a:lnSpc>
              <a:spcBef>
                <a:spcPts val="100"/>
              </a:spcBef>
            </a:pPr>
            <a:r>
              <a:rPr sz="1200" b="1" spc="-25" dirty="0">
                <a:solidFill>
                  <a:srgbClr val="898989"/>
                </a:solidFill>
                <a:latin typeface="Calibri"/>
                <a:cs typeface="Calibri"/>
              </a:rPr>
              <a:t>15</a:t>
            </a:r>
            <a:endParaRPr sz="1200">
              <a:latin typeface="Calibri"/>
              <a:cs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029D3-6652-408D-8E1C-316756978D0C}"/>
              </a:ext>
            </a:extLst>
          </p:cNvPr>
          <p:cNvSpPr>
            <a:spLocks noGrp="1"/>
          </p:cNvSpPr>
          <p:nvPr>
            <p:ph type="title"/>
          </p:nvPr>
        </p:nvSpPr>
        <p:spPr>
          <a:xfrm>
            <a:off x="415620" y="615856"/>
            <a:ext cx="11648440" cy="1323439"/>
          </a:xfrm>
        </p:spPr>
        <p:txBody>
          <a:bodyPr/>
          <a:lstStyle/>
          <a:p>
            <a:r>
              <a:rPr lang="en-US" b="1" u="sng" spc="80" dirty="0">
                <a:solidFill>
                  <a:srgbClr val="FF0000"/>
                </a:solidFill>
              </a:rPr>
              <a:t>Program vs Project Manager Skills</a:t>
            </a:r>
            <a:br>
              <a:rPr lang="en-US" b="1" i="0" dirty="0">
                <a:solidFill>
                  <a:srgbClr val="1B1B1B"/>
                </a:solidFill>
                <a:effectLst/>
                <a:latin typeface="museoSans"/>
              </a:rPr>
            </a:br>
            <a:endParaRPr lang="en-US" dirty="0"/>
          </a:p>
        </p:txBody>
      </p:sp>
      <p:sp>
        <p:nvSpPr>
          <p:cNvPr id="3" name="Text Placeholder 2">
            <a:extLst>
              <a:ext uri="{FF2B5EF4-FFF2-40B4-BE49-F238E27FC236}">
                <a16:creationId xmlns:a16="http://schemas.microsoft.com/office/drawing/2014/main" id="{484F8400-6045-4C1A-B663-51BC53102C4F}"/>
              </a:ext>
            </a:extLst>
          </p:cNvPr>
          <p:cNvSpPr>
            <a:spLocks noGrp="1"/>
          </p:cNvSpPr>
          <p:nvPr>
            <p:ph type="body" idx="1"/>
          </p:nvPr>
        </p:nvSpPr>
        <p:spPr>
          <a:xfrm>
            <a:off x="916938" y="1557165"/>
            <a:ext cx="11147121" cy="5601533"/>
          </a:xfrm>
        </p:spPr>
        <p:txBody>
          <a:bodyPr/>
          <a:lstStyle/>
          <a:p>
            <a:pPr algn="l" fontAlgn="base"/>
            <a:r>
              <a:rPr lang="en-US" b="0" i="0" dirty="0">
                <a:solidFill>
                  <a:srgbClr val="1B1B1B"/>
                </a:solidFill>
                <a:effectLst/>
                <a:latin typeface="museoSans"/>
              </a:rPr>
              <a:t>The roles of project and program managers require a unique set of skills tailored to their specific responsibilities and the scope of work they manage:</a:t>
            </a:r>
          </a:p>
          <a:p>
            <a:pPr algn="l" fontAlgn="base">
              <a:buFont typeface="+mj-lt"/>
              <a:buAutoNum type="arabicPeriod"/>
            </a:pPr>
            <a:r>
              <a:rPr lang="en-US" b="1" i="0" dirty="0">
                <a:solidFill>
                  <a:srgbClr val="1B1B1B"/>
                </a:solidFill>
                <a:effectLst/>
                <a:latin typeface="inherit"/>
              </a:rPr>
              <a:t>Technical proficiency</a:t>
            </a:r>
          </a:p>
          <a:p>
            <a:pPr algn="l" fontAlgn="base">
              <a:buFont typeface="+mj-lt"/>
              <a:buAutoNum type="arabicPeriod"/>
            </a:pPr>
            <a:r>
              <a:rPr lang="en-US" b="1" i="0" dirty="0">
                <a:solidFill>
                  <a:srgbClr val="1B1B1B"/>
                </a:solidFill>
                <a:effectLst/>
                <a:latin typeface="inherit"/>
              </a:rPr>
              <a:t>Leadership</a:t>
            </a:r>
          </a:p>
          <a:p>
            <a:pPr algn="l" fontAlgn="base">
              <a:buFont typeface="+mj-lt"/>
              <a:buAutoNum type="arabicPeriod"/>
            </a:pPr>
            <a:r>
              <a:rPr lang="en-US" b="1" i="0" dirty="0">
                <a:solidFill>
                  <a:srgbClr val="1B1B1B"/>
                </a:solidFill>
                <a:effectLst/>
                <a:latin typeface="inherit"/>
              </a:rPr>
              <a:t>Communication</a:t>
            </a:r>
          </a:p>
          <a:p>
            <a:pPr algn="l" fontAlgn="base">
              <a:buFont typeface="+mj-lt"/>
              <a:buAutoNum type="arabicPeriod"/>
            </a:pPr>
            <a:r>
              <a:rPr lang="en-US" b="1" i="0" dirty="0">
                <a:solidFill>
                  <a:srgbClr val="1B1B1B"/>
                </a:solidFill>
                <a:effectLst/>
                <a:latin typeface="inherit"/>
              </a:rPr>
              <a:t>Organizational skills</a:t>
            </a:r>
          </a:p>
          <a:p>
            <a:pPr algn="l" fontAlgn="base">
              <a:buFont typeface="+mj-lt"/>
              <a:buAutoNum type="arabicPeriod"/>
            </a:pPr>
            <a:r>
              <a:rPr lang="en-US" b="1" i="0" dirty="0">
                <a:solidFill>
                  <a:srgbClr val="1B1B1B"/>
                </a:solidFill>
                <a:effectLst/>
                <a:latin typeface="inherit"/>
              </a:rPr>
              <a:t>Problem-solving</a:t>
            </a:r>
          </a:p>
          <a:p>
            <a:pPr algn="l" fontAlgn="base">
              <a:buFont typeface="+mj-lt"/>
              <a:buAutoNum type="arabicPeriod"/>
            </a:pPr>
            <a:r>
              <a:rPr lang="en-US" b="1" i="0" dirty="0">
                <a:solidFill>
                  <a:srgbClr val="1B1B1B"/>
                </a:solidFill>
                <a:effectLst/>
                <a:latin typeface="inherit"/>
              </a:rPr>
              <a:t>Risk management</a:t>
            </a:r>
          </a:p>
          <a:p>
            <a:pPr algn="l" fontAlgn="base">
              <a:buFont typeface="+mj-lt"/>
              <a:buAutoNum type="arabicPeriod"/>
            </a:pPr>
            <a:r>
              <a:rPr lang="en-US" b="1" i="0" dirty="0">
                <a:solidFill>
                  <a:srgbClr val="1B1B1B"/>
                </a:solidFill>
                <a:effectLst/>
                <a:latin typeface="inherit"/>
              </a:rPr>
              <a:t>Change management</a:t>
            </a:r>
          </a:p>
          <a:p>
            <a:pPr algn="l" fontAlgn="base">
              <a:buFont typeface="+mj-lt"/>
              <a:buAutoNum type="arabicPeriod"/>
            </a:pPr>
            <a:r>
              <a:rPr lang="en-US" b="1" i="0" dirty="0">
                <a:solidFill>
                  <a:srgbClr val="1B1B1B"/>
                </a:solidFill>
                <a:effectLst/>
                <a:latin typeface="inherit"/>
              </a:rPr>
              <a:t>Strategic thinking</a:t>
            </a:r>
          </a:p>
          <a:p>
            <a:pPr algn="l" fontAlgn="base">
              <a:buFont typeface="+mj-lt"/>
              <a:buAutoNum type="arabicPeriod"/>
            </a:pPr>
            <a:r>
              <a:rPr lang="en-US" b="1" i="0" dirty="0">
                <a:solidFill>
                  <a:srgbClr val="1B1B1B"/>
                </a:solidFill>
                <a:effectLst/>
                <a:latin typeface="inherit"/>
              </a:rPr>
              <a:t>Financial management</a:t>
            </a:r>
          </a:p>
          <a:p>
            <a:pPr algn="l" fontAlgn="base">
              <a:buFont typeface="+mj-lt"/>
              <a:buAutoNum type="arabicPeriod"/>
            </a:pPr>
            <a:r>
              <a:rPr lang="en-US" b="1" i="0" dirty="0">
                <a:solidFill>
                  <a:srgbClr val="1B1B1B"/>
                </a:solidFill>
                <a:effectLst/>
                <a:latin typeface="inherit"/>
              </a:rPr>
              <a:t>Stakeholder management</a:t>
            </a:r>
            <a:endParaRPr lang="en-US" dirty="0"/>
          </a:p>
        </p:txBody>
      </p:sp>
      <p:pic>
        <p:nvPicPr>
          <p:cNvPr id="4" name="Picture 2">
            <a:extLst>
              <a:ext uri="{FF2B5EF4-FFF2-40B4-BE49-F238E27FC236}">
                <a16:creationId xmlns:a16="http://schemas.microsoft.com/office/drawing/2014/main" id="{ECF8249F-9254-3815-5012-975D0D07894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63150" y="0"/>
            <a:ext cx="2228850" cy="1238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09514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513715">
              <a:lnSpc>
                <a:spcPct val="100000"/>
              </a:lnSpc>
              <a:spcBef>
                <a:spcPts val="110"/>
              </a:spcBef>
            </a:pPr>
            <a:r>
              <a:rPr b="1" u="sng" spc="80" dirty="0">
                <a:solidFill>
                  <a:srgbClr val="FF0000"/>
                </a:solidFill>
              </a:rPr>
              <a:t>Importance of project management </a:t>
            </a:r>
            <a:r>
              <a:rPr sz="1950" u="none" spc="-10" dirty="0">
                <a:solidFill>
                  <a:srgbClr val="000000"/>
                </a:solidFill>
              </a:rPr>
              <a:t>(1/3)</a:t>
            </a:r>
            <a:endParaRPr sz="1950" dirty="0"/>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22</a:t>
            </a:fld>
            <a:endParaRPr spc="-25" dirty="0"/>
          </a:p>
        </p:txBody>
      </p:sp>
      <p:sp>
        <p:nvSpPr>
          <p:cNvPr id="3" name="object 3"/>
          <p:cNvSpPr txBox="1">
            <a:spLocks noGrp="1"/>
          </p:cNvSpPr>
          <p:nvPr>
            <p:ph type="body" idx="1"/>
          </p:nvPr>
        </p:nvSpPr>
        <p:spPr>
          <a:prstGeom prst="rect">
            <a:avLst/>
          </a:prstGeom>
        </p:spPr>
        <p:txBody>
          <a:bodyPr vert="horz" wrap="square" lIns="0" tIns="108585" rIns="0" bIns="0" rtlCol="0">
            <a:spAutoFit/>
          </a:bodyPr>
          <a:lstStyle/>
          <a:p>
            <a:pPr marL="12700">
              <a:lnSpc>
                <a:spcPct val="100000"/>
              </a:lnSpc>
              <a:spcBef>
                <a:spcPts val="855"/>
              </a:spcBef>
            </a:pPr>
            <a:r>
              <a:rPr sz="3200" b="1" u="heavy" spc="-10" dirty="0">
                <a:uFill>
                  <a:solidFill>
                    <a:srgbClr val="000000"/>
                  </a:solidFill>
                </a:uFill>
                <a:latin typeface="Calibri"/>
                <a:cs typeface="Calibri"/>
              </a:rPr>
              <a:t>Reasons:</a:t>
            </a:r>
            <a:endParaRPr sz="3200">
              <a:latin typeface="Calibri"/>
              <a:cs typeface="Calibri"/>
            </a:endParaRPr>
          </a:p>
          <a:p>
            <a:pPr marL="241300" marR="5080" indent="-228600" algn="just">
              <a:lnSpc>
                <a:spcPct val="90400"/>
              </a:lnSpc>
              <a:spcBef>
                <a:spcPts val="990"/>
              </a:spcBef>
              <a:buFont typeface="Arial MT"/>
              <a:buChar char="•"/>
              <a:tabLst>
                <a:tab pos="241300" algn="l"/>
              </a:tabLst>
            </a:pPr>
            <a:r>
              <a:rPr b="1" dirty="0">
                <a:solidFill>
                  <a:srgbClr val="C00000"/>
                </a:solidFill>
                <a:latin typeface="Calibri"/>
                <a:cs typeface="Calibri"/>
              </a:rPr>
              <a:t>Compression</a:t>
            </a:r>
            <a:r>
              <a:rPr b="1" spc="120" dirty="0">
                <a:solidFill>
                  <a:srgbClr val="C00000"/>
                </a:solidFill>
                <a:latin typeface="Calibri"/>
                <a:cs typeface="Calibri"/>
              </a:rPr>
              <a:t>  </a:t>
            </a:r>
            <a:r>
              <a:rPr b="1" dirty="0">
                <a:solidFill>
                  <a:srgbClr val="C00000"/>
                </a:solidFill>
                <a:latin typeface="Calibri"/>
                <a:cs typeface="Calibri"/>
              </a:rPr>
              <a:t>of</a:t>
            </a:r>
            <a:r>
              <a:rPr b="1" spc="120" dirty="0">
                <a:solidFill>
                  <a:srgbClr val="C00000"/>
                </a:solidFill>
                <a:latin typeface="Calibri"/>
                <a:cs typeface="Calibri"/>
              </a:rPr>
              <a:t>  </a:t>
            </a:r>
            <a:r>
              <a:rPr b="1" dirty="0">
                <a:solidFill>
                  <a:srgbClr val="C00000"/>
                </a:solidFill>
                <a:latin typeface="Calibri"/>
                <a:cs typeface="Calibri"/>
              </a:rPr>
              <a:t>the</a:t>
            </a:r>
            <a:r>
              <a:rPr b="1" spc="125" dirty="0">
                <a:solidFill>
                  <a:srgbClr val="C00000"/>
                </a:solidFill>
                <a:latin typeface="Calibri"/>
                <a:cs typeface="Calibri"/>
              </a:rPr>
              <a:t>  </a:t>
            </a:r>
            <a:r>
              <a:rPr b="1" dirty="0">
                <a:solidFill>
                  <a:srgbClr val="C00000"/>
                </a:solidFill>
                <a:latin typeface="Calibri"/>
                <a:cs typeface="Calibri"/>
              </a:rPr>
              <a:t>Product</a:t>
            </a:r>
            <a:r>
              <a:rPr b="1" spc="120" dirty="0">
                <a:solidFill>
                  <a:srgbClr val="C00000"/>
                </a:solidFill>
                <a:latin typeface="Calibri"/>
                <a:cs typeface="Calibri"/>
              </a:rPr>
              <a:t>  </a:t>
            </a:r>
            <a:r>
              <a:rPr b="1" dirty="0">
                <a:solidFill>
                  <a:srgbClr val="C00000"/>
                </a:solidFill>
                <a:latin typeface="Calibri"/>
                <a:cs typeface="Calibri"/>
              </a:rPr>
              <a:t>Life</a:t>
            </a:r>
            <a:r>
              <a:rPr b="1" spc="120" dirty="0">
                <a:solidFill>
                  <a:srgbClr val="C00000"/>
                </a:solidFill>
                <a:latin typeface="Calibri"/>
                <a:cs typeface="Calibri"/>
              </a:rPr>
              <a:t>  </a:t>
            </a:r>
            <a:r>
              <a:rPr b="1" dirty="0">
                <a:solidFill>
                  <a:srgbClr val="C00000"/>
                </a:solidFill>
                <a:latin typeface="Calibri"/>
                <a:cs typeface="Calibri"/>
              </a:rPr>
              <a:t>Cycle:</a:t>
            </a:r>
            <a:r>
              <a:rPr b="1" spc="375" dirty="0">
                <a:solidFill>
                  <a:srgbClr val="C00000"/>
                </a:solidFill>
                <a:latin typeface="Calibri"/>
                <a:cs typeface="Calibri"/>
              </a:rPr>
              <a:t>   </a:t>
            </a:r>
            <a:r>
              <a:rPr dirty="0"/>
              <a:t>Currently,</a:t>
            </a:r>
            <a:r>
              <a:rPr spc="120" dirty="0"/>
              <a:t>  </a:t>
            </a:r>
            <a:r>
              <a:rPr dirty="0"/>
              <a:t>in</a:t>
            </a:r>
            <a:r>
              <a:rPr spc="120" dirty="0"/>
              <a:t>  </a:t>
            </a:r>
            <a:r>
              <a:rPr spc="-10" dirty="0"/>
              <a:t>high-</a:t>
            </a:r>
            <a:r>
              <a:rPr spc="-20" dirty="0"/>
              <a:t>tech </a:t>
            </a:r>
            <a:r>
              <a:rPr dirty="0"/>
              <a:t>industries</a:t>
            </a:r>
            <a:r>
              <a:rPr spc="190" dirty="0"/>
              <a:t> </a:t>
            </a:r>
            <a:r>
              <a:rPr dirty="0"/>
              <a:t>the</a:t>
            </a:r>
            <a:r>
              <a:rPr spc="195" dirty="0"/>
              <a:t> </a:t>
            </a:r>
            <a:r>
              <a:rPr dirty="0"/>
              <a:t>product</a:t>
            </a:r>
            <a:r>
              <a:rPr spc="190" dirty="0"/>
              <a:t> </a:t>
            </a:r>
            <a:r>
              <a:rPr dirty="0"/>
              <a:t>life</a:t>
            </a:r>
            <a:r>
              <a:rPr spc="190" dirty="0"/>
              <a:t> </a:t>
            </a:r>
            <a:r>
              <a:rPr dirty="0"/>
              <a:t>cycle</a:t>
            </a:r>
            <a:r>
              <a:rPr spc="190" dirty="0"/>
              <a:t> </a:t>
            </a:r>
            <a:r>
              <a:rPr dirty="0"/>
              <a:t>is</a:t>
            </a:r>
            <a:r>
              <a:rPr spc="195" dirty="0"/>
              <a:t> </a:t>
            </a:r>
            <a:r>
              <a:rPr dirty="0"/>
              <a:t>averaging</a:t>
            </a:r>
            <a:r>
              <a:rPr spc="190" dirty="0"/>
              <a:t> </a:t>
            </a:r>
            <a:r>
              <a:rPr dirty="0"/>
              <a:t>(6)</a:t>
            </a:r>
            <a:r>
              <a:rPr spc="195" dirty="0"/>
              <a:t> </a:t>
            </a:r>
            <a:r>
              <a:rPr dirty="0"/>
              <a:t>months</a:t>
            </a:r>
            <a:r>
              <a:rPr spc="195" dirty="0"/>
              <a:t> </a:t>
            </a:r>
            <a:r>
              <a:rPr dirty="0"/>
              <a:t>to</a:t>
            </a:r>
            <a:r>
              <a:rPr spc="195" dirty="0"/>
              <a:t> </a:t>
            </a:r>
            <a:r>
              <a:rPr dirty="0"/>
              <a:t>(3)</a:t>
            </a:r>
            <a:r>
              <a:rPr spc="195" dirty="0"/>
              <a:t> </a:t>
            </a:r>
            <a:r>
              <a:rPr spc="-10" dirty="0"/>
              <a:t>years. </a:t>
            </a:r>
            <a:r>
              <a:rPr i="1" u="heavy" dirty="0">
                <a:uFill>
                  <a:solidFill>
                    <a:srgbClr val="000000"/>
                  </a:solidFill>
                </a:uFill>
                <a:latin typeface="Calibri"/>
                <a:cs typeface="Calibri"/>
              </a:rPr>
              <a:t>Time</a:t>
            </a:r>
            <a:r>
              <a:rPr i="1" u="heavy" spc="320" dirty="0">
                <a:uFill>
                  <a:solidFill>
                    <a:srgbClr val="000000"/>
                  </a:solidFill>
                </a:uFill>
                <a:latin typeface="Calibri"/>
                <a:cs typeface="Calibri"/>
              </a:rPr>
              <a:t> </a:t>
            </a:r>
            <a:r>
              <a:rPr i="1" u="heavy" dirty="0">
                <a:uFill>
                  <a:solidFill>
                    <a:srgbClr val="000000"/>
                  </a:solidFill>
                </a:uFill>
                <a:latin typeface="Calibri"/>
                <a:cs typeface="Calibri"/>
              </a:rPr>
              <a:t>to</a:t>
            </a:r>
            <a:r>
              <a:rPr i="1" u="heavy" spc="325" dirty="0">
                <a:uFill>
                  <a:solidFill>
                    <a:srgbClr val="000000"/>
                  </a:solidFill>
                </a:uFill>
                <a:latin typeface="Calibri"/>
                <a:cs typeface="Calibri"/>
              </a:rPr>
              <a:t> </a:t>
            </a:r>
            <a:r>
              <a:rPr i="1" u="heavy" dirty="0">
                <a:uFill>
                  <a:solidFill>
                    <a:srgbClr val="000000"/>
                  </a:solidFill>
                </a:uFill>
                <a:latin typeface="Calibri"/>
                <a:cs typeface="Calibri"/>
              </a:rPr>
              <a:t>market</a:t>
            </a:r>
            <a:r>
              <a:rPr i="1" spc="325" dirty="0">
                <a:latin typeface="Calibri"/>
                <a:cs typeface="Calibri"/>
              </a:rPr>
              <a:t> </a:t>
            </a:r>
            <a:r>
              <a:rPr dirty="0"/>
              <a:t>for</a:t>
            </a:r>
            <a:r>
              <a:rPr spc="325" dirty="0"/>
              <a:t> </a:t>
            </a:r>
            <a:r>
              <a:rPr dirty="0"/>
              <a:t>new</a:t>
            </a:r>
            <a:r>
              <a:rPr spc="325" dirty="0"/>
              <a:t> </a:t>
            </a:r>
            <a:r>
              <a:rPr dirty="0"/>
              <a:t>products</a:t>
            </a:r>
            <a:r>
              <a:rPr spc="325" dirty="0"/>
              <a:t> </a:t>
            </a:r>
            <a:r>
              <a:rPr dirty="0"/>
              <a:t>with</a:t>
            </a:r>
            <a:r>
              <a:rPr spc="330" dirty="0"/>
              <a:t> </a:t>
            </a:r>
            <a:r>
              <a:rPr dirty="0"/>
              <a:t>short</a:t>
            </a:r>
            <a:r>
              <a:rPr spc="330" dirty="0"/>
              <a:t> </a:t>
            </a:r>
            <a:r>
              <a:rPr dirty="0"/>
              <a:t>life</a:t>
            </a:r>
            <a:r>
              <a:rPr spc="315" dirty="0"/>
              <a:t> </a:t>
            </a:r>
            <a:r>
              <a:rPr dirty="0"/>
              <a:t>cycles</a:t>
            </a:r>
            <a:r>
              <a:rPr spc="335" dirty="0"/>
              <a:t> </a:t>
            </a:r>
            <a:r>
              <a:rPr dirty="0"/>
              <a:t>has</a:t>
            </a:r>
            <a:r>
              <a:rPr spc="325" dirty="0"/>
              <a:t> </a:t>
            </a:r>
            <a:r>
              <a:rPr spc="-10" dirty="0"/>
              <a:t>become </a:t>
            </a:r>
            <a:r>
              <a:rPr dirty="0"/>
              <a:t>increasingly</a:t>
            </a:r>
            <a:r>
              <a:rPr spc="-30" dirty="0"/>
              <a:t> </a:t>
            </a:r>
            <a:r>
              <a:rPr dirty="0"/>
              <a:t>important.</a:t>
            </a:r>
            <a:r>
              <a:rPr spc="-15" dirty="0"/>
              <a:t> </a:t>
            </a:r>
            <a:r>
              <a:rPr dirty="0"/>
              <a:t>A</a:t>
            </a:r>
            <a:r>
              <a:rPr spc="-15" dirty="0"/>
              <a:t> </a:t>
            </a:r>
            <a:r>
              <a:rPr dirty="0"/>
              <a:t>common</a:t>
            </a:r>
            <a:r>
              <a:rPr spc="-10" dirty="0"/>
              <a:t> </a:t>
            </a:r>
            <a:r>
              <a:rPr dirty="0"/>
              <a:t>rule</a:t>
            </a:r>
            <a:r>
              <a:rPr spc="-20" dirty="0"/>
              <a:t> </a:t>
            </a:r>
            <a:r>
              <a:rPr dirty="0"/>
              <a:t>of</a:t>
            </a:r>
            <a:r>
              <a:rPr spc="-25" dirty="0"/>
              <a:t> </a:t>
            </a:r>
            <a:r>
              <a:rPr dirty="0"/>
              <a:t>thumb</a:t>
            </a:r>
            <a:r>
              <a:rPr spc="-15" dirty="0"/>
              <a:t> </a:t>
            </a:r>
            <a:r>
              <a:rPr dirty="0"/>
              <a:t>in</a:t>
            </a:r>
            <a:r>
              <a:rPr spc="-15" dirty="0"/>
              <a:t> </a:t>
            </a:r>
            <a:r>
              <a:rPr dirty="0"/>
              <a:t>the</a:t>
            </a:r>
            <a:r>
              <a:rPr spc="-20" dirty="0"/>
              <a:t> </a:t>
            </a:r>
            <a:r>
              <a:rPr dirty="0"/>
              <a:t>world</a:t>
            </a:r>
            <a:r>
              <a:rPr spc="-15" dirty="0"/>
              <a:t> </a:t>
            </a:r>
            <a:r>
              <a:rPr dirty="0"/>
              <a:t>of</a:t>
            </a:r>
            <a:r>
              <a:rPr spc="-25" dirty="0"/>
              <a:t> </a:t>
            </a:r>
            <a:r>
              <a:rPr spc="-10" dirty="0"/>
              <a:t>high- </a:t>
            </a:r>
            <a:r>
              <a:rPr dirty="0"/>
              <a:t>tech</a:t>
            </a:r>
            <a:r>
              <a:rPr spc="-15" dirty="0"/>
              <a:t> </a:t>
            </a:r>
            <a:r>
              <a:rPr dirty="0"/>
              <a:t>product</a:t>
            </a:r>
            <a:r>
              <a:rPr spc="-15" dirty="0"/>
              <a:t> </a:t>
            </a:r>
            <a:r>
              <a:rPr dirty="0"/>
              <a:t>development</a:t>
            </a:r>
            <a:r>
              <a:rPr spc="-15" dirty="0"/>
              <a:t> </a:t>
            </a:r>
            <a:r>
              <a:rPr dirty="0"/>
              <a:t>is</a:t>
            </a:r>
            <a:r>
              <a:rPr spc="-15" dirty="0"/>
              <a:t> </a:t>
            </a:r>
            <a:r>
              <a:rPr dirty="0"/>
              <a:t>that</a:t>
            </a:r>
            <a:r>
              <a:rPr spc="-15" dirty="0"/>
              <a:t> </a:t>
            </a:r>
            <a:r>
              <a:rPr dirty="0"/>
              <a:t>a</a:t>
            </a:r>
            <a:r>
              <a:rPr spc="-15" dirty="0"/>
              <a:t> </a:t>
            </a:r>
            <a:r>
              <a:rPr dirty="0"/>
              <a:t>(6)</a:t>
            </a:r>
            <a:r>
              <a:rPr spc="-10" dirty="0"/>
              <a:t> </a:t>
            </a:r>
            <a:r>
              <a:rPr dirty="0"/>
              <a:t>month</a:t>
            </a:r>
            <a:r>
              <a:rPr spc="-5" dirty="0"/>
              <a:t> </a:t>
            </a:r>
            <a:r>
              <a:rPr dirty="0"/>
              <a:t>project</a:t>
            </a:r>
            <a:r>
              <a:rPr spc="-15" dirty="0"/>
              <a:t> </a:t>
            </a:r>
            <a:r>
              <a:rPr dirty="0"/>
              <a:t>delay</a:t>
            </a:r>
            <a:r>
              <a:rPr spc="-20" dirty="0"/>
              <a:t> </a:t>
            </a:r>
            <a:r>
              <a:rPr dirty="0"/>
              <a:t>can</a:t>
            </a:r>
            <a:r>
              <a:rPr spc="-10" dirty="0"/>
              <a:t> result </a:t>
            </a:r>
            <a:r>
              <a:rPr dirty="0"/>
              <a:t>in</a:t>
            </a:r>
            <a:r>
              <a:rPr spc="-40" dirty="0"/>
              <a:t> </a:t>
            </a:r>
            <a:r>
              <a:rPr dirty="0"/>
              <a:t>a</a:t>
            </a:r>
            <a:r>
              <a:rPr spc="-40" dirty="0"/>
              <a:t> </a:t>
            </a:r>
            <a:r>
              <a:rPr dirty="0"/>
              <a:t>33%</a:t>
            </a:r>
            <a:r>
              <a:rPr spc="-40" dirty="0"/>
              <a:t> </a:t>
            </a:r>
            <a:r>
              <a:rPr dirty="0"/>
              <a:t>loss</a:t>
            </a:r>
            <a:r>
              <a:rPr spc="-40" dirty="0"/>
              <a:t> </a:t>
            </a:r>
            <a:r>
              <a:rPr dirty="0"/>
              <a:t>in</a:t>
            </a:r>
            <a:r>
              <a:rPr spc="-35" dirty="0"/>
              <a:t> </a:t>
            </a:r>
            <a:r>
              <a:rPr dirty="0"/>
              <a:t>product</a:t>
            </a:r>
            <a:r>
              <a:rPr spc="-40" dirty="0"/>
              <a:t> </a:t>
            </a:r>
            <a:r>
              <a:rPr dirty="0"/>
              <a:t>revenue</a:t>
            </a:r>
            <a:r>
              <a:rPr spc="-50" dirty="0"/>
              <a:t> </a:t>
            </a:r>
            <a:r>
              <a:rPr spc="-10" dirty="0"/>
              <a:t>share</a:t>
            </a:r>
          </a:p>
          <a:p>
            <a:pPr marL="241300" marR="5080" indent="-228600" algn="just">
              <a:lnSpc>
                <a:spcPct val="90200"/>
              </a:lnSpc>
              <a:spcBef>
                <a:spcPts val="975"/>
              </a:spcBef>
              <a:buFont typeface="Arial MT"/>
              <a:buChar char="•"/>
              <a:tabLst>
                <a:tab pos="241300" algn="l"/>
                <a:tab pos="321310" algn="l"/>
              </a:tabLst>
            </a:pPr>
            <a:r>
              <a:rPr dirty="0">
                <a:latin typeface="Calibri"/>
                <a:cs typeface="Calibri"/>
              </a:rPr>
              <a:t>	</a:t>
            </a:r>
            <a:r>
              <a:rPr b="1" dirty="0">
                <a:solidFill>
                  <a:srgbClr val="C00000"/>
                </a:solidFill>
                <a:latin typeface="Calibri"/>
                <a:cs typeface="Calibri"/>
              </a:rPr>
              <a:t>Knowledge</a:t>
            </a:r>
            <a:r>
              <a:rPr b="1" spc="254" dirty="0">
                <a:solidFill>
                  <a:srgbClr val="C00000"/>
                </a:solidFill>
                <a:latin typeface="Calibri"/>
                <a:cs typeface="Calibri"/>
              </a:rPr>
              <a:t> </a:t>
            </a:r>
            <a:r>
              <a:rPr b="1" dirty="0">
                <a:solidFill>
                  <a:srgbClr val="C00000"/>
                </a:solidFill>
                <a:latin typeface="Calibri"/>
                <a:cs typeface="Calibri"/>
              </a:rPr>
              <a:t>Explosion:</a:t>
            </a:r>
            <a:r>
              <a:rPr b="1" spc="250" dirty="0">
                <a:solidFill>
                  <a:srgbClr val="C00000"/>
                </a:solidFill>
                <a:latin typeface="Calibri"/>
                <a:cs typeface="Calibri"/>
              </a:rPr>
              <a:t> </a:t>
            </a:r>
            <a:r>
              <a:rPr dirty="0"/>
              <a:t>The</a:t>
            </a:r>
            <a:r>
              <a:rPr spc="245" dirty="0"/>
              <a:t> </a:t>
            </a:r>
            <a:r>
              <a:rPr dirty="0"/>
              <a:t>growth</a:t>
            </a:r>
            <a:r>
              <a:rPr spc="254" dirty="0"/>
              <a:t> </a:t>
            </a:r>
            <a:r>
              <a:rPr dirty="0"/>
              <a:t>in</a:t>
            </a:r>
            <a:r>
              <a:rPr spc="250" dirty="0"/>
              <a:t> </a:t>
            </a:r>
            <a:r>
              <a:rPr dirty="0"/>
              <a:t>new</a:t>
            </a:r>
            <a:r>
              <a:rPr spc="245" dirty="0"/>
              <a:t> </a:t>
            </a:r>
            <a:r>
              <a:rPr dirty="0"/>
              <a:t>knowledge</a:t>
            </a:r>
            <a:r>
              <a:rPr spc="250" dirty="0"/>
              <a:t> </a:t>
            </a:r>
            <a:r>
              <a:rPr dirty="0"/>
              <a:t>has</a:t>
            </a:r>
            <a:r>
              <a:rPr spc="254" dirty="0"/>
              <a:t> </a:t>
            </a:r>
            <a:r>
              <a:rPr spc="-10" dirty="0"/>
              <a:t>increased </a:t>
            </a:r>
            <a:r>
              <a:rPr dirty="0"/>
              <a:t>the</a:t>
            </a:r>
            <a:r>
              <a:rPr spc="610" dirty="0"/>
              <a:t> </a:t>
            </a:r>
            <a:r>
              <a:rPr dirty="0"/>
              <a:t>complexity</a:t>
            </a:r>
            <a:r>
              <a:rPr spc="610" dirty="0"/>
              <a:t> </a:t>
            </a:r>
            <a:r>
              <a:rPr dirty="0"/>
              <a:t>of</a:t>
            </a:r>
            <a:r>
              <a:rPr spc="610" dirty="0"/>
              <a:t> </a:t>
            </a:r>
            <a:r>
              <a:rPr dirty="0"/>
              <a:t>projects</a:t>
            </a:r>
            <a:r>
              <a:rPr spc="615" dirty="0"/>
              <a:t> </a:t>
            </a:r>
            <a:r>
              <a:rPr dirty="0"/>
              <a:t>because</a:t>
            </a:r>
            <a:r>
              <a:rPr spc="600" dirty="0"/>
              <a:t> </a:t>
            </a:r>
            <a:r>
              <a:rPr dirty="0"/>
              <a:t>projects</a:t>
            </a:r>
            <a:r>
              <a:rPr spc="615" dirty="0"/>
              <a:t> </a:t>
            </a:r>
            <a:r>
              <a:rPr dirty="0"/>
              <a:t>encompass</a:t>
            </a:r>
            <a:r>
              <a:rPr spc="625" dirty="0"/>
              <a:t> </a:t>
            </a:r>
            <a:r>
              <a:rPr dirty="0"/>
              <a:t>the</a:t>
            </a:r>
            <a:r>
              <a:rPr spc="615" dirty="0"/>
              <a:t> </a:t>
            </a:r>
            <a:r>
              <a:rPr spc="-10" dirty="0"/>
              <a:t>latest </a:t>
            </a:r>
            <a:r>
              <a:rPr dirty="0"/>
              <a:t>advances.</a:t>
            </a:r>
            <a:r>
              <a:rPr spc="545" dirty="0"/>
              <a:t> </a:t>
            </a:r>
            <a:r>
              <a:rPr dirty="0"/>
              <a:t>Product</a:t>
            </a:r>
            <a:r>
              <a:rPr spc="540" dirty="0"/>
              <a:t> </a:t>
            </a:r>
            <a:r>
              <a:rPr dirty="0"/>
              <a:t>complexity</a:t>
            </a:r>
            <a:r>
              <a:rPr spc="535" dirty="0"/>
              <a:t> </a:t>
            </a:r>
            <a:r>
              <a:rPr dirty="0"/>
              <a:t>has</a:t>
            </a:r>
            <a:r>
              <a:rPr spc="545" dirty="0"/>
              <a:t> </a:t>
            </a:r>
            <a:r>
              <a:rPr dirty="0"/>
              <a:t>increased</a:t>
            </a:r>
            <a:r>
              <a:rPr spc="550" dirty="0"/>
              <a:t> </a:t>
            </a:r>
            <a:r>
              <a:rPr dirty="0"/>
              <a:t>the</a:t>
            </a:r>
            <a:r>
              <a:rPr spc="535" dirty="0"/>
              <a:t> </a:t>
            </a:r>
            <a:r>
              <a:rPr dirty="0"/>
              <a:t>need</a:t>
            </a:r>
            <a:r>
              <a:rPr spc="540" dirty="0"/>
              <a:t> </a:t>
            </a:r>
            <a:r>
              <a:rPr dirty="0"/>
              <a:t>to</a:t>
            </a:r>
            <a:r>
              <a:rPr spc="540" dirty="0"/>
              <a:t> </a:t>
            </a:r>
            <a:r>
              <a:rPr spc="-10" dirty="0"/>
              <a:t>integrate divergent</a:t>
            </a:r>
            <a:r>
              <a:rPr spc="-70" dirty="0"/>
              <a:t> </a:t>
            </a:r>
            <a:r>
              <a:rPr spc="-10" dirty="0"/>
              <a:t>technologies</a:t>
            </a:r>
          </a:p>
        </p:txBody>
      </p:sp>
      <p:pic>
        <p:nvPicPr>
          <p:cNvPr id="5" name="Picture 2">
            <a:extLst>
              <a:ext uri="{FF2B5EF4-FFF2-40B4-BE49-F238E27FC236}">
                <a16:creationId xmlns:a16="http://schemas.microsoft.com/office/drawing/2014/main" id="{4E630140-764D-B832-1E3A-139157AB1E6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963150" y="0"/>
            <a:ext cx="2228850" cy="12382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6939" y="1876044"/>
            <a:ext cx="10358120" cy="4588510"/>
          </a:xfrm>
          <a:prstGeom prst="rect">
            <a:avLst/>
          </a:prstGeom>
        </p:spPr>
        <p:txBody>
          <a:bodyPr vert="horz" wrap="square" lIns="0" tIns="62230" rIns="0" bIns="0" rtlCol="0">
            <a:spAutoFit/>
          </a:bodyPr>
          <a:lstStyle/>
          <a:p>
            <a:pPr marL="241300" marR="5080" indent="-228600" algn="just">
              <a:lnSpc>
                <a:spcPct val="89800"/>
              </a:lnSpc>
              <a:spcBef>
                <a:spcPts val="490"/>
              </a:spcBef>
              <a:buFont typeface="Arial MT"/>
              <a:buChar char="•"/>
              <a:tabLst>
                <a:tab pos="241300" algn="l"/>
              </a:tabLst>
            </a:pPr>
            <a:r>
              <a:rPr sz="3200" b="1" dirty="0">
                <a:solidFill>
                  <a:srgbClr val="C00000"/>
                </a:solidFill>
                <a:latin typeface="Calibri"/>
                <a:cs typeface="Calibri"/>
              </a:rPr>
              <a:t>Triple</a:t>
            </a:r>
            <a:r>
              <a:rPr sz="3200" b="1" spc="615" dirty="0">
                <a:solidFill>
                  <a:srgbClr val="C00000"/>
                </a:solidFill>
                <a:latin typeface="Calibri"/>
                <a:cs typeface="Calibri"/>
              </a:rPr>
              <a:t> </a:t>
            </a:r>
            <a:r>
              <a:rPr sz="3200" b="1" dirty="0">
                <a:solidFill>
                  <a:srgbClr val="C00000"/>
                </a:solidFill>
                <a:latin typeface="Calibri"/>
                <a:cs typeface="Calibri"/>
              </a:rPr>
              <a:t>Bottom</a:t>
            </a:r>
            <a:r>
              <a:rPr sz="3200" b="1" spc="610" dirty="0">
                <a:solidFill>
                  <a:srgbClr val="C00000"/>
                </a:solidFill>
                <a:latin typeface="Calibri"/>
                <a:cs typeface="Calibri"/>
              </a:rPr>
              <a:t> </a:t>
            </a:r>
            <a:r>
              <a:rPr sz="3200" b="1" dirty="0">
                <a:solidFill>
                  <a:srgbClr val="C00000"/>
                </a:solidFill>
                <a:latin typeface="Calibri"/>
                <a:cs typeface="Calibri"/>
              </a:rPr>
              <a:t>Line</a:t>
            </a:r>
            <a:r>
              <a:rPr sz="3200" b="1" spc="615" dirty="0">
                <a:solidFill>
                  <a:srgbClr val="C00000"/>
                </a:solidFill>
                <a:latin typeface="Calibri"/>
                <a:cs typeface="Calibri"/>
              </a:rPr>
              <a:t> </a:t>
            </a:r>
            <a:r>
              <a:rPr sz="3200" b="1" dirty="0">
                <a:solidFill>
                  <a:srgbClr val="C00000"/>
                </a:solidFill>
                <a:latin typeface="Calibri"/>
                <a:cs typeface="Calibri"/>
              </a:rPr>
              <a:t>(Planet,</a:t>
            </a:r>
            <a:r>
              <a:rPr sz="3200" b="1" spc="620" dirty="0">
                <a:solidFill>
                  <a:srgbClr val="C00000"/>
                </a:solidFill>
                <a:latin typeface="Calibri"/>
                <a:cs typeface="Calibri"/>
              </a:rPr>
              <a:t> </a:t>
            </a:r>
            <a:r>
              <a:rPr sz="3200" b="1" dirty="0">
                <a:solidFill>
                  <a:srgbClr val="C00000"/>
                </a:solidFill>
                <a:latin typeface="Calibri"/>
                <a:cs typeface="Calibri"/>
              </a:rPr>
              <a:t>People,</a:t>
            </a:r>
            <a:r>
              <a:rPr sz="3200" b="1" spc="610" dirty="0">
                <a:solidFill>
                  <a:srgbClr val="C00000"/>
                </a:solidFill>
                <a:latin typeface="Calibri"/>
                <a:cs typeface="Calibri"/>
              </a:rPr>
              <a:t> </a:t>
            </a:r>
            <a:r>
              <a:rPr sz="3200" b="1" dirty="0">
                <a:solidFill>
                  <a:srgbClr val="C00000"/>
                </a:solidFill>
                <a:latin typeface="Calibri"/>
                <a:cs typeface="Calibri"/>
              </a:rPr>
              <a:t>Profit):</a:t>
            </a:r>
            <a:r>
              <a:rPr sz="3200" b="1" spc="615" dirty="0">
                <a:solidFill>
                  <a:srgbClr val="C00000"/>
                </a:solidFill>
                <a:latin typeface="Calibri"/>
                <a:cs typeface="Calibri"/>
              </a:rPr>
              <a:t> </a:t>
            </a:r>
            <a:r>
              <a:rPr sz="3200" dirty="0">
                <a:latin typeface="Calibri"/>
                <a:cs typeface="Calibri"/>
              </a:rPr>
              <a:t>The</a:t>
            </a:r>
            <a:r>
              <a:rPr sz="3200" spc="610" dirty="0">
                <a:latin typeface="Calibri"/>
                <a:cs typeface="Calibri"/>
              </a:rPr>
              <a:t> </a:t>
            </a:r>
            <a:r>
              <a:rPr sz="3200" dirty="0">
                <a:latin typeface="Calibri"/>
                <a:cs typeface="Calibri"/>
              </a:rPr>
              <a:t>threat</a:t>
            </a:r>
            <a:r>
              <a:rPr sz="3200" spc="620" dirty="0">
                <a:latin typeface="Calibri"/>
                <a:cs typeface="Calibri"/>
              </a:rPr>
              <a:t> </a:t>
            </a:r>
            <a:r>
              <a:rPr sz="3200" spc="-25" dirty="0">
                <a:latin typeface="Calibri"/>
                <a:cs typeface="Calibri"/>
              </a:rPr>
              <a:t>of </a:t>
            </a:r>
            <a:r>
              <a:rPr sz="3200" dirty="0">
                <a:latin typeface="Calibri"/>
                <a:cs typeface="Calibri"/>
              </a:rPr>
              <a:t>global</a:t>
            </a:r>
            <a:r>
              <a:rPr sz="3200" spc="-100" dirty="0">
                <a:latin typeface="Calibri"/>
                <a:cs typeface="Calibri"/>
              </a:rPr>
              <a:t> </a:t>
            </a:r>
            <a:r>
              <a:rPr sz="3200" dirty="0">
                <a:latin typeface="Calibri"/>
                <a:cs typeface="Calibri"/>
              </a:rPr>
              <a:t>warming</a:t>
            </a:r>
            <a:r>
              <a:rPr sz="3200" spc="-90" dirty="0">
                <a:latin typeface="Calibri"/>
                <a:cs typeface="Calibri"/>
              </a:rPr>
              <a:t> </a:t>
            </a:r>
            <a:r>
              <a:rPr sz="3200" dirty="0">
                <a:latin typeface="Calibri"/>
                <a:cs typeface="Calibri"/>
              </a:rPr>
              <a:t>has</a:t>
            </a:r>
            <a:r>
              <a:rPr sz="3200" spc="-100" dirty="0">
                <a:latin typeface="Calibri"/>
                <a:cs typeface="Calibri"/>
              </a:rPr>
              <a:t> </a:t>
            </a:r>
            <a:r>
              <a:rPr sz="3200" dirty="0">
                <a:latin typeface="Calibri"/>
                <a:cs typeface="Calibri"/>
              </a:rPr>
              <a:t>brought</a:t>
            </a:r>
            <a:r>
              <a:rPr sz="3200" spc="-95" dirty="0">
                <a:latin typeface="Calibri"/>
                <a:cs typeface="Calibri"/>
              </a:rPr>
              <a:t> </a:t>
            </a:r>
            <a:r>
              <a:rPr sz="3200" dirty="0">
                <a:latin typeface="Calibri"/>
                <a:cs typeface="Calibri"/>
              </a:rPr>
              <a:t>sustainable</a:t>
            </a:r>
            <a:r>
              <a:rPr sz="3200" spc="-105" dirty="0">
                <a:latin typeface="Calibri"/>
                <a:cs typeface="Calibri"/>
              </a:rPr>
              <a:t> </a:t>
            </a:r>
            <a:r>
              <a:rPr sz="3200" dirty="0">
                <a:latin typeface="Calibri"/>
                <a:cs typeface="Calibri"/>
              </a:rPr>
              <a:t>business</a:t>
            </a:r>
            <a:r>
              <a:rPr sz="3200" spc="-100" dirty="0">
                <a:latin typeface="Calibri"/>
                <a:cs typeface="Calibri"/>
              </a:rPr>
              <a:t> </a:t>
            </a:r>
            <a:r>
              <a:rPr sz="3200" dirty="0">
                <a:latin typeface="Calibri"/>
                <a:cs typeface="Calibri"/>
              </a:rPr>
              <a:t>practices</a:t>
            </a:r>
            <a:r>
              <a:rPr sz="3200" spc="-100" dirty="0">
                <a:latin typeface="Calibri"/>
                <a:cs typeface="Calibri"/>
              </a:rPr>
              <a:t> </a:t>
            </a:r>
            <a:r>
              <a:rPr sz="3200" spc="-25" dirty="0">
                <a:latin typeface="Calibri"/>
                <a:cs typeface="Calibri"/>
              </a:rPr>
              <a:t>to </a:t>
            </a:r>
            <a:r>
              <a:rPr sz="3200" dirty="0">
                <a:latin typeface="Calibri"/>
                <a:cs typeface="Calibri"/>
              </a:rPr>
              <a:t>the</a:t>
            </a:r>
            <a:r>
              <a:rPr sz="3200" spc="85" dirty="0">
                <a:latin typeface="Calibri"/>
                <a:cs typeface="Calibri"/>
              </a:rPr>
              <a:t>  </a:t>
            </a:r>
            <a:r>
              <a:rPr sz="3200" dirty="0">
                <a:latin typeface="Calibri"/>
                <a:cs typeface="Calibri"/>
              </a:rPr>
              <a:t>forefront.</a:t>
            </a:r>
            <a:r>
              <a:rPr sz="3200" spc="95" dirty="0">
                <a:latin typeface="Calibri"/>
                <a:cs typeface="Calibri"/>
              </a:rPr>
              <a:t>  </a:t>
            </a:r>
            <a:r>
              <a:rPr sz="3200" dirty="0">
                <a:latin typeface="Calibri"/>
                <a:cs typeface="Calibri"/>
              </a:rPr>
              <a:t>Businesses</a:t>
            </a:r>
            <a:r>
              <a:rPr sz="3200" spc="90" dirty="0">
                <a:latin typeface="Calibri"/>
                <a:cs typeface="Calibri"/>
              </a:rPr>
              <a:t>  </a:t>
            </a:r>
            <a:r>
              <a:rPr sz="3200" dirty="0">
                <a:latin typeface="Calibri"/>
                <a:cs typeface="Calibri"/>
              </a:rPr>
              <a:t>can</a:t>
            </a:r>
            <a:r>
              <a:rPr sz="3200" spc="95" dirty="0">
                <a:latin typeface="Calibri"/>
                <a:cs typeface="Calibri"/>
              </a:rPr>
              <a:t>  </a:t>
            </a:r>
            <a:r>
              <a:rPr sz="3200" dirty="0">
                <a:latin typeface="Calibri"/>
                <a:cs typeface="Calibri"/>
              </a:rPr>
              <a:t>no</a:t>
            </a:r>
            <a:r>
              <a:rPr sz="3200" spc="90" dirty="0">
                <a:latin typeface="Calibri"/>
                <a:cs typeface="Calibri"/>
              </a:rPr>
              <a:t>  </a:t>
            </a:r>
            <a:r>
              <a:rPr sz="3200" dirty="0">
                <a:latin typeface="Calibri"/>
                <a:cs typeface="Calibri"/>
              </a:rPr>
              <a:t>longer</a:t>
            </a:r>
            <a:r>
              <a:rPr sz="3200" spc="85" dirty="0">
                <a:latin typeface="Calibri"/>
                <a:cs typeface="Calibri"/>
              </a:rPr>
              <a:t>  </a:t>
            </a:r>
            <a:r>
              <a:rPr sz="3200" dirty="0">
                <a:latin typeface="Calibri"/>
                <a:cs typeface="Calibri"/>
              </a:rPr>
              <a:t>simply</a:t>
            </a:r>
            <a:r>
              <a:rPr sz="3200" spc="95" dirty="0">
                <a:latin typeface="Calibri"/>
                <a:cs typeface="Calibri"/>
              </a:rPr>
              <a:t>  </a:t>
            </a:r>
            <a:r>
              <a:rPr sz="3200" dirty="0">
                <a:latin typeface="Calibri"/>
                <a:cs typeface="Calibri"/>
              </a:rPr>
              <a:t>focus</a:t>
            </a:r>
            <a:r>
              <a:rPr sz="3200" spc="90" dirty="0">
                <a:latin typeface="Calibri"/>
                <a:cs typeface="Calibri"/>
              </a:rPr>
              <a:t>  </a:t>
            </a:r>
            <a:r>
              <a:rPr sz="3200" spc="-25" dirty="0">
                <a:latin typeface="Calibri"/>
                <a:cs typeface="Calibri"/>
              </a:rPr>
              <a:t>on </a:t>
            </a:r>
            <a:r>
              <a:rPr sz="3200" dirty="0">
                <a:latin typeface="Calibri"/>
                <a:cs typeface="Calibri"/>
              </a:rPr>
              <a:t>maximizing</a:t>
            </a:r>
            <a:r>
              <a:rPr sz="3200" spc="270" dirty="0">
                <a:latin typeface="Calibri"/>
                <a:cs typeface="Calibri"/>
              </a:rPr>
              <a:t> </a:t>
            </a:r>
            <a:r>
              <a:rPr sz="3200" dirty="0">
                <a:latin typeface="Calibri"/>
                <a:cs typeface="Calibri"/>
              </a:rPr>
              <a:t>profit</a:t>
            </a:r>
            <a:r>
              <a:rPr sz="3200" spc="280" dirty="0">
                <a:latin typeface="Calibri"/>
                <a:cs typeface="Calibri"/>
              </a:rPr>
              <a:t> </a:t>
            </a:r>
            <a:r>
              <a:rPr sz="3200" dirty="0">
                <a:latin typeface="Calibri"/>
                <a:cs typeface="Calibri"/>
              </a:rPr>
              <a:t>to</a:t>
            </a:r>
            <a:r>
              <a:rPr sz="3200" spc="275" dirty="0">
                <a:latin typeface="Calibri"/>
                <a:cs typeface="Calibri"/>
              </a:rPr>
              <a:t> </a:t>
            </a:r>
            <a:r>
              <a:rPr sz="3200" dirty="0">
                <a:latin typeface="Calibri"/>
                <a:cs typeface="Calibri"/>
              </a:rPr>
              <a:t>the</a:t>
            </a:r>
            <a:r>
              <a:rPr sz="3200" spc="275" dirty="0">
                <a:latin typeface="Calibri"/>
                <a:cs typeface="Calibri"/>
              </a:rPr>
              <a:t> </a:t>
            </a:r>
            <a:r>
              <a:rPr sz="3200" dirty="0">
                <a:latin typeface="Calibri"/>
                <a:cs typeface="Calibri"/>
              </a:rPr>
              <a:t>detriment</a:t>
            </a:r>
            <a:r>
              <a:rPr sz="3200" spc="280" dirty="0">
                <a:latin typeface="Calibri"/>
                <a:cs typeface="Calibri"/>
              </a:rPr>
              <a:t> </a:t>
            </a:r>
            <a:r>
              <a:rPr sz="3200" dirty="0">
                <a:latin typeface="Calibri"/>
                <a:cs typeface="Calibri"/>
              </a:rPr>
              <a:t>of</a:t>
            </a:r>
            <a:r>
              <a:rPr sz="3200" spc="275" dirty="0">
                <a:latin typeface="Calibri"/>
                <a:cs typeface="Calibri"/>
              </a:rPr>
              <a:t> </a:t>
            </a:r>
            <a:r>
              <a:rPr sz="3200" dirty="0">
                <a:latin typeface="Calibri"/>
                <a:cs typeface="Calibri"/>
              </a:rPr>
              <a:t>the</a:t>
            </a:r>
            <a:r>
              <a:rPr sz="3200" spc="275" dirty="0">
                <a:latin typeface="Calibri"/>
                <a:cs typeface="Calibri"/>
              </a:rPr>
              <a:t> </a:t>
            </a:r>
            <a:r>
              <a:rPr sz="3200" dirty="0">
                <a:latin typeface="Calibri"/>
                <a:cs typeface="Calibri"/>
              </a:rPr>
              <a:t>environment</a:t>
            </a:r>
            <a:r>
              <a:rPr sz="3200" spc="280" dirty="0">
                <a:latin typeface="Calibri"/>
                <a:cs typeface="Calibri"/>
              </a:rPr>
              <a:t> </a:t>
            </a:r>
            <a:r>
              <a:rPr sz="3200" spc="-25" dirty="0">
                <a:latin typeface="Calibri"/>
                <a:cs typeface="Calibri"/>
              </a:rPr>
              <a:t>and </a:t>
            </a:r>
            <a:r>
              <a:rPr sz="3200" spc="-10" dirty="0">
                <a:latin typeface="Calibri"/>
                <a:cs typeface="Calibri"/>
              </a:rPr>
              <a:t>society.</a:t>
            </a:r>
            <a:endParaRPr sz="3200">
              <a:latin typeface="Calibri"/>
              <a:cs typeface="Calibri"/>
            </a:endParaRPr>
          </a:p>
          <a:p>
            <a:pPr marL="241300" marR="5080" indent="-228600" algn="just">
              <a:lnSpc>
                <a:spcPct val="89800"/>
              </a:lnSpc>
              <a:spcBef>
                <a:spcPts val="1040"/>
              </a:spcBef>
              <a:buFont typeface="Arial MT"/>
              <a:buChar char="•"/>
              <a:tabLst>
                <a:tab pos="241300" algn="l"/>
              </a:tabLst>
            </a:pPr>
            <a:r>
              <a:rPr sz="3200" b="1" dirty="0">
                <a:solidFill>
                  <a:srgbClr val="C00000"/>
                </a:solidFill>
                <a:latin typeface="Calibri"/>
                <a:cs typeface="Calibri"/>
              </a:rPr>
              <a:t>Increased</a:t>
            </a:r>
            <a:r>
              <a:rPr sz="3200" b="1" spc="480" dirty="0">
                <a:solidFill>
                  <a:srgbClr val="C00000"/>
                </a:solidFill>
                <a:latin typeface="Calibri"/>
                <a:cs typeface="Calibri"/>
              </a:rPr>
              <a:t>  </a:t>
            </a:r>
            <a:r>
              <a:rPr sz="3200" b="1" dirty="0">
                <a:solidFill>
                  <a:srgbClr val="C00000"/>
                </a:solidFill>
                <a:latin typeface="Calibri"/>
                <a:cs typeface="Calibri"/>
              </a:rPr>
              <a:t>Customer</a:t>
            </a:r>
            <a:r>
              <a:rPr sz="3200" b="1" spc="484" dirty="0">
                <a:solidFill>
                  <a:srgbClr val="C00000"/>
                </a:solidFill>
                <a:latin typeface="Calibri"/>
                <a:cs typeface="Calibri"/>
              </a:rPr>
              <a:t>  </a:t>
            </a:r>
            <a:r>
              <a:rPr sz="3200" b="1" dirty="0">
                <a:solidFill>
                  <a:srgbClr val="C00000"/>
                </a:solidFill>
                <a:latin typeface="Calibri"/>
                <a:cs typeface="Calibri"/>
              </a:rPr>
              <a:t>Focus:</a:t>
            </a:r>
            <a:r>
              <a:rPr sz="3200" b="1" spc="484" dirty="0">
                <a:solidFill>
                  <a:srgbClr val="C00000"/>
                </a:solidFill>
                <a:latin typeface="Calibri"/>
                <a:cs typeface="Calibri"/>
              </a:rPr>
              <a:t>  </a:t>
            </a:r>
            <a:r>
              <a:rPr sz="3200" dirty="0">
                <a:latin typeface="Calibri"/>
                <a:cs typeface="Calibri"/>
              </a:rPr>
              <a:t>Increased</a:t>
            </a:r>
            <a:r>
              <a:rPr sz="3200" spc="490" dirty="0">
                <a:latin typeface="Calibri"/>
                <a:cs typeface="Calibri"/>
              </a:rPr>
              <a:t>  </a:t>
            </a:r>
            <a:r>
              <a:rPr sz="3200" dirty="0">
                <a:latin typeface="Calibri"/>
                <a:cs typeface="Calibri"/>
              </a:rPr>
              <a:t>competition</a:t>
            </a:r>
            <a:r>
              <a:rPr sz="3200" spc="484" dirty="0">
                <a:latin typeface="Calibri"/>
                <a:cs typeface="Calibri"/>
              </a:rPr>
              <a:t>  </a:t>
            </a:r>
            <a:r>
              <a:rPr sz="3200" spc="-25" dirty="0">
                <a:latin typeface="Calibri"/>
                <a:cs typeface="Calibri"/>
              </a:rPr>
              <a:t>has </a:t>
            </a:r>
            <a:r>
              <a:rPr sz="3200" dirty="0">
                <a:latin typeface="Calibri"/>
                <a:cs typeface="Calibri"/>
              </a:rPr>
              <a:t>placed</a:t>
            </a:r>
            <a:r>
              <a:rPr sz="3200" spc="459" dirty="0">
                <a:latin typeface="Calibri"/>
                <a:cs typeface="Calibri"/>
              </a:rPr>
              <a:t> </a:t>
            </a:r>
            <a:r>
              <a:rPr sz="3200" dirty="0">
                <a:latin typeface="Calibri"/>
                <a:cs typeface="Calibri"/>
              </a:rPr>
              <a:t>a</a:t>
            </a:r>
            <a:r>
              <a:rPr sz="3200" spc="459" dirty="0">
                <a:latin typeface="Calibri"/>
                <a:cs typeface="Calibri"/>
              </a:rPr>
              <a:t> </a:t>
            </a:r>
            <a:r>
              <a:rPr sz="3200" dirty="0">
                <a:latin typeface="Calibri"/>
                <a:cs typeface="Calibri"/>
              </a:rPr>
              <a:t>premium</a:t>
            </a:r>
            <a:r>
              <a:rPr sz="3200" spc="459" dirty="0">
                <a:latin typeface="Calibri"/>
                <a:cs typeface="Calibri"/>
              </a:rPr>
              <a:t> </a:t>
            </a:r>
            <a:r>
              <a:rPr sz="3200" dirty="0">
                <a:latin typeface="Calibri"/>
                <a:cs typeface="Calibri"/>
              </a:rPr>
              <a:t>on</a:t>
            </a:r>
            <a:r>
              <a:rPr sz="3200" spc="465" dirty="0">
                <a:latin typeface="Calibri"/>
                <a:cs typeface="Calibri"/>
              </a:rPr>
              <a:t> </a:t>
            </a:r>
            <a:r>
              <a:rPr sz="3200" dirty="0">
                <a:latin typeface="Calibri"/>
                <a:cs typeface="Calibri"/>
              </a:rPr>
              <a:t>customer</a:t>
            </a:r>
            <a:r>
              <a:rPr sz="3200" spc="459" dirty="0">
                <a:latin typeface="Calibri"/>
                <a:cs typeface="Calibri"/>
              </a:rPr>
              <a:t> </a:t>
            </a:r>
            <a:r>
              <a:rPr sz="3200" dirty="0">
                <a:latin typeface="Calibri"/>
                <a:cs typeface="Calibri"/>
              </a:rPr>
              <a:t>satisfaction.</a:t>
            </a:r>
            <a:r>
              <a:rPr sz="3200" spc="459" dirty="0">
                <a:latin typeface="Calibri"/>
                <a:cs typeface="Calibri"/>
              </a:rPr>
              <a:t> </a:t>
            </a:r>
            <a:r>
              <a:rPr sz="3200" dirty="0">
                <a:latin typeface="Calibri"/>
                <a:cs typeface="Calibri"/>
              </a:rPr>
              <a:t>Customers</a:t>
            </a:r>
            <a:r>
              <a:rPr sz="3200" spc="459" dirty="0">
                <a:latin typeface="Calibri"/>
                <a:cs typeface="Calibri"/>
              </a:rPr>
              <a:t> </a:t>
            </a:r>
            <a:r>
              <a:rPr sz="3200" spc="-25" dirty="0">
                <a:latin typeface="Calibri"/>
                <a:cs typeface="Calibri"/>
              </a:rPr>
              <a:t>no </a:t>
            </a:r>
            <a:r>
              <a:rPr sz="3200" dirty="0">
                <a:latin typeface="Calibri"/>
                <a:cs typeface="Calibri"/>
              </a:rPr>
              <a:t>longer</a:t>
            </a:r>
            <a:r>
              <a:rPr sz="3200" spc="250" dirty="0">
                <a:latin typeface="Calibri"/>
                <a:cs typeface="Calibri"/>
              </a:rPr>
              <a:t> </a:t>
            </a:r>
            <a:r>
              <a:rPr sz="3200" dirty="0">
                <a:latin typeface="Calibri"/>
                <a:cs typeface="Calibri"/>
              </a:rPr>
              <a:t>simply</a:t>
            </a:r>
            <a:r>
              <a:rPr sz="3200" spc="254" dirty="0">
                <a:latin typeface="Calibri"/>
                <a:cs typeface="Calibri"/>
              </a:rPr>
              <a:t> </a:t>
            </a:r>
            <a:r>
              <a:rPr sz="3200" dirty="0">
                <a:latin typeface="Calibri"/>
                <a:cs typeface="Calibri"/>
              </a:rPr>
              <a:t>settle</a:t>
            </a:r>
            <a:r>
              <a:rPr sz="3200" spc="254" dirty="0">
                <a:latin typeface="Calibri"/>
                <a:cs typeface="Calibri"/>
              </a:rPr>
              <a:t> </a:t>
            </a:r>
            <a:r>
              <a:rPr sz="3200" dirty="0">
                <a:latin typeface="Calibri"/>
                <a:cs typeface="Calibri"/>
              </a:rPr>
              <a:t>for</a:t>
            </a:r>
            <a:r>
              <a:rPr sz="3200" spc="250" dirty="0">
                <a:latin typeface="Calibri"/>
                <a:cs typeface="Calibri"/>
              </a:rPr>
              <a:t> </a:t>
            </a:r>
            <a:r>
              <a:rPr sz="3200" dirty="0">
                <a:latin typeface="Calibri"/>
                <a:cs typeface="Calibri"/>
              </a:rPr>
              <a:t>generic</a:t>
            </a:r>
            <a:r>
              <a:rPr sz="3200" spc="254" dirty="0">
                <a:latin typeface="Calibri"/>
                <a:cs typeface="Calibri"/>
              </a:rPr>
              <a:t> </a:t>
            </a:r>
            <a:r>
              <a:rPr sz="3200" dirty="0">
                <a:latin typeface="Calibri"/>
                <a:cs typeface="Calibri"/>
              </a:rPr>
              <a:t>products</a:t>
            </a:r>
            <a:r>
              <a:rPr sz="3200" spc="245" dirty="0">
                <a:latin typeface="Calibri"/>
                <a:cs typeface="Calibri"/>
              </a:rPr>
              <a:t> </a:t>
            </a:r>
            <a:r>
              <a:rPr sz="3200" dirty="0">
                <a:latin typeface="Calibri"/>
                <a:cs typeface="Calibri"/>
              </a:rPr>
              <a:t>and</a:t>
            </a:r>
            <a:r>
              <a:rPr sz="3200" spc="260" dirty="0">
                <a:latin typeface="Calibri"/>
                <a:cs typeface="Calibri"/>
              </a:rPr>
              <a:t> </a:t>
            </a:r>
            <a:r>
              <a:rPr sz="3200" dirty="0">
                <a:latin typeface="Calibri"/>
                <a:cs typeface="Calibri"/>
              </a:rPr>
              <a:t>services.</a:t>
            </a:r>
            <a:r>
              <a:rPr sz="3200" spc="265" dirty="0">
                <a:latin typeface="Calibri"/>
                <a:cs typeface="Calibri"/>
              </a:rPr>
              <a:t> </a:t>
            </a:r>
            <a:r>
              <a:rPr sz="3200" spc="-20" dirty="0">
                <a:latin typeface="Calibri"/>
                <a:cs typeface="Calibri"/>
              </a:rPr>
              <a:t>They </a:t>
            </a:r>
            <a:r>
              <a:rPr sz="3200" dirty="0">
                <a:latin typeface="Calibri"/>
                <a:cs typeface="Calibri"/>
              </a:rPr>
              <a:t>want</a:t>
            </a:r>
            <a:r>
              <a:rPr sz="3200" spc="500" dirty="0">
                <a:latin typeface="Calibri"/>
                <a:cs typeface="Calibri"/>
              </a:rPr>
              <a:t> </a:t>
            </a:r>
            <a:r>
              <a:rPr sz="3200" dirty="0">
                <a:latin typeface="Calibri"/>
                <a:cs typeface="Calibri"/>
              </a:rPr>
              <a:t>customized</a:t>
            </a:r>
            <a:r>
              <a:rPr sz="3200" spc="515" dirty="0">
                <a:latin typeface="Calibri"/>
                <a:cs typeface="Calibri"/>
              </a:rPr>
              <a:t> </a:t>
            </a:r>
            <a:r>
              <a:rPr sz="3200" dirty="0">
                <a:latin typeface="Calibri"/>
                <a:cs typeface="Calibri"/>
              </a:rPr>
              <a:t>products</a:t>
            </a:r>
            <a:r>
              <a:rPr sz="3200" spc="495" dirty="0">
                <a:latin typeface="Calibri"/>
                <a:cs typeface="Calibri"/>
              </a:rPr>
              <a:t> </a:t>
            </a:r>
            <a:r>
              <a:rPr sz="3200" dirty="0">
                <a:latin typeface="Calibri"/>
                <a:cs typeface="Calibri"/>
              </a:rPr>
              <a:t>and</a:t>
            </a:r>
            <a:r>
              <a:rPr sz="3200" spc="515" dirty="0">
                <a:latin typeface="Calibri"/>
                <a:cs typeface="Calibri"/>
              </a:rPr>
              <a:t> </a:t>
            </a:r>
            <a:r>
              <a:rPr sz="3200" dirty="0">
                <a:latin typeface="Calibri"/>
                <a:cs typeface="Calibri"/>
              </a:rPr>
              <a:t>services</a:t>
            </a:r>
            <a:r>
              <a:rPr sz="3200" spc="505" dirty="0">
                <a:latin typeface="Calibri"/>
                <a:cs typeface="Calibri"/>
              </a:rPr>
              <a:t> </a:t>
            </a:r>
            <a:r>
              <a:rPr sz="3200" dirty="0">
                <a:latin typeface="Calibri"/>
                <a:cs typeface="Calibri"/>
              </a:rPr>
              <a:t>that</a:t>
            </a:r>
            <a:r>
              <a:rPr sz="3200" spc="515" dirty="0">
                <a:latin typeface="Calibri"/>
                <a:cs typeface="Calibri"/>
              </a:rPr>
              <a:t> </a:t>
            </a:r>
            <a:r>
              <a:rPr sz="3200" dirty="0">
                <a:latin typeface="Calibri"/>
                <a:cs typeface="Calibri"/>
              </a:rPr>
              <a:t>cater</a:t>
            </a:r>
            <a:r>
              <a:rPr sz="3200" spc="500" dirty="0">
                <a:latin typeface="Calibri"/>
                <a:cs typeface="Calibri"/>
              </a:rPr>
              <a:t> </a:t>
            </a:r>
            <a:r>
              <a:rPr sz="3200" dirty="0">
                <a:latin typeface="Calibri"/>
                <a:cs typeface="Calibri"/>
              </a:rPr>
              <a:t>to</a:t>
            </a:r>
            <a:r>
              <a:rPr sz="3200" spc="505" dirty="0">
                <a:latin typeface="Calibri"/>
                <a:cs typeface="Calibri"/>
              </a:rPr>
              <a:t> </a:t>
            </a:r>
            <a:r>
              <a:rPr sz="3200" spc="-10" dirty="0">
                <a:latin typeface="Calibri"/>
                <a:cs typeface="Calibri"/>
              </a:rPr>
              <a:t>their </a:t>
            </a:r>
            <a:r>
              <a:rPr sz="3200" dirty="0">
                <a:latin typeface="Calibri"/>
                <a:cs typeface="Calibri"/>
              </a:rPr>
              <a:t>specific</a:t>
            </a:r>
            <a:r>
              <a:rPr sz="3200" spc="-75" dirty="0">
                <a:latin typeface="Calibri"/>
                <a:cs typeface="Calibri"/>
              </a:rPr>
              <a:t> </a:t>
            </a:r>
            <a:r>
              <a:rPr sz="3200" spc="-10" dirty="0">
                <a:latin typeface="Calibri"/>
                <a:cs typeface="Calibri"/>
              </a:rPr>
              <a:t>needs</a:t>
            </a:r>
            <a:endParaRPr sz="3200">
              <a:latin typeface="Calibri"/>
              <a:cs typeface="Calibri"/>
            </a:endParaRPr>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23</a:t>
            </a:fld>
            <a:endParaRPr spc="-25" dirty="0"/>
          </a:p>
        </p:txBody>
      </p:sp>
      <p:sp>
        <p:nvSpPr>
          <p:cNvPr id="3" name="object 3"/>
          <p:cNvSpPr txBox="1">
            <a:spLocks noGrp="1"/>
          </p:cNvSpPr>
          <p:nvPr>
            <p:ph type="title"/>
          </p:nvPr>
        </p:nvSpPr>
        <p:spPr>
          <a:prstGeom prst="rect">
            <a:avLst/>
          </a:prstGeom>
        </p:spPr>
        <p:txBody>
          <a:bodyPr vert="horz" wrap="square" lIns="0" tIns="13970" rIns="0" bIns="0" rtlCol="0">
            <a:spAutoFit/>
          </a:bodyPr>
          <a:lstStyle/>
          <a:p>
            <a:pPr marL="513715">
              <a:lnSpc>
                <a:spcPct val="100000"/>
              </a:lnSpc>
              <a:spcBef>
                <a:spcPts val="110"/>
              </a:spcBef>
            </a:pPr>
            <a:r>
              <a:rPr b="1" u="sng" spc="80" dirty="0">
                <a:solidFill>
                  <a:srgbClr val="FF0000"/>
                </a:solidFill>
              </a:rPr>
              <a:t>Importance of project management </a:t>
            </a:r>
            <a:r>
              <a:rPr sz="1950" u="none" spc="-10" dirty="0">
                <a:solidFill>
                  <a:srgbClr val="000000"/>
                </a:solidFill>
              </a:rPr>
              <a:t>(2/3)</a:t>
            </a:r>
            <a:endParaRPr sz="1950" dirty="0"/>
          </a:p>
        </p:txBody>
      </p:sp>
      <p:pic>
        <p:nvPicPr>
          <p:cNvPr id="5" name="Picture 2">
            <a:extLst>
              <a:ext uri="{FF2B5EF4-FFF2-40B4-BE49-F238E27FC236}">
                <a16:creationId xmlns:a16="http://schemas.microsoft.com/office/drawing/2014/main" id="{8BC518E4-13D8-FC4E-AEF3-202A1E04E70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963150" y="0"/>
            <a:ext cx="2228850" cy="12382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body" idx="1"/>
          </p:nvPr>
        </p:nvSpPr>
        <p:spPr>
          <a:prstGeom prst="rect">
            <a:avLst/>
          </a:prstGeom>
        </p:spPr>
        <p:txBody>
          <a:bodyPr vert="horz" wrap="square" lIns="0" tIns="294493" rIns="0" bIns="0" rtlCol="0">
            <a:spAutoFit/>
          </a:bodyPr>
          <a:lstStyle/>
          <a:p>
            <a:pPr marL="241300" marR="5080" indent="-228600" algn="just">
              <a:lnSpc>
                <a:spcPct val="89900"/>
              </a:lnSpc>
              <a:spcBef>
                <a:spcPts val="439"/>
              </a:spcBef>
              <a:buFont typeface="Arial MT"/>
              <a:buChar char="•"/>
              <a:tabLst>
                <a:tab pos="241300" algn="l"/>
              </a:tabLst>
            </a:pPr>
            <a:r>
              <a:rPr b="1" dirty="0">
                <a:solidFill>
                  <a:srgbClr val="C00000"/>
                </a:solidFill>
                <a:latin typeface="Calibri"/>
                <a:cs typeface="Calibri"/>
              </a:rPr>
              <a:t>Small</a:t>
            </a:r>
            <a:r>
              <a:rPr b="1" spc="160" dirty="0">
                <a:solidFill>
                  <a:srgbClr val="C00000"/>
                </a:solidFill>
                <a:latin typeface="Calibri"/>
                <a:cs typeface="Calibri"/>
              </a:rPr>
              <a:t>  </a:t>
            </a:r>
            <a:r>
              <a:rPr b="1" dirty="0">
                <a:solidFill>
                  <a:srgbClr val="C00000"/>
                </a:solidFill>
                <a:latin typeface="Calibri"/>
                <a:cs typeface="Calibri"/>
              </a:rPr>
              <a:t>Projects</a:t>
            </a:r>
            <a:r>
              <a:rPr b="1" spc="160" dirty="0">
                <a:solidFill>
                  <a:srgbClr val="C00000"/>
                </a:solidFill>
                <a:latin typeface="Calibri"/>
                <a:cs typeface="Calibri"/>
              </a:rPr>
              <a:t>  </a:t>
            </a:r>
            <a:r>
              <a:rPr b="1" dirty="0">
                <a:solidFill>
                  <a:srgbClr val="C00000"/>
                </a:solidFill>
                <a:latin typeface="Calibri"/>
                <a:cs typeface="Calibri"/>
              </a:rPr>
              <a:t>Represent</a:t>
            </a:r>
            <a:r>
              <a:rPr b="1" spc="165" dirty="0">
                <a:solidFill>
                  <a:srgbClr val="C00000"/>
                </a:solidFill>
                <a:latin typeface="Calibri"/>
                <a:cs typeface="Calibri"/>
              </a:rPr>
              <a:t>  </a:t>
            </a:r>
            <a:r>
              <a:rPr b="1" dirty="0">
                <a:solidFill>
                  <a:srgbClr val="C00000"/>
                </a:solidFill>
                <a:latin typeface="Calibri"/>
                <a:cs typeface="Calibri"/>
              </a:rPr>
              <a:t>Big</a:t>
            </a:r>
            <a:r>
              <a:rPr b="1" spc="160" dirty="0">
                <a:solidFill>
                  <a:srgbClr val="C00000"/>
                </a:solidFill>
                <a:latin typeface="Calibri"/>
                <a:cs typeface="Calibri"/>
              </a:rPr>
              <a:t>  </a:t>
            </a:r>
            <a:r>
              <a:rPr b="1" dirty="0">
                <a:solidFill>
                  <a:srgbClr val="C00000"/>
                </a:solidFill>
                <a:latin typeface="Calibri"/>
                <a:cs typeface="Calibri"/>
              </a:rPr>
              <a:t>Problems:</a:t>
            </a:r>
            <a:r>
              <a:rPr b="1" spc="160" dirty="0">
                <a:solidFill>
                  <a:srgbClr val="C00000"/>
                </a:solidFill>
                <a:latin typeface="Calibri"/>
                <a:cs typeface="Calibri"/>
              </a:rPr>
              <a:t>  </a:t>
            </a:r>
            <a:r>
              <a:rPr dirty="0"/>
              <a:t>The</a:t>
            </a:r>
            <a:r>
              <a:rPr spc="160" dirty="0"/>
              <a:t>  </a:t>
            </a:r>
            <a:r>
              <a:rPr dirty="0"/>
              <a:t>velocity</a:t>
            </a:r>
            <a:r>
              <a:rPr spc="160" dirty="0"/>
              <a:t>  </a:t>
            </a:r>
            <a:r>
              <a:rPr dirty="0"/>
              <a:t>of</a:t>
            </a:r>
            <a:r>
              <a:rPr spc="160" dirty="0"/>
              <a:t>  </a:t>
            </a:r>
            <a:r>
              <a:rPr spc="-10" dirty="0"/>
              <a:t>change </a:t>
            </a:r>
            <a:r>
              <a:rPr dirty="0"/>
              <a:t>required</a:t>
            </a:r>
            <a:r>
              <a:rPr spc="30" dirty="0"/>
              <a:t>  </a:t>
            </a:r>
            <a:r>
              <a:rPr dirty="0"/>
              <a:t>to</a:t>
            </a:r>
            <a:r>
              <a:rPr spc="35" dirty="0"/>
              <a:t>  </a:t>
            </a:r>
            <a:r>
              <a:rPr dirty="0"/>
              <a:t>remain</a:t>
            </a:r>
            <a:r>
              <a:rPr spc="30" dirty="0"/>
              <a:t>  </a:t>
            </a:r>
            <a:r>
              <a:rPr dirty="0"/>
              <a:t>competitive</a:t>
            </a:r>
            <a:r>
              <a:rPr spc="30" dirty="0"/>
              <a:t>  </a:t>
            </a:r>
            <a:r>
              <a:rPr dirty="0"/>
              <a:t>lead</a:t>
            </a:r>
            <a:r>
              <a:rPr spc="695" dirty="0"/>
              <a:t> </a:t>
            </a:r>
            <a:r>
              <a:rPr dirty="0"/>
              <a:t>to</a:t>
            </a:r>
            <a:r>
              <a:rPr spc="30" dirty="0"/>
              <a:t>  </a:t>
            </a:r>
            <a:r>
              <a:rPr dirty="0"/>
              <a:t>hundreds</a:t>
            </a:r>
            <a:r>
              <a:rPr spc="30" dirty="0"/>
              <a:t>  </a:t>
            </a:r>
            <a:r>
              <a:rPr dirty="0"/>
              <a:t>of</a:t>
            </a:r>
            <a:r>
              <a:rPr spc="30" dirty="0"/>
              <a:t>  </a:t>
            </a:r>
            <a:r>
              <a:rPr dirty="0"/>
              <a:t>projects</a:t>
            </a:r>
            <a:r>
              <a:rPr spc="35" dirty="0"/>
              <a:t>  </a:t>
            </a:r>
            <a:r>
              <a:rPr spc="-25" dirty="0"/>
              <a:t>are </a:t>
            </a:r>
            <a:r>
              <a:rPr dirty="0"/>
              <a:t>implemented</a:t>
            </a:r>
            <a:r>
              <a:rPr spc="265" dirty="0"/>
              <a:t> </a:t>
            </a:r>
            <a:r>
              <a:rPr dirty="0"/>
              <a:t>concurrently</a:t>
            </a:r>
            <a:r>
              <a:rPr spc="265" dirty="0"/>
              <a:t> </a:t>
            </a:r>
            <a:r>
              <a:rPr dirty="0"/>
              <a:t>along</a:t>
            </a:r>
            <a:r>
              <a:rPr spc="265" dirty="0"/>
              <a:t> </a:t>
            </a:r>
            <a:r>
              <a:rPr dirty="0"/>
              <a:t>with</a:t>
            </a:r>
            <a:r>
              <a:rPr spc="275" dirty="0"/>
              <a:t> </a:t>
            </a:r>
            <a:r>
              <a:rPr dirty="0"/>
              <a:t>the</a:t>
            </a:r>
            <a:r>
              <a:rPr spc="265" dirty="0"/>
              <a:t> </a:t>
            </a:r>
            <a:r>
              <a:rPr dirty="0"/>
              <a:t>problems</a:t>
            </a:r>
            <a:r>
              <a:rPr spc="275" dirty="0"/>
              <a:t> </a:t>
            </a:r>
            <a:r>
              <a:rPr dirty="0"/>
              <a:t>generated</a:t>
            </a:r>
            <a:r>
              <a:rPr spc="270" dirty="0"/>
              <a:t> </a:t>
            </a:r>
            <a:r>
              <a:rPr spc="-20" dirty="0"/>
              <a:t>from </a:t>
            </a:r>
            <a:r>
              <a:rPr dirty="0"/>
              <a:t>them;</a:t>
            </a:r>
            <a:r>
              <a:rPr spc="130" dirty="0"/>
              <a:t>  </a:t>
            </a:r>
            <a:r>
              <a:rPr dirty="0"/>
              <a:t>which</a:t>
            </a:r>
            <a:r>
              <a:rPr spc="135" dirty="0"/>
              <a:t>  </a:t>
            </a:r>
            <a:r>
              <a:rPr dirty="0"/>
              <a:t>represents</a:t>
            </a:r>
            <a:r>
              <a:rPr spc="130" dirty="0"/>
              <a:t>  </a:t>
            </a:r>
            <a:r>
              <a:rPr dirty="0"/>
              <a:t>major</a:t>
            </a:r>
            <a:r>
              <a:rPr spc="130" dirty="0"/>
              <a:t>  </a:t>
            </a:r>
            <a:r>
              <a:rPr dirty="0"/>
              <a:t>challenge</a:t>
            </a:r>
            <a:r>
              <a:rPr spc="130" dirty="0"/>
              <a:t>  </a:t>
            </a:r>
            <a:r>
              <a:rPr dirty="0"/>
              <a:t>to</a:t>
            </a:r>
            <a:r>
              <a:rPr spc="130" dirty="0"/>
              <a:t>  </a:t>
            </a:r>
            <a:r>
              <a:rPr dirty="0"/>
              <a:t>senior</a:t>
            </a:r>
            <a:r>
              <a:rPr spc="130" dirty="0"/>
              <a:t>  </a:t>
            </a:r>
            <a:r>
              <a:rPr spc="-10" dirty="0"/>
              <a:t>management. </a:t>
            </a:r>
            <a:r>
              <a:rPr dirty="0"/>
              <a:t>Because</a:t>
            </a:r>
            <a:r>
              <a:rPr spc="65" dirty="0"/>
              <a:t> </a:t>
            </a:r>
            <a:r>
              <a:rPr dirty="0"/>
              <a:t>the</a:t>
            </a:r>
            <a:r>
              <a:rPr spc="65" dirty="0"/>
              <a:t> </a:t>
            </a:r>
            <a:r>
              <a:rPr dirty="0"/>
              <a:t>perception</a:t>
            </a:r>
            <a:r>
              <a:rPr spc="75" dirty="0"/>
              <a:t> </a:t>
            </a:r>
            <a:r>
              <a:rPr dirty="0"/>
              <a:t>of</a:t>
            </a:r>
            <a:r>
              <a:rPr spc="65" dirty="0"/>
              <a:t> </a:t>
            </a:r>
            <a:r>
              <a:rPr dirty="0"/>
              <a:t>the</a:t>
            </a:r>
            <a:r>
              <a:rPr spc="70" dirty="0"/>
              <a:t> </a:t>
            </a:r>
            <a:r>
              <a:rPr dirty="0"/>
              <a:t>inefficiency</a:t>
            </a:r>
            <a:r>
              <a:rPr spc="60" dirty="0"/>
              <a:t> </a:t>
            </a:r>
            <a:r>
              <a:rPr dirty="0"/>
              <a:t>impact</a:t>
            </a:r>
            <a:r>
              <a:rPr spc="75" dirty="0"/>
              <a:t> </a:t>
            </a:r>
            <a:r>
              <a:rPr dirty="0"/>
              <a:t>is</a:t>
            </a:r>
            <a:r>
              <a:rPr spc="70" dirty="0"/>
              <a:t> </a:t>
            </a:r>
            <a:r>
              <a:rPr dirty="0"/>
              <a:t>small,</a:t>
            </a:r>
            <a:r>
              <a:rPr spc="75" dirty="0"/>
              <a:t> </a:t>
            </a:r>
            <a:r>
              <a:rPr spc="-10" dirty="0"/>
              <a:t>measuring </a:t>
            </a:r>
            <a:r>
              <a:rPr dirty="0"/>
              <a:t>inefficiency</a:t>
            </a:r>
            <a:r>
              <a:rPr spc="-15" dirty="0"/>
              <a:t> </a:t>
            </a:r>
            <a:r>
              <a:rPr dirty="0"/>
              <a:t>is usually</a:t>
            </a:r>
            <a:r>
              <a:rPr spc="-10" dirty="0"/>
              <a:t> </a:t>
            </a:r>
            <a:r>
              <a:rPr dirty="0"/>
              <a:t>nonexistent. </a:t>
            </a:r>
            <a:r>
              <a:rPr spc="-20" dirty="0"/>
              <a:t>Unfortunately,</a:t>
            </a:r>
            <a:r>
              <a:rPr spc="-5" dirty="0"/>
              <a:t> </a:t>
            </a:r>
            <a:r>
              <a:rPr dirty="0"/>
              <a:t>many</a:t>
            </a:r>
            <a:r>
              <a:rPr spc="-10" dirty="0"/>
              <a:t> </a:t>
            </a:r>
            <a:r>
              <a:rPr dirty="0"/>
              <a:t>small</a:t>
            </a:r>
            <a:r>
              <a:rPr spc="-10" dirty="0"/>
              <a:t> projects </a:t>
            </a:r>
            <a:r>
              <a:rPr dirty="0"/>
              <a:t>soon</a:t>
            </a:r>
            <a:r>
              <a:rPr spc="10" dirty="0"/>
              <a:t> </a:t>
            </a:r>
            <a:r>
              <a:rPr dirty="0"/>
              <a:t>add</a:t>
            </a:r>
            <a:r>
              <a:rPr spc="10" dirty="0"/>
              <a:t> </a:t>
            </a:r>
            <a:r>
              <a:rPr dirty="0"/>
              <a:t>up</a:t>
            </a:r>
            <a:r>
              <a:rPr spc="10" dirty="0"/>
              <a:t> </a:t>
            </a:r>
            <a:r>
              <a:rPr dirty="0"/>
              <a:t>to</a:t>
            </a:r>
            <a:r>
              <a:rPr spc="10" dirty="0"/>
              <a:t> </a:t>
            </a:r>
            <a:r>
              <a:rPr dirty="0"/>
              <a:t>large sums</a:t>
            </a:r>
            <a:r>
              <a:rPr spc="10" dirty="0"/>
              <a:t> </a:t>
            </a:r>
            <a:r>
              <a:rPr dirty="0"/>
              <a:t>of </a:t>
            </a:r>
            <a:r>
              <a:rPr spc="-10" dirty="0"/>
              <a:t>money.</a:t>
            </a:r>
            <a:r>
              <a:rPr spc="15" dirty="0"/>
              <a:t> </a:t>
            </a:r>
            <a:r>
              <a:rPr dirty="0"/>
              <a:t>Many customers</a:t>
            </a:r>
            <a:r>
              <a:rPr spc="15" dirty="0"/>
              <a:t> </a:t>
            </a:r>
            <a:r>
              <a:rPr dirty="0"/>
              <a:t>and</a:t>
            </a:r>
            <a:r>
              <a:rPr spc="10" dirty="0"/>
              <a:t> </a:t>
            </a:r>
            <a:r>
              <a:rPr dirty="0"/>
              <a:t>millions</a:t>
            </a:r>
            <a:r>
              <a:rPr spc="5" dirty="0"/>
              <a:t> </a:t>
            </a:r>
            <a:r>
              <a:rPr spc="-25" dirty="0"/>
              <a:t>of </a:t>
            </a:r>
            <a:r>
              <a:rPr dirty="0"/>
              <a:t>dollars</a:t>
            </a:r>
            <a:r>
              <a:rPr spc="445" dirty="0"/>
              <a:t> </a:t>
            </a:r>
            <a:r>
              <a:rPr dirty="0"/>
              <a:t>are</a:t>
            </a:r>
            <a:r>
              <a:rPr spc="440" dirty="0"/>
              <a:t> </a:t>
            </a:r>
            <a:r>
              <a:rPr dirty="0"/>
              <a:t>lost</a:t>
            </a:r>
            <a:r>
              <a:rPr spc="445" dirty="0"/>
              <a:t> </a:t>
            </a:r>
            <a:r>
              <a:rPr dirty="0"/>
              <a:t>each</a:t>
            </a:r>
            <a:r>
              <a:rPr spc="450" dirty="0"/>
              <a:t> </a:t>
            </a:r>
            <a:r>
              <a:rPr dirty="0"/>
              <a:t>year</a:t>
            </a:r>
            <a:r>
              <a:rPr spc="445" dirty="0"/>
              <a:t> </a:t>
            </a:r>
            <a:r>
              <a:rPr dirty="0"/>
              <a:t>on</a:t>
            </a:r>
            <a:r>
              <a:rPr spc="450" dirty="0"/>
              <a:t> </a:t>
            </a:r>
            <a:r>
              <a:rPr dirty="0"/>
              <a:t>small</a:t>
            </a:r>
            <a:r>
              <a:rPr spc="440" dirty="0"/>
              <a:t> </a:t>
            </a:r>
            <a:r>
              <a:rPr dirty="0"/>
              <a:t>projects</a:t>
            </a:r>
            <a:r>
              <a:rPr spc="450" dirty="0"/>
              <a:t> </a:t>
            </a:r>
            <a:r>
              <a:rPr dirty="0"/>
              <a:t>in</a:t>
            </a:r>
            <a:r>
              <a:rPr spc="450" dirty="0"/>
              <a:t> </a:t>
            </a:r>
            <a:r>
              <a:rPr dirty="0"/>
              <a:t>product</a:t>
            </a:r>
            <a:r>
              <a:rPr spc="440" dirty="0"/>
              <a:t> </a:t>
            </a:r>
            <a:r>
              <a:rPr dirty="0"/>
              <a:t>and</a:t>
            </a:r>
            <a:r>
              <a:rPr spc="450" dirty="0"/>
              <a:t> </a:t>
            </a:r>
            <a:r>
              <a:rPr spc="-10" dirty="0"/>
              <a:t>service </a:t>
            </a:r>
            <a:r>
              <a:rPr dirty="0"/>
              <a:t>organizations.</a:t>
            </a:r>
            <a:r>
              <a:rPr spc="445" dirty="0"/>
              <a:t>  </a:t>
            </a:r>
            <a:r>
              <a:rPr dirty="0"/>
              <a:t>Small</a:t>
            </a:r>
            <a:r>
              <a:rPr spc="445" dirty="0"/>
              <a:t>  </a:t>
            </a:r>
            <a:r>
              <a:rPr dirty="0"/>
              <a:t>projects</a:t>
            </a:r>
            <a:r>
              <a:rPr spc="450" dirty="0"/>
              <a:t>  </a:t>
            </a:r>
            <a:r>
              <a:rPr dirty="0"/>
              <a:t>can</a:t>
            </a:r>
            <a:r>
              <a:rPr spc="450" dirty="0"/>
              <a:t>  </a:t>
            </a:r>
            <a:r>
              <a:rPr dirty="0"/>
              <a:t>represent</a:t>
            </a:r>
            <a:r>
              <a:rPr spc="445" dirty="0"/>
              <a:t>  </a:t>
            </a:r>
            <a:r>
              <a:rPr dirty="0"/>
              <a:t>hidden</a:t>
            </a:r>
            <a:r>
              <a:rPr spc="450" dirty="0"/>
              <a:t>  </a:t>
            </a:r>
            <a:r>
              <a:rPr dirty="0"/>
              <a:t>costs</a:t>
            </a:r>
            <a:r>
              <a:rPr spc="450" dirty="0"/>
              <a:t>  </a:t>
            </a:r>
            <a:r>
              <a:rPr spc="-25" dirty="0"/>
              <a:t>not </a:t>
            </a:r>
            <a:r>
              <a:rPr dirty="0"/>
              <a:t>measured</a:t>
            </a:r>
            <a:r>
              <a:rPr spc="-60" dirty="0"/>
              <a:t> </a:t>
            </a:r>
            <a:r>
              <a:rPr dirty="0"/>
              <a:t>in</a:t>
            </a:r>
            <a:r>
              <a:rPr spc="-55" dirty="0"/>
              <a:t> </a:t>
            </a:r>
            <a:r>
              <a:rPr dirty="0"/>
              <a:t>the</a:t>
            </a:r>
            <a:r>
              <a:rPr spc="-60" dirty="0"/>
              <a:t> </a:t>
            </a:r>
            <a:r>
              <a:rPr dirty="0"/>
              <a:t>accounting</a:t>
            </a:r>
            <a:r>
              <a:rPr spc="-60" dirty="0"/>
              <a:t> </a:t>
            </a:r>
            <a:r>
              <a:rPr spc="-10" dirty="0"/>
              <a:t>system</a:t>
            </a:r>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24</a:t>
            </a:fld>
            <a:endParaRPr spc="-25" dirty="0"/>
          </a:p>
        </p:txBody>
      </p:sp>
      <p:sp>
        <p:nvSpPr>
          <p:cNvPr id="3" name="object 3"/>
          <p:cNvSpPr txBox="1">
            <a:spLocks noGrp="1"/>
          </p:cNvSpPr>
          <p:nvPr>
            <p:ph type="title"/>
          </p:nvPr>
        </p:nvSpPr>
        <p:spPr>
          <a:prstGeom prst="rect">
            <a:avLst/>
          </a:prstGeom>
        </p:spPr>
        <p:txBody>
          <a:bodyPr vert="horz" wrap="square" lIns="0" tIns="13970" rIns="0" bIns="0" rtlCol="0">
            <a:spAutoFit/>
          </a:bodyPr>
          <a:lstStyle/>
          <a:p>
            <a:pPr marL="513715">
              <a:lnSpc>
                <a:spcPct val="100000"/>
              </a:lnSpc>
              <a:spcBef>
                <a:spcPts val="110"/>
              </a:spcBef>
            </a:pPr>
            <a:r>
              <a:rPr b="1" u="sng" spc="80" dirty="0">
                <a:solidFill>
                  <a:srgbClr val="FF0000"/>
                </a:solidFill>
              </a:rPr>
              <a:t>Importance of project management </a:t>
            </a:r>
            <a:r>
              <a:rPr sz="1950" u="none" spc="-10" dirty="0">
                <a:solidFill>
                  <a:srgbClr val="000000"/>
                </a:solidFill>
              </a:rPr>
              <a:t>(3/3)</a:t>
            </a:r>
            <a:endParaRPr sz="1950" dirty="0"/>
          </a:p>
        </p:txBody>
      </p:sp>
      <p:pic>
        <p:nvPicPr>
          <p:cNvPr id="5" name="Picture 2">
            <a:extLst>
              <a:ext uri="{FF2B5EF4-FFF2-40B4-BE49-F238E27FC236}">
                <a16:creationId xmlns:a16="http://schemas.microsoft.com/office/drawing/2014/main" id="{D8D79724-E8DE-1308-02F8-5456B3CC2DD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963150" y="0"/>
            <a:ext cx="2228850" cy="12382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FE1BB-CA1F-4790-9877-5AD8BA67F2EE}"/>
              </a:ext>
            </a:extLst>
          </p:cNvPr>
          <p:cNvSpPr>
            <a:spLocks noGrp="1"/>
          </p:cNvSpPr>
          <p:nvPr>
            <p:ph type="title"/>
          </p:nvPr>
        </p:nvSpPr>
        <p:spPr>
          <a:xfrm>
            <a:off x="415620" y="615856"/>
            <a:ext cx="11648440" cy="1323439"/>
          </a:xfrm>
        </p:spPr>
        <p:txBody>
          <a:bodyPr/>
          <a:lstStyle/>
          <a:p>
            <a:r>
              <a:rPr lang="en-US" b="1" u="sng" spc="80" dirty="0">
                <a:solidFill>
                  <a:srgbClr val="FF0000"/>
                </a:solidFill>
              </a:rPr>
              <a:t>Why is Project Management Important?</a:t>
            </a:r>
            <a:br>
              <a:rPr lang="en-US" b="1" u="sng" spc="80" dirty="0">
                <a:solidFill>
                  <a:srgbClr val="FF0000"/>
                </a:solidFill>
              </a:rPr>
            </a:br>
            <a:endParaRPr lang="en-US" b="1" u="sng" spc="80" dirty="0">
              <a:solidFill>
                <a:srgbClr val="FF0000"/>
              </a:solidFill>
            </a:endParaRPr>
          </a:p>
        </p:txBody>
      </p:sp>
      <p:sp>
        <p:nvSpPr>
          <p:cNvPr id="3" name="Text Placeholder 2">
            <a:extLst>
              <a:ext uri="{FF2B5EF4-FFF2-40B4-BE49-F238E27FC236}">
                <a16:creationId xmlns:a16="http://schemas.microsoft.com/office/drawing/2014/main" id="{7AE4C0FD-0CE5-4549-8D18-9314CD01D47C}"/>
              </a:ext>
            </a:extLst>
          </p:cNvPr>
          <p:cNvSpPr>
            <a:spLocks noGrp="1"/>
          </p:cNvSpPr>
          <p:nvPr>
            <p:ph type="body" idx="1"/>
          </p:nvPr>
        </p:nvSpPr>
        <p:spPr>
          <a:xfrm>
            <a:off x="326464" y="1676400"/>
            <a:ext cx="11449916" cy="4801314"/>
          </a:xfrm>
        </p:spPr>
        <p:txBody>
          <a:bodyPr/>
          <a:lstStyle/>
          <a:p>
            <a:pPr algn="just" rtl="0" fontAlgn="base"/>
            <a:r>
              <a:rPr lang="en-US" sz="2400" b="0" i="0" dirty="0">
                <a:solidFill>
                  <a:srgbClr val="273239"/>
                </a:solidFill>
                <a:effectLst/>
                <a:latin typeface="Nunito" pitchFamily="2" charset="0"/>
              </a:rPr>
              <a:t>Project management is vital for several reasons. Firstly, it ensures that projects are completed efficiently, within budget, and on schedule. By employing systematic planning, execution, and monitoring, project managers can anticipate and mitigate potential risks, ensuring smooth progress throughout the </a:t>
            </a:r>
            <a:r>
              <a:rPr lang="en-US" sz="2400" b="0" i="0" u="sng" dirty="0">
                <a:solidFill>
                  <a:srgbClr val="357960"/>
                </a:solidFill>
                <a:effectLst/>
                <a:latin typeface="Nunito" pitchFamily="2" charset="0"/>
                <a:hlinkClick r:id="rId3"/>
              </a:rPr>
              <a:t>project lifecycle</a:t>
            </a:r>
            <a:r>
              <a:rPr lang="en-US" sz="2400" b="0" i="0" dirty="0">
                <a:solidFill>
                  <a:srgbClr val="273239"/>
                </a:solidFill>
                <a:effectLst/>
                <a:latin typeface="Nunito" pitchFamily="2" charset="0"/>
              </a:rPr>
              <a:t>. Here are some of the reasons </a:t>
            </a:r>
            <a:r>
              <a:rPr lang="en-US" sz="2400" b="0" i="0" u="sng" dirty="0">
                <a:solidFill>
                  <a:srgbClr val="357960"/>
                </a:solidFill>
                <a:effectLst/>
                <a:latin typeface="Nunito" pitchFamily="2" charset="0"/>
                <a:hlinkClick r:id="rId4"/>
              </a:rPr>
              <a:t>why project management is important:</a:t>
            </a:r>
            <a:endParaRPr lang="en-US" sz="2400" b="0" i="0" dirty="0">
              <a:solidFill>
                <a:srgbClr val="273239"/>
              </a:solidFill>
              <a:effectLst/>
              <a:latin typeface="Nunito" pitchFamily="2" charset="0"/>
            </a:endParaRPr>
          </a:p>
          <a:p>
            <a:pPr algn="l" fontAlgn="base">
              <a:buFont typeface="Arial" panose="020B0604020202020204" pitchFamily="34" charset="0"/>
              <a:buChar char="•"/>
            </a:pPr>
            <a:r>
              <a:rPr lang="en-US" sz="2400" b="1" i="0" dirty="0">
                <a:solidFill>
                  <a:srgbClr val="273239"/>
                </a:solidFill>
                <a:effectLst/>
                <a:latin typeface="Nunito" pitchFamily="2" charset="0"/>
              </a:rPr>
              <a:t>Efficiency</a:t>
            </a:r>
            <a:endParaRPr lang="en-US" sz="2400" dirty="0">
              <a:solidFill>
                <a:srgbClr val="273239"/>
              </a:solidFill>
              <a:latin typeface="Nunito" pitchFamily="2" charset="0"/>
            </a:endParaRPr>
          </a:p>
          <a:p>
            <a:pPr algn="l" fontAlgn="base">
              <a:buFont typeface="Arial" panose="020B0604020202020204" pitchFamily="34" charset="0"/>
              <a:buChar char="•"/>
            </a:pPr>
            <a:r>
              <a:rPr lang="en-US" sz="2400" b="1" i="0" dirty="0">
                <a:solidFill>
                  <a:srgbClr val="273239"/>
                </a:solidFill>
                <a:effectLst/>
                <a:latin typeface="Nunito" pitchFamily="2" charset="0"/>
              </a:rPr>
              <a:t>Risk Management</a:t>
            </a:r>
            <a:endParaRPr lang="en-US" sz="2400" dirty="0">
              <a:solidFill>
                <a:srgbClr val="273239"/>
              </a:solidFill>
              <a:latin typeface="Nunito" pitchFamily="2" charset="0"/>
            </a:endParaRPr>
          </a:p>
          <a:p>
            <a:pPr algn="l" fontAlgn="base">
              <a:buFont typeface="Arial" panose="020B0604020202020204" pitchFamily="34" charset="0"/>
              <a:buChar char="•"/>
            </a:pPr>
            <a:r>
              <a:rPr lang="en-US" sz="2400" b="1" i="0" dirty="0">
                <a:solidFill>
                  <a:srgbClr val="273239"/>
                </a:solidFill>
                <a:effectLst/>
                <a:latin typeface="Nunito" pitchFamily="2" charset="0"/>
              </a:rPr>
              <a:t>Communication and Collaboration</a:t>
            </a:r>
            <a:endParaRPr lang="en-US" sz="2400" dirty="0">
              <a:solidFill>
                <a:srgbClr val="273239"/>
              </a:solidFill>
              <a:latin typeface="Nunito" pitchFamily="2" charset="0"/>
            </a:endParaRPr>
          </a:p>
          <a:p>
            <a:pPr algn="l" fontAlgn="base">
              <a:buFont typeface="Arial" panose="020B0604020202020204" pitchFamily="34" charset="0"/>
              <a:buChar char="•"/>
            </a:pPr>
            <a:r>
              <a:rPr lang="en-US" sz="2400" b="1" i="0" dirty="0">
                <a:solidFill>
                  <a:srgbClr val="273239"/>
                </a:solidFill>
                <a:effectLst/>
                <a:latin typeface="Nunito" pitchFamily="2" charset="0"/>
              </a:rPr>
              <a:t>Resource Optimization</a:t>
            </a:r>
            <a:endParaRPr lang="en-US" sz="2400" dirty="0">
              <a:solidFill>
                <a:srgbClr val="273239"/>
              </a:solidFill>
              <a:latin typeface="Nunito" pitchFamily="2" charset="0"/>
            </a:endParaRPr>
          </a:p>
          <a:p>
            <a:pPr algn="l" fontAlgn="base">
              <a:buFont typeface="Arial" panose="020B0604020202020204" pitchFamily="34" charset="0"/>
              <a:buChar char="•"/>
            </a:pPr>
            <a:r>
              <a:rPr lang="en-US" sz="2400" b="1" i="0" dirty="0">
                <a:solidFill>
                  <a:srgbClr val="273239"/>
                </a:solidFill>
                <a:effectLst/>
                <a:latin typeface="Nunito" pitchFamily="2" charset="0"/>
              </a:rPr>
              <a:t>Decision Making</a:t>
            </a:r>
          </a:p>
          <a:p>
            <a:pPr algn="l" fontAlgn="base">
              <a:buFont typeface="Arial" panose="020B0604020202020204" pitchFamily="34" charset="0"/>
              <a:buChar char="•"/>
            </a:pPr>
            <a:r>
              <a:rPr lang="en-US" sz="2400" b="1" i="0" dirty="0">
                <a:solidFill>
                  <a:srgbClr val="273239"/>
                </a:solidFill>
                <a:effectLst/>
                <a:latin typeface="Nunito" pitchFamily="2" charset="0"/>
              </a:rPr>
              <a:t>Quality Assurance</a:t>
            </a:r>
            <a:endParaRPr lang="en-US" sz="2400" dirty="0">
              <a:solidFill>
                <a:srgbClr val="273239"/>
              </a:solidFill>
              <a:latin typeface="Nunito" pitchFamily="2" charset="0"/>
            </a:endParaRPr>
          </a:p>
          <a:p>
            <a:pPr algn="l" fontAlgn="base">
              <a:buFont typeface="Arial" panose="020B0604020202020204" pitchFamily="34" charset="0"/>
              <a:buChar char="•"/>
            </a:pPr>
            <a:r>
              <a:rPr lang="en-US" sz="2400" b="1" i="0" dirty="0">
                <a:solidFill>
                  <a:srgbClr val="273239"/>
                </a:solidFill>
                <a:effectLst/>
                <a:latin typeface="Nunito" pitchFamily="2" charset="0"/>
              </a:rPr>
              <a:t>Adaptability</a:t>
            </a:r>
            <a:endParaRPr lang="en-US" sz="2400" dirty="0">
              <a:solidFill>
                <a:srgbClr val="273239"/>
              </a:solidFill>
              <a:latin typeface="Nunito" pitchFamily="2" charset="0"/>
            </a:endParaRPr>
          </a:p>
          <a:p>
            <a:pPr algn="l" fontAlgn="base">
              <a:buFont typeface="Arial" panose="020B0604020202020204" pitchFamily="34" charset="0"/>
              <a:buChar char="•"/>
            </a:pPr>
            <a:r>
              <a:rPr lang="en-US" sz="2400" b="1" i="0" dirty="0">
                <a:solidFill>
                  <a:srgbClr val="273239"/>
                </a:solidFill>
                <a:effectLst/>
                <a:latin typeface="Nunito" pitchFamily="2" charset="0"/>
              </a:rPr>
              <a:t>Strategic Alignment</a:t>
            </a:r>
            <a:endParaRPr lang="en-US" sz="2400" dirty="0"/>
          </a:p>
        </p:txBody>
      </p:sp>
      <p:pic>
        <p:nvPicPr>
          <p:cNvPr id="4" name="Picture 2">
            <a:extLst>
              <a:ext uri="{FF2B5EF4-FFF2-40B4-BE49-F238E27FC236}">
                <a16:creationId xmlns:a16="http://schemas.microsoft.com/office/drawing/2014/main" id="{7B10D4FB-5B40-7523-DBC4-4089A96EB68A}"/>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963150" y="0"/>
            <a:ext cx="2228850" cy="1238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81890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EF02E-71B3-4784-BD5A-FCE4FDAF2D72}"/>
              </a:ext>
            </a:extLst>
          </p:cNvPr>
          <p:cNvSpPr>
            <a:spLocks noGrp="1"/>
          </p:cNvSpPr>
          <p:nvPr>
            <p:ph type="title"/>
          </p:nvPr>
        </p:nvSpPr>
        <p:spPr>
          <a:xfrm>
            <a:off x="415620" y="615856"/>
            <a:ext cx="11648440" cy="1323439"/>
          </a:xfrm>
        </p:spPr>
        <p:txBody>
          <a:bodyPr/>
          <a:lstStyle/>
          <a:p>
            <a:r>
              <a:rPr lang="en-US" b="1" u="sng" spc="80" dirty="0">
                <a:solidFill>
                  <a:srgbClr val="FF0000"/>
                </a:solidFill>
              </a:rPr>
              <a:t>Who uses Project Management?</a:t>
            </a:r>
            <a:br>
              <a:rPr lang="en-US" b="1" u="sng" spc="80" dirty="0">
                <a:solidFill>
                  <a:srgbClr val="FF0000"/>
                </a:solidFill>
              </a:rPr>
            </a:br>
            <a:endParaRPr lang="en-US" b="1" u="sng" spc="80" dirty="0">
              <a:solidFill>
                <a:srgbClr val="FF0000"/>
              </a:solidFill>
            </a:endParaRPr>
          </a:p>
        </p:txBody>
      </p:sp>
      <p:sp>
        <p:nvSpPr>
          <p:cNvPr id="3" name="Text Placeholder 2">
            <a:extLst>
              <a:ext uri="{FF2B5EF4-FFF2-40B4-BE49-F238E27FC236}">
                <a16:creationId xmlns:a16="http://schemas.microsoft.com/office/drawing/2014/main" id="{4EE2310A-CC20-4678-ACAA-788B765C23DC}"/>
              </a:ext>
            </a:extLst>
          </p:cNvPr>
          <p:cNvSpPr>
            <a:spLocks noGrp="1"/>
          </p:cNvSpPr>
          <p:nvPr>
            <p:ph type="body" idx="1"/>
          </p:nvPr>
        </p:nvSpPr>
        <p:spPr/>
        <p:txBody>
          <a:bodyPr/>
          <a:lstStyle/>
          <a:p>
            <a:pPr algn="just" rtl="0" fontAlgn="base"/>
            <a:r>
              <a:rPr lang="en-US" b="0" i="0" dirty="0">
                <a:solidFill>
                  <a:srgbClr val="273239"/>
                </a:solidFill>
                <a:effectLst/>
                <a:latin typeface="Nunito" pitchFamily="2" charset="0"/>
              </a:rPr>
              <a:t>Even those who aren't formally referred to as </a:t>
            </a:r>
            <a:r>
              <a:rPr lang="en-US" b="0" i="0" u="sng" dirty="0">
                <a:solidFill>
                  <a:srgbClr val="357960"/>
                </a:solidFill>
                <a:effectLst/>
                <a:latin typeface="Nunito" pitchFamily="2" charset="0"/>
                <a:hlinkClick r:id="rId2"/>
              </a:rPr>
              <a:t>"project managers</a:t>
            </a:r>
            <a:r>
              <a:rPr lang="en-US" b="0" i="0" dirty="0">
                <a:solidFill>
                  <a:srgbClr val="273239"/>
                </a:solidFill>
                <a:effectLst/>
                <a:latin typeface="Nunito" pitchFamily="2" charset="0"/>
              </a:rPr>
              <a:t>" handle projects. Have you ever planned an occasion? You oversaw a team of individuals on the project, and project management is a talent that everyone should possess. Formally speaking, projects arise in all business sectors and industries:</a:t>
            </a:r>
          </a:p>
          <a:p>
            <a:pPr algn="l" fontAlgn="base">
              <a:buFont typeface="Arial" panose="020B0604020202020204" pitchFamily="34" charset="0"/>
              <a:buChar char="•"/>
            </a:pPr>
            <a:r>
              <a:rPr lang="en-US" b="0" i="0" dirty="0">
                <a:solidFill>
                  <a:srgbClr val="273239"/>
                </a:solidFill>
                <a:effectLst/>
                <a:latin typeface="Nunito" pitchFamily="2" charset="0"/>
              </a:rPr>
              <a:t>Transport and Infrastructure</a:t>
            </a:r>
          </a:p>
          <a:p>
            <a:pPr algn="l" fontAlgn="base">
              <a:buFont typeface="Arial" panose="020B0604020202020204" pitchFamily="34" charset="0"/>
              <a:buChar char="•"/>
            </a:pPr>
            <a:r>
              <a:rPr lang="en-US" b="0" i="0" dirty="0">
                <a:solidFill>
                  <a:srgbClr val="273239"/>
                </a:solidFill>
                <a:effectLst/>
                <a:latin typeface="Nunito" pitchFamily="2" charset="0"/>
              </a:rPr>
              <a:t>IT</a:t>
            </a:r>
          </a:p>
          <a:p>
            <a:pPr algn="l" fontAlgn="base">
              <a:buFont typeface="Arial" panose="020B0604020202020204" pitchFamily="34" charset="0"/>
              <a:buChar char="•"/>
            </a:pPr>
            <a:r>
              <a:rPr lang="en-US" b="0" i="0" dirty="0">
                <a:solidFill>
                  <a:srgbClr val="273239"/>
                </a:solidFill>
                <a:effectLst/>
                <a:latin typeface="Nunito" pitchFamily="2" charset="0"/>
              </a:rPr>
              <a:t>Product manufacture</a:t>
            </a:r>
          </a:p>
          <a:p>
            <a:pPr algn="l" fontAlgn="base">
              <a:buFont typeface="Arial" panose="020B0604020202020204" pitchFamily="34" charset="0"/>
              <a:buChar char="•"/>
            </a:pPr>
            <a:r>
              <a:rPr lang="en-US" b="0" i="0" dirty="0">
                <a:solidFill>
                  <a:srgbClr val="273239"/>
                </a:solidFill>
                <a:effectLst/>
                <a:latin typeface="Nunito" pitchFamily="2" charset="0"/>
              </a:rPr>
              <a:t>Building and Construction</a:t>
            </a:r>
          </a:p>
          <a:p>
            <a:pPr algn="l" fontAlgn="base">
              <a:buFont typeface="Arial" panose="020B0604020202020204" pitchFamily="34" charset="0"/>
              <a:buChar char="•"/>
            </a:pPr>
            <a:r>
              <a:rPr lang="en-US" b="0" i="0" dirty="0">
                <a:solidFill>
                  <a:srgbClr val="273239"/>
                </a:solidFill>
                <a:effectLst/>
                <a:latin typeface="Nunito" pitchFamily="2" charset="0"/>
              </a:rPr>
              <a:t>Finance and Law</a:t>
            </a:r>
          </a:p>
          <a:p>
            <a:endParaRPr lang="en-US" dirty="0"/>
          </a:p>
        </p:txBody>
      </p:sp>
      <p:pic>
        <p:nvPicPr>
          <p:cNvPr id="4" name="Picture 2">
            <a:extLst>
              <a:ext uri="{FF2B5EF4-FFF2-40B4-BE49-F238E27FC236}">
                <a16:creationId xmlns:a16="http://schemas.microsoft.com/office/drawing/2014/main" id="{1EA2C759-B282-76E1-C2C7-DB7D8F0510E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63150" y="0"/>
            <a:ext cx="2228850" cy="1238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41632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450273" y="370061"/>
            <a:ext cx="10342736" cy="999503"/>
          </a:xfrm>
          <a:prstGeom prst="rect">
            <a:avLst/>
          </a:prstGeom>
        </p:spPr>
        <p:txBody>
          <a:bodyPr vert="horz" wrap="square" lIns="0" tIns="45528" rIns="0" bIns="0" rtlCol="0">
            <a:spAutoFit/>
          </a:bodyPr>
          <a:lstStyle/>
          <a:p>
            <a:pPr marL="11527" marR="4611" indent="-576">
              <a:lnSpc>
                <a:spcPts val="3649"/>
              </a:lnSpc>
              <a:spcBef>
                <a:spcPts val="359"/>
              </a:spcBef>
            </a:pPr>
            <a:r>
              <a:rPr b="1" u="sng" spc="80" dirty="0">
                <a:solidFill>
                  <a:srgbClr val="FF0000"/>
                </a:solidFill>
              </a:rPr>
              <a:t>Challenge of Project Management (PM): Project Manager</a:t>
            </a:r>
          </a:p>
        </p:txBody>
      </p:sp>
      <p:sp>
        <p:nvSpPr>
          <p:cNvPr id="7" name="object 7"/>
          <p:cNvSpPr txBox="1">
            <a:spLocks noGrp="1"/>
          </p:cNvSpPr>
          <p:nvPr>
            <p:ph type="sldNum" sz="quarter" idx="7"/>
          </p:nvPr>
        </p:nvSpPr>
        <p:spPr>
          <a:xfrm>
            <a:off x="13118081" y="5834650"/>
            <a:ext cx="221876" cy="190485"/>
          </a:xfrm>
          <a:prstGeom prst="rect">
            <a:avLst/>
          </a:prstGeom>
        </p:spPr>
        <p:txBody>
          <a:bodyPr vert="horz" wrap="square" lIns="0" tIns="5763" rIns="0" bIns="0" rtlCol="0">
            <a:spAutoFit/>
          </a:bodyPr>
          <a:lstStyle/>
          <a:p>
            <a:pPr marL="40343">
              <a:spcBef>
                <a:spcPts val="45"/>
              </a:spcBef>
            </a:pPr>
            <a:fld id="{81D60167-4931-47E6-BA6A-407CBD079E47}" type="slidenum">
              <a:rPr spc="-23" dirty="0"/>
              <a:pPr marL="40343">
                <a:spcBef>
                  <a:spcPts val="45"/>
                </a:spcBef>
              </a:pPr>
              <a:t>27</a:t>
            </a:fld>
            <a:endParaRPr spc="-23" dirty="0"/>
          </a:p>
        </p:txBody>
      </p:sp>
      <p:sp>
        <p:nvSpPr>
          <p:cNvPr id="4" name="object 4"/>
          <p:cNvSpPr txBox="1"/>
          <p:nvPr/>
        </p:nvSpPr>
        <p:spPr>
          <a:xfrm>
            <a:off x="744784" y="1739625"/>
            <a:ext cx="10048225" cy="4827779"/>
          </a:xfrm>
          <a:prstGeom prst="rect">
            <a:avLst/>
          </a:prstGeom>
        </p:spPr>
        <p:txBody>
          <a:bodyPr vert="horz" wrap="square" lIns="0" tIns="119871" rIns="0" bIns="0" rtlCol="0">
            <a:spAutoFit/>
          </a:bodyPr>
          <a:lstStyle/>
          <a:p>
            <a:pPr marL="19019">
              <a:spcBef>
                <a:spcPts val="944"/>
              </a:spcBef>
              <a:tabLst>
                <a:tab pos="2165257" algn="l"/>
              </a:tabLst>
            </a:pPr>
            <a:r>
              <a:rPr sz="2632" spc="100" dirty="0">
                <a:solidFill>
                  <a:srgbClr val="FB0300"/>
                </a:solidFill>
                <a:latin typeface="Calibri"/>
                <a:cs typeface="Calibri"/>
              </a:rPr>
              <a:t>Pro</a:t>
            </a:r>
            <a:r>
              <a:rPr lang="en-US" sz="2632" spc="100" dirty="0">
                <a:solidFill>
                  <a:srgbClr val="FB0300"/>
                </a:solidFill>
                <a:latin typeface="Calibri"/>
                <a:cs typeface="Calibri"/>
              </a:rPr>
              <a:t>j</a:t>
            </a:r>
            <a:r>
              <a:rPr sz="2632" spc="100" dirty="0">
                <a:solidFill>
                  <a:srgbClr val="FB0300"/>
                </a:solidFill>
                <a:latin typeface="Calibri"/>
                <a:cs typeface="Calibri"/>
              </a:rPr>
              <a:t>ect</a:t>
            </a:r>
            <a:r>
              <a:rPr sz="2632" spc="154" dirty="0">
                <a:solidFill>
                  <a:srgbClr val="FB0300"/>
                </a:solidFill>
                <a:latin typeface="Calibri"/>
                <a:cs typeface="Calibri"/>
              </a:rPr>
              <a:t> </a:t>
            </a:r>
            <a:r>
              <a:rPr sz="2632" spc="41" dirty="0">
                <a:solidFill>
                  <a:srgbClr val="FB0300"/>
                </a:solidFill>
                <a:latin typeface="Calibri"/>
                <a:cs typeface="Calibri"/>
              </a:rPr>
              <a:t>Mana</a:t>
            </a:r>
            <a:r>
              <a:rPr lang="en-US" sz="2632" spc="41" dirty="0">
                <a:solidFill>
                  <a:srgbClr val="FB0300"/>
                </a:solidFill>
                <a:latin typeface="Calibri"/>
                <a:cs typeface="Calibri"/>
              </a:rPr>
              <a:t>g</a:t>
            </a:r>
            <a:r>
              <a:rPr sz="2632" spc="41" dirty="0">
                <a:solidFill>
                  <a:srgbClr val="FB0005"/>
                </a:solidFill>
                <a:latin typeface="Calibri"/>
                <a:cs typeface="Calibri"/>
              </a:rPr>
              <a:t>er:</a:t>
            </a:r>
            <a:endParaRPr sz="2632" dirty="0">
              <a:latin typeface="Calibri"/>
              <a:cs typeface="Calibri"/>
            </a:endParaRPr>
          </a:p>
          <a:p>
            <a:pPr marL="295079" indent="-283552">
              <a:spcBef>
                <a:spcPts val="762"/>
              </a:spcBef>
              <a:buClr>
                <a:srgbClr val="00B554"/>
              </a:buClr>
              <a:buChar char="•"/>
              <a:tabLst>
                <a:tab pos="295079" algn="l"/>
              </a:tabLst>
            </a:pPr>
            <a:r>
              <a:rPr sz="2269" u="heavy" dirty="0">
                <a:solidFill>
                  <a:srgbClr val="00AF52"/>
                </a:solidFill>
                <a:uFill>
                  <a:solidFill>
                    <a:srgbClr val="08AC4F"/>
                  </a:solidFill>
                </a:uFill>
                <a:latin typeface="Calibri"/>
                <a:cs typeface="Calibri"/>
              </a:rPr>
              <a:t>Manaqes</a:t>
            </a:r>
            <a:r>
              <a:rPr sz="2269" spc="472" dirty="0">
                <a:solidFill>
                  <a:srgbClr val="00AF52"/>
                </a:solidFill>
                <a:latin typeface="Calibri"/>
                <a:cs typeface="Calibri"/>
              </a:rPr>
              <a:t> </a:t>
            </a:r>
            <a:r>
              <a:rPr sz="2269" dirty="0">
                <a:solidFill>
                  <a:srgbClr val="0000CF"/>
                </a:solidFill>
                <a:latin typeface="Calibri"/>
                <a:cs typeface="Calibri"/>
              </a:rPr>
              <a:t>temporary</a:t>
            </a:r>
            <a:r>
              <a:rPr sz="2269" spc="481" dirty="0">
                <a:solidFill>
                  <a:srgbClr val="0000CF"/>
                </a:solidFill>
                <a:latin typeface="Calibri"/>
                <a:cs typeface="Calibri"/>
              </a:rPr>
              <a:t> </a:t>
            </a:r>
            <a:r>
              <a:rPr sz="2269" dirty="0">
                <a:latin typeface="Calibri"/>
                <a:cs typeface="Calibri"/>
              </a:rPr>
              <a:t>and</a:t>
            </a:r>
            <a:r>
              <a:rPr sz="2269" spc="263" dirty="0">
                <a:latin typeface="Calibri"/>
                <a:cs typeface="Calibri"/>
              </a:rPr>
              <a:t> </a:t>
            </a:r>
            <a:r>
              <a:rPr sz="2269" dirty="0">
                <a:solidFill>
                  <a:srgbClr val="0000CD"/>
                </a:solidFill>
                <a:latin typeface="Calibri"/>
                <a:cs typeface="Calibri"/>
              </a:rPr>
              <a:t>non-repetitive</a:t>
            </a:r>
            <a:r>
              <a:rPr sz="2269" spc="250" dirty="0">
                <a:solidFill>
                  <a:srgbClr val="0000CD"/>
                </a:solidFill>
                <a:latin typeface="Calibri"/>
                <a:cs typeface="Calibri"/>
              </a:rPr>
              <a:t> </a:t>
            </a:r>
            <a:r>
              <a:rPr sz="2269" spc="41" dirty="0">
                <a:solidFill>
                  <a:srgbClr val="0000D8"/>
                </a:solidFill>
                <a:latin typeface="Calibri"/>
                <a:cs typeface="Calibri"/>
              </a:rPr>
              <a:t>activities.</a:t>
            </a:r>
            <a:endParaRPr sz="2269" dirty="0">
              <a:latin typeface="Calibri"/>
              <a:cs typeface="Calibri"/>
            </a:endParaRPr>
          </a:p>
          <a:p>
            <a:pPr marL="294503" indent="-282976">
              <a:spcBef>
                <a:spcPts val="717"/>
              </a:spcBef>
              <a:buClr>
                <a:srgbClr val="00AF4D"/>
              </a:buClr>
              <a:buChar char="•"/>
              <a:tabLst>
                <a:tab pos="294503" algn="l"/>
              </a:tabLst>
            </a:pPr>
            <a:r>
              <a:rPr sz="2269" u="heavy" spc="68" dirty="0">
                <a:solidFill>
                  <a:srgbClr val="00AF4F"/>
                </a:solidFill>
                <a:uFill>
                  <a:solidFill>
                    <a:srgbClr val="08A84F"/>
                  </a:solidFill>
                </a:uFill>
                <a:latin typeface="Calibri"/>
                <a:cs typeface="Calibri"/>
              </a:rPr>
              <a:t>Arranqes</a:t>
            </a:r>
            <a:r>
              <a:rPr sz="2269" spc="195" dirty="0">
                <a:solidFill>
                  <a:srgbClr val="00AF4F"/>
                </a:solidFill>
                <a:latin typeface="Calibri"/>
                <a:cs typeface="Calibri"/>
              </a:rPr>
              <a:t> </a:t>
            </a:r>
            <a:r>
              <a:rPr sz="2269" spc="95" dirty="0">
                <a:solidFill>
                  <a:srgbClr val="0000C8"/>
                </a:solidFill>
                <a:latin typeface="Calibri"/>
                <a:cs typeface="Calibri"/>
              </a:rPr>
              <a:t>resources</a:t>
            </a:r>
            <a:r>
              <a:rPr sz="2269" spc="141" dirty="0">
                <a:solidFill>
                  <a:srgbClr val="0000C8"/>
                </a:solidFill>
                <a:latin typeface="Calibri"/>
                <a:cs typeface="Calibri"/>
              </a:rPr>
              <a:t> </a:t>
            </a:r>
            <a:r>
              <a:rPr sz="2269" spc="-41" dirty="0">
                <a:latin typeface="Calibri"/>
                <a:cs typeface="Calibri"/>
              </a:rPr>
              <a:t>for</a:t>
            </a:r>
            <a:r>
              <a:rPr sz="2269" dirty="0">
                <a:latin typeface="Calibri"/>
                <a:cs typeface="Calibri"/>
              </a:rPr>
              <a:t> </a:t>
            </a:r>
            <a:r>
              <a:rPr sz="2269" spc="-9" dirty="0">
                <a:solidFill>
                  <a:srgbClr val="0003C1"/>
                </a:solidFill>
                <a:latin typeface="Calibri"/>
                <a:cs typeface="Calibri"/>
              </a:rPr>
              <a:t>project.</a:t>
            </a:r>
            <a:endParaRPr sz="2269" dirty="0">
              <a:latin typeface="Calibri"/>
              <a:cs typeface="Calibri"/>
            </a:endParaRPr>
          </a:p>
          <a:p>
            <a:pPr marL="295079" indent="-283552">
              <a:spcBef>
                <a:spcPts val="722"/>
              </a:spcBef>
              <a:buChar char="•"/>
              <a:tabLst>
                <a:tab pos="295079" algn="l"/>
              </a:tabLst>
            </a:pPr>
            <a:r>
              <a:rPr sz="2269" u="heavy" spc="50" dirty="0">
                <a:uFill>
                  <a:solidFill>
                    <a:srgbClr val="000000"/>
                  </a:solidFill>
                </a:uFill>
                <a:latin typeface="Calibri"/>
                <a:cs typeface="Calibri"/>
              </a:rPr>
              <a:t>Human</a:t>
            </a:r>
            <a:r>
              <a:rPr sz="2269" u="heavy" spc="177" dirty="0">
                <a:uFill>
                  <a:solidFill>
                    <a:srgbClr val="000000"/>
                  </a:solidFill>
                </a:uFill>
                <a:latin typeface="Calibri"/>
                <a:cs typeface="Calibri"/>
              </a:rPr>
              <a:t> </a:t>
            </a:r>
            <a:r>
              <a:rPr sz="2269" u="heavy" spc="-9" dirty="0">
                <a:uFill>
                  <a:solidFill>
                    <a:srgbClr val="000000"/>
                  </a:solidFill>
                </a:uFill>
                <a:latin typeface="Calibri"/>
                <a:cs typeface="Calibri"/>
              </a:rPr>
              <a:t>factor:</a:t>
            </a:r>
            <a:endParaRPr sz="2269" dirty="0">
              <a:latin typeface="Calibri"/>
              <a:cs typeface="Calibri"/>
            </a:endParaRPr>
          </a:p>
          <a:p>
            <a:pPr marL="831061" marR="4611" indent="-293350">
              <a:lnSpc>
                <a:spcPts val="2505"/>
              </a:lnSpc>
              <a:spcBef>
                <a:spcPts val="1026"/>
              </a:spcBef>
              <a:tabLst>
                <a:tab pos="832791" algn="l"/>
              </a:tabLst>
            </a:pPr>
            <a:r>
              <a:rPr sz="2224" spc="-331" dirty="0">
                <a:solidFill>
                  <a:srgbClr val="00B64B"/>
                </a:solidFill>
                <a:latin typeface="Calibri"/>
                <a:cs typeface="Calibri"/>
              </a:rPr>
              <a:t>\•</a:t>
            </a:r>
            <a:r>
              <a:rPr sz="2224" dirty="0">
                <a:solidFill>
                  <a:srgbClr val="00B64B"/>
                </a:solidFill>
                <a:latin typeface="Calibri"/>
                <a:cs typeface="Calibri"/>
              </a:rPr>
              <a:t>		</a:t>
            </a:r>
            <a:r>
              <a:rPr sz="2224" u="heavy" spc="168" dirty="0">
                <a:solidFill>
                  <a:srgbClr val="00B34F"/>
                </a:solidFill>
                <a:uFill>
                  <a:solidFill>
                    <a:srgbClr val="035B2B"/>
                  </a:solidFill>
                </a:uFill>
                <a:latin typeface="Calibri"/>
                <a:cs typeface="Calibri"/>
              </a:rPr>
              <a:t>Assiqns</a:t>
            </a:r>
            <a:r>
              <a:rPr sz="2224" spc="213" dirty="0">
                <a:solidFill>
                  <a:srgbClr val="00B34F"/>
                </a:solidFill>
                <a:latin typeface="Calibri"/>
                <a:cs typeface="Calibri"/>
              </a:rPr>
              <a:t> </a:t>
            </a:r>
            <a:r>
              <a:rPr sz="2224" u="heavy" spc="45" dirty="0">
                <a:uFill>
                  <a:solidFill>
                    <a:srgbClr val="035B2B"/>
                  </a:solidFill>
                </a:uFill>
                <a:latin typeface="Calibri"/>
                <a:cs typeface="Calibri"/>
              </a:rPr>
              <a:t>riqht</a:t>
            </a:r>
            <a:r>
              <a:rPr sz="2224" spc="86" dirty="0">
                <a:latin typeface="Calibri"/>
                <a:cs typeface="Calibri"/>
              </a:rPr>
              <a:t> </a:t>
            </a:r>
            <a:r>
              <a:rPr sz="2224" spc="54" dirty="0">
                <a:solidFill>
                  <a:srgbClr val="0000DD"/>
                </a:solidFill>
                <a:latin typeface="Calibri"/>
                <a:cs typeface="Calibri"/>
              </a:rPr>
              <a:t>people</a:t>
            </a:r>
            <a:r>
              <a:rPr sz="2224" spc="191" dirty="0">
                <a:solidFill>
                  <a:srgbClr val="0000DD"/>
                </a:solidFill>
                <a:latin typeface="Calibri"/>
                <a:cs typeface="Calibri"/>
              </a:rPr>
              <a:t> </a:t>
            </a:r>
            <a:r>
              <a:rPr sz="2224" dirty="0">
                <a:latin typeface="Calibri"/>
                <a:cs typeface="Calibri"/>
              </a:rPr>
              <a:t>at</a:t>
            </a:r>
            <a:r>
              <a:rPr sz="2224" spc="18" dirty="0">
                <a:latin typeface="Calibri"/>
                <a:cs typeface="Calibri"/>
              </a:rPr>
              <a:t> </a:t>
            </a:r>
            <a:r>
              <a:rPr sz="2224" u="heavy" spc="45" dirty="0">
                <a:uFill>
                  <a:solidFill>
                    <a:srgbClr val="035B2B"/>
                  </a:solidFill>
                </a:uFill>
                <a:latin typeface="Calibri"/>
                <a:cs typeface="Calibri"/>
              </a:rPr>
              <a:t>riqht</a:t>
            </a:r>
            <a:r>
              <a:rPr sz="2224" spc="82" dirty="0">
                <a:latin typeface="Calibri"/>
                <a:cs typeface="Calibri"/>
              </a:rPr>
              <a:t> </a:t>
            </a:r>
            <a:r>
              <a:rPr sz="2224" dirty="0">
                <a:solidFill>
                  <a:srgbClr val="0000D8"/>
                </a:solidFill>
                <a:latin typeface="Calibri"/>
                <a:cs typeface="Calibri"/>
              </a:rPr>
              <a:t>time</a:t>
            </a:r>
            <a:r>
              <a:rPr sz="2224" spc="150" dirty="0">
                <a:solidFill>
                  <a:srgbClr val="0000D8"/>
                </a:solidFill>
                <a:latin typeface="Calibri"/>
                <a:cs typeface="Calibri"/>
              </a:rPr>
              <a:t> </a:t>
            </a:r>
            <a:r>
              <a:rPr sz="2224" spc="-9" dirty="0">
                <a:latin typeface="Calibri"/>
                <a:cs typeface="Calibri"/>
              </a:rPr>
              <a:t>to</a:t>
            </a:r>
            <a:r>
              <a:rPr sz="2224" spc="100" dirty="0">
                <a:latin typeface="Calibri"/>
                <a:cs typeface="Calibri"/>
              </a:rPr>
              <a:t> </a:t>
            </a:r>
            <a:r>
              <a:rPr sz="2224" u="heavy" spc="113" dirty="0">
                <a:solidFill>
                  <a:srgbClr val="00B54F"/>
                </a:solidFill>
                <a:uFill>
                  <a:solidFill>
                    <a:srgbClr val="035B2B"/>
                  </a:solidFill>
                </a:uFill>
                <a:latin typeface="Calibri"/>
                <a:cs typeface="Calibri"/>
              </a:rPr>
              <a:t>address</a:t>
            </a:r>
            <a:r>
              <a:rPr sz="2224" spc="159" dirty="0">
                <a:solidFill>
                  <a:srgbClr val="00B54F"/>
                </a:solidFill>
                <a:latin typeface="Calibri"/>
                <a:cs typeface="Calibri"/>
              </a:rPr>
              <a:t> </a:t>
            </a:r>
            <a:r>
              <a:rPr sz="2224" u="heavy" spc="45" dirty="0">
                <a:uFill>
                  <a:solidFill>
                    <a:srgbClr val="035B2B"/>
                  </a:solidFill>
                </a:uFill>
                <a:latin typeface="Calibri"/>
                <a:cs typeface="Calibri"/>
              </a:rPr>
              <a:t>riqht</a:t>
            </a:r>
            <a:r>
              <a:rPr sz="2224" spc="132" dirty="0">
                <a:latin typeface="Calibri"/>
                <a:cs typeface="Calibri"/>
              </a:rPr>
              <a:t> </a:t>
            </a:r>
            <a:r>
              <a:rPr sz="2224" spc="154" dirty="0">
                <a:solidFill>
                  <a:srgbClr val="0007B5"/>
                </a:solidFill>
                <a:latin typeface="Calibri"/>
                <a:cs typeface="Calibri"/>
              </a:rPr>
              <a:t>issues </a:t>
            </a:r>
            <a:r>
              <a:rPr sz="2224" dirty="0">
                <a:latin typeface="Calibri"/>
                <a:cs typeface="Calibri"/>
              </a:rPr>
              <a:t>and</a:t>
            </a:r>
            <a:r>
              <a:rPr sz="2224" spc="163" dirty="0">
                <a:latin typeface="Calibri"/>
                <a:cs typeface="Calibri"/>
              </a:rPr>
              <a:t> </a:t>
            </a:r>
            <a:r>
              <a:rPr sz="2224" u="heavy" spc="68" dirty="0">
                <a:solidFill>
                  <a:srgbClr val="03AE52"/>
                </a:solidFill>
                <a:uFill>
                  <a:solidFill>
                    <a:srgbClr val="03572B"/>
                  </a:solidFill>
                </a:uFill>
                <a:latin typeface="Calibri"/>
                <a:cs typeface="Calibri"/>
              </a:rPr>
              <a:t>make</a:t>
            </a:r>
            <a:r>
              <a:rPr sz="2224" spc="236" dirty="0">
                <a:solidFill>
                  <a:srgbClr val="03AE52"/>
                </a:solidFill>
                <a:latin typeface="Calibri"/>
                <a:cs typeface="Calibri"/>
              </a:rPr>
              <a:t> </a:t>
            </a:r>
            <a:r>
              <a:rPr sz="2224" u="heavy" dirty="0">
                <a:uFill>
                  <a:solidFill>
                    <a:srgbClr val="03572B"/>
                  </a:solidFill>
                </a:uFill>
                <a:latin typeface="Calibri"/>
                <a:cs typeface="Calibri"/>
              </a:rPr>
              <a:t>riqht</a:t>
            </a:r>
            <a:r>
              <a:rPr sz="2224" spc="218" dirty="0">
                <a:latin typeface="Calibri"/>
                <a:cs typeface="Calibri"/>
              </a:rPr>
              <a:t> </a:t>
            </a:r>
            <a:r>
              <a:rPr sz="2224" spc="100" dirty="0">
                <a:solidFill>
                  <a:srgbClr val="0000CD"/>
                </a:solidFill>
                <a:latin typeface="Calibri"/>
                <a:cs typeface="Calibri"/>
              </a:rPr>
              <a:t>decisions.</a:t>
            </a:r>
            <a:endParaRPr sz="2224" dirty="0">
              <a:latin typeface="Calibri"/>
              <a:cs typeface="Calibri"/>
            </a:endParaRPr>
          </a:p>
          <a:p>
            <a:pPr marL="834520" marR="731358" indent="-295655">
              <a:lnSpc>
                <a:spcPct val="101899"/>
              </a:lnSpc>
              <a:spcBef>
                <a:spcPts val="785"/>
              </a:spcBef>
              <a:tabLst>
                <a:tab pos="834520" algn="l"/>
              </a:tabLst>
            </a:pPr>
            <a:r>
              <a:rPr sz="2087" spc="-23" dirty="0">
                <a:solidFill>
                  <a:srgbClr val="00AF4D"/>
                </a:solidFill>
                <a:latin typeface="Arial MT"/>
                <a:cs typeface="Arial MT"/>
              </a:rPr>
              <a:t>\•</a:t>
            </a:r>
            <a:r>
              <a:rPr sz="2087" dirty="0">
                <a:solidFill>
                  <a:srgbClr val="00AF4D"/>
                </a:solidFill>
                <a:latin typeface="Arial MT"/>
                <a:cs typeface="Arial MT"/>
              </a:rPr>
              <a:t>	</a:t>
            </a:r>
            <a:r>
              <a:rPr sz="2087" u="heavy" spc="59" dirty="0">
                <a:solidFill>
                  <a:srgbClr val="07AC4D"/>
                </a:solidFill>
                <a:uFill>
                  <a:solidFill>
                    <a:srgbClr val="08A84F"/>
                  </a:solidFill>
                </a:uFill>
                <a:latin typeface="Arial MT"/>
                <a:cs typeface="Arial MT"/>
              </a:rPr>
              <a:t>Provides</a:t>
            </a:r>
            <a:r>
              <a:rPr sz="2087" spc="182" dirty="0">
                <a:solidFill>
                  <a:srgbClr val="07AC4D"/>
                </a:solidFill>
                <a:latin typeface="Arial MT"/>
                <a:cs typeface="Arial MT"/>
              </a:rPr>
              <a:t> </a:t>
            </a:r>
            <a:r>
              <a:rPr sz="2087" spc="64" dirty="0">
                <a:latin typeface="Arial MT"/>
                <a:cs typeface="Arial MT"/>
              </a:rPr>
              <a:t>direction,</a:t>
            </a:r>
            <a:r>
              <a:rPr sz="2087" spc="222" dirty="0">
                <a:latin typeface="Arial MT"/>
                <a:cs typeface="Arial MT"/>
              </a:rPr>
              <a:t> </a:t>
            </a:r>
            <a:r>
              <a:rPr sz="2087" spc="77" dirty="0">
                <a:latin typeface="Arial MT"/>
                <a:cs typeface="Arial MT"/>
              </a:rPr>
              <a:t>coordination,</a:t>
            </a:r>
            <a:r>
              <a:rPr sz="2087" spc="286" dirty="0">
                <a:latin typeface="Arial MT"/>
                <a:cs typeface="Arial MT"/>
              </a:rPr>
              <a:t> </a:t>
            </a:r>
            <a:r>
              <a:rPr sz="2087" dirty="0">
                <a:latin typeface="Arial MT"/>
                <a:cs typeface="Arial MT"/>
              </a:rPr>
              <a:t>and</a:t>
            </a:r>
            <a:r>
              <a:rPr sz="2087" spc="91" dirty="0">
                <a:latin typeface="Arial MT"/>
                <a:cs typeface="Arial MT"/>
              </a:rPr>
              <a:t> </a:t>
            </a:r>
            <a:r>
              <a:rPr sz="2087" spc="73" dirty="0">
                <a:solidFill>
                  <a:srgbClr val="0001CF"/>
                </a:solidFill>
                <a:latin typeface="Arial MT"/>
                <a:cs typeface="Arial MT"/>
              </a:rPr>
              <a:t>integration</a:t>
            </a:r>
            <a:r>
              <a:rPr sz="2087" spc="204" dirty="0">
                <a:solidFill>
                  <a:srgbClr val="0001CF"/>
                </a:solidFill>
                <a:latin typeface="Arial MT"/>
                <a:cs typeface="Arial MT"/>
              </a:rPr>
              <a:t> </a:t>
            </a:r>
            <a:r>
              <a:rPr sz="2087" u="heavy" spc="50" dirty="0">
                <a:solidFill>
                  <a:srgbClr val="00B34D"/>
                </a:solidFill>
                <a:uFill>
                  <a:solidFill>
                    <a:srgbClr val="08A854"/>
                  </a:solidFill>
                </a:uFill>
                <a:latin typeface="Arial MT"/>
                <a:cs typeface="Arial MT"/>
              </a:rPr>
              <a:t>to</a:t>
            </a:r>
            <a:r>
              <a:rPr sz="2087" spc="50" dirty="0">
                <a:solidFill>
                  <a:srgbClr val="00B34D"/>
                </a:solidFill>
                <a:latin typeface="Arial MT"/>
                <a:cs typeface="Arial MT"/>
              </a:rPr>
              <a:t> </a:t>
            </a:r>
            <a:r>
              <a:rPr sz="2087" spc="73" dirty="0">
                <a:solidFill>
                  <a:srgbClr val="0001D3"/>
                </a:solidFill>
                <a:latin typeface="Arial MT"/>
                <a:cs typeface="Arial MT"/>
              </a:rPr>
              <a:t>project</a:t>
            </a:r>
            <a:r>
              <a:rPr sz="2087" spc="191" dirty="0">
                <a:solidFill>
                  <a:srgbClr val="0001D3"/>
                </a:solidFill>
                <a:latin typeface="Arial MT"/>
                <a:cs typeface="Arial MT"/>
              </a:rPr>
              <a:t> </a:t>
            </a:r>
            <a:r>
              <a:rPr sz="2087" spc="-9" dirty="0">
                <a:solidFill>
                  <a:srgbClr val="0000CC"/>
                </a:solidFill>
                <a:latin typeface="Arial MT"/>
                <a:cs typeface="Arial MT"/>
              </a:rPr>
              <a:t>team.</a:t>
            </a:r>
            <a:endParaRPr sz="2087" dirty="0">
              <a:latin typeface="Arial MT"/>
              <a:cs typeface="Arial MT"/>
            </a:endParaRPr>
          </a:p>
          <a:p>
            <a:pPr marL="536560">
              <a:spcBef>
                <a:spcPts val="826"/>
              </a:spcBef>
              <a:tabLst>
                <a:tab pos="834520" algn="l"/>
              </a:tabLst>
            </a:pPr>
            <a:r>
              <a:rPr sz="2178" spc="-23" dirty="0">
                <a:solidFill>
                  <a:srgbClr val="00B152"/>
                </a:solidFill>
                <a:latin typeface="Arial MT"/>
                <a:cs typeface="Arial MT"/>
              </a:rPr>
              <a:t>\•</a:t>
            </a:r>
            <a:r>
              <a:rPr sz="2178" dirty="0">
                <a:solidFill>
                  <a:srgbClr val="00B152"/>
                </a:solidFill>
                <a:latin typeface="Arial MT"/>
                <a:cs typeface="Arial MT"/>
              </a:rPr>
              <a:t>	</a:t>
            </a:r>
            <a:r>
              <a:rPr sz="2178" u="heavy" dirty="0">
                <a:solidFill>
                  <a:srgbClr val="01AE52"/>
                </a:solidFill>
                <a:uFill>
                  <a:solidFill>
                    <a:srgbClr val="08A84F"/>
                  </a:solidFill>
                </a:uFill>
                <a:latin typeface="Arial MT"/>
                <a:cs typeface="Arial MT"/>
              </a:rPr>
              <a:t>Works</a:t>
            </a:r>
            <a:r>
              <a:rPr sz="2178" spc="73" dirty="0">
                <a:solidFill>
                  <a:srgbClr val="01AE52"/>
                </a:solidFill>
                <a:latin typeface="Arial MT"/>
                <a:cs typeface="Arial MT"/>
              </a:rPr>
              <a:t> </a:t>
            </a:r>
            <a:r>
              <a:rPr sz="2178" spc="-23" dirty="0">
                <a:latin typeface="Arial MT"/>
                <a:cs typeface="Arial MT"/>
              </a:rPr>
              <a:t>with</a:t>
            </a:r>
            <a:r>
              <a:rPr sz="2178" spc="27" dirty="0">
                <a:latin typeface="Arial MT"/>
                <a:cs typeface="Arial MT"/>
              </a:rPr>
              <a:t> </a:t>
            </a:r>
            <a:r>
              <a:rPr sz="2178" dirty="0">
                <a:solidFill>
                  <a:srgbClr val="0000CD"/>
                </a:solidFill>
                <a:latin typeface="Arial MT"/>
                <a:cs typeface="Arial MT"/>
              </a:rPr>
              <a:t>diverse</a:t>
            </a:r>
            <a:r>
              <a:rPr sz="2178" spc="77" dirty="0">
                <a:solidFill>
                  <a:srgbClr val="0000CD"/>
                </a:solidFill>
                <a:latin typeface="Arial MT"/>
                <a:cs typeface="Arial MT"/>
              </a:rPr>
              <a:t> </a:t>
            </a:r>
            <a:r>
              <a:rPr sz="2178" spc="-9" dirty="0">
                <a:solidFill>
                  <a:srgbClr val="0003CF"/>
                </a:solidFill>
                <a:latin typeface="Arial MT"/>
                <a:cs typeface="Arial MT"/>
              </a:rPr>
              <a:t>characters.</a:t>
            </a:r>
            <a:endParaRPr sz="2178" dirty="0">
              <a:latin typeface="Arial MT"/>
              <a:cs typeface="Arial MT"/>
            </a:endParaRPr>
          </a:p>
          <a:p>
            <a:pPr marL="296232" indent="-272602">
              <a:spcBef>
                <a:spcPts val="826"/>
              </a:spcBef>
              <a:buChar char="•"/>
              <a:tabLst>
                <a:tab pos="296232" algn="l"/>
              </a:tabLst>
            </a:pPr>
            <a:r>
              <a:rPr sz="2224" dirty="0">
                <a:latin typeface="Arial MT"/>
                <a:cs typeface="Arial MT"/>
              </a:rPr>
              <a:t>Is</a:t>
            </a:r>
            <a:r>
              <a:rPr sz="2224" spc="23" dirty="0">
                <a:latin typeface="Arial MT"/>
                <a:cs typeface="Arial MT"/>
              </a:rPr>
              <a:t> </a:t>
            </a:r>
            <a:r>
              <a:rPr sz="2224" u="heavy" dirty="0">
                <a:solidFill>
                  <a:srgbClr val="18A34D"/>
                </a:solidFill>
                <a:uFill>
                  <a:solidFill>
                    <a:srgbClr val="08A854"/>
                  </a:solidFill>
                </a:uFill>
                <a:latin typeface="Arial MT"/>
                <a:cs typeface="Arial MT"/>
              </a:rPr>
              <a:t>direct</a:t>
            </a:r>
            <a:r>
              <a:rPr sz="2224" u="heavy" spc="109" dirty="0">
                <a:solidFill>
                  <a:srgbClr val="18A34D"/>
                </a:solidFill>
                <a:uFill>
                  <a:solidFill>
                    <a:srgbClr val="08A854"/>
                  </a:solidFill>
                </a:uFill>
                <a:latin typeface="Arial MT"/>
                <a:cs typeface="Arial MT"/>
              </a:rPr>
              <a:t> </a:t>
            </a:r>
            <a:r>
              <a:rPr sz="2224" u="heavy" dirty="0">
                <a:solidFill>
                  <a:srgbClr val="00B34F"/>
                </a:solidFill>
                <a:uFill>
                  <a:solidFill>
                    <a:srgbClr val="08A854"/>
                  </a:solidFill>
                </a:uFill>
                <a:latin typeface="Arial MT"/>
                <a:cs typeface="Arial MT"/>
              </a:rPr>
              <a:t>link</a:t>
            </a:r>
            <a:r>
              <a:rPr sz="2224" spc="41" dirty="0">
                <a:solidFill>
                  <a:srgbClr val="00B34F"/>
                </a:solidFill>
                <a:latin typeface="Arial MT"/>
                <a:cs typeface="Arial MT"/>
              </a:rPr>
              <a:t> </a:t>
            </a:r>
            <a:r>
              <a:rPr sz="2224" spc="-18" dirty="0">
                <a:latin typeface="Arial MT"/>
                <a:cs typeface="Arial MT"/>
              </a:rPr>
              <a:t>to </a:t>
            </a:r>
            <a:r>
              <a:rPr sz="2224" spc="-9" dirty="0">
                <a:solidFill>
                  <a:srgbClr val="0001CF"/>
                </a:solidFill>
                <a:latin typeface="Arial MT"/>
                <a:cs typeface="Arial MT"/>
              </a:rPr>
              <a:t>customer.</a:t>
            </a:r>
            <a:endParaRPr sz="2224" dirty="0">
              <a:latin typeface="Arial MT"/>
              <a:cs typeface="Arial MT"/>
            </a:endParaRPr>
          </a:p>
          <a:p>
            <a:pPr marL="296232" indent="-272602">
              <a:spcBef>
                <a:spcPts val="771"/>
              </a:spcBef>
              <a:buClr>
                <a:srgbClr val="00B154"/>
              </a:buClr>
              <a:buChar char="•"/>
              <a:tabLst>
                <a:tab pos="296232" algn="l"/>
                <a:tab pos="4217554" algn="l"/>
              </a:tabLst>
            </a:pPr>
            <a:r>
              <a:rPr sz="2224" dirty="0">
                <a:solidFill>
                  <a:srgbClr val="03AE4D"/>
                </a:solidFill>
                <a:latin typeface="Arial MT"/>
                <a:cs typeface="Arial MT"/>
              </a:rPr>
              <a:t>Frequently</a:t>
            </a:r>
            <a:r>
              <a:rPr sz="2224" spc="159" dirty="0">
                <a:solidFill>
                  <a:srgbClr val="03AE4D"/>
                </a:solidFill>
                <a:latin typeface="Arial MT"/>
                <a:cs typeface="Arial MT"/>
              </a:rPr>
              <a:t> </a:t>
            </a:r>
            <a:r>
              <a:rPr sz="2224" u="heavy" dirty="0">
                <a:solidFill>
                  <a:srgbClr val="00AC48"/>
                </a:solidFill>
                <a:uFill>
                  <a:solidFill>
                    <a:srgbClr val="08A84F"/>
                  </a:solidFill>
                </a:uFill>
                <a:latin typeface="Arial MT"/>
                <a:cs typeface="Arial MT"/>
              </a:rPr>
              <a:t>acts</a:t>
            </a:r>
            <a:r>
              <a:rPr sz="2224" spc="18" dirty="0">
                <a:solidFill>
                  <a:srgbClr val="00AC48"/>
                </a:solidFill>
                <a:latin typeface="Arial MT"/>
                <a:cs typeface="Arial MT"/>
              </a:rPr>
              <a:t> </a:t>
            </a:r>
            <a:r>
              <a:rPr sz="2224" spc="-9" dirty="0">
                <a:solidFill>
                  <a:srgbClr val="0001C4"/>
                </a:solidFill>
                <a:latin typeface="Arial MT"/>
                <a:cs typeface="Arial MT"/>
              </a:rPr>
              <a:t>independently</a:t>
            </a:r>
            <a:r>
              <a:rPr sz="2224" dirty="0">
                <a:solidFill>
                  <a:srgbClr val="0001C4"/>
                </a:solidFill>
                <a:latin typeface="Arial MT"/>
                <a:cs typeface="Arial MT"/>
              </a:rPr>
              <a:t>	</a:t>
            </a:r>
            <a:r>
              <a:rPr sz="2224" spc="-9" dirty="0">
                <a:latin typeface="Arial MT"/>
                <a:cs typeface="Arial MT"/>
              </a:rPr>
              <a:t>of</a:t>
            </a:r>
            <a:r>
              <a:rPr sz="2224" spc="-118" dirty="0">
                <a:latin typeface="Arial MT"/>
                <a:cs typeface="Arial MT"/>
              </a:rPr>
              <a:t> </a:t>
            </a:r>
            <a:r>
              <a:rPr sz="2224" spc="-59" dirty="0">
                <a:latin typeface="Arial MT"/>
                <a:cs typeface="Arial MT"/>
              </a:rPr>
              <a:t>formal</a:t>
            </a:r>
            <a:r>
              <a:rPr sz="2224" spc="-5" dirty="0">
                <a:latin typeface="Arial MT"/>
                <a:cs typeface="Arial MT"/>
              </a:rPr>
              <a:t> </a:t>
            </a:r>
            <a:r>
              <a:rPr sz="2224" dirty="0">
                <a:solidFill>
                  <a:srgbClr val="0103D4"/>
                </a:solidFill>
                <a:latin typeface="Arial MT"/>
                <a:cs typeface="Arial MT"/>
              </a:rPr>
              <a:t>organization.</a:t>
            </a:r>
            <a:r>
              <a:rPr sz="2224" spc="86" dirty="0">
                <a:solidFill>
                  <a:srgbClr val="0103D4"/>
                </a:solidFill>
                <a:latin typeface="Arial MT"/>
                <a:cs typeface="Arial MT"/>
              </a:rPr>
              <a:t> </a:t>
            </a:r>
            <a:endParaRPr sz="2224" dirty="0">
              <a:latin typeface="Arial MT"/>
              <a:cs typeface="Arial MT"/>
            </a:endParaRPr>
          </a:p>
          <a:p>
            <a:pPr marL="297384" indent="-273755">
              <a:spcBef>
                <a:spcPts val="799"/>
              </a:spcBef>
              <a:buClr>
                <a:srgbClr val="05AE4B"/>
              </a:buClr>
              <a:buChar char="•"/>
              <a:tabLst>
                <a:tab pos="297384" algn="l"/>
              </a:tabLst>
            </a:pPr>
            <a:r>
              <a:rPr sz="2224" u="heavy" dirty="0">
                <a:solidFill>
                  <a:srgbClr val="00B34D"/>
                </a:solidFill>
                <a:uFill>
                  <a:solidFill>
                    <a:srgbClr val="08A854"/>
                  </a:solidFill>
                </a:uFill>
                <a:latin typeface="Arial MT"/>
                <a:cs typeface="Arial MT"/>
              </a:rPr>
              <a:t>Responsible</a:t>
            </a:r>
            <a:r>
              <a:rPr sz="2224" spc="100" dirty="0">
                <a:solidFill>
                  <a:srgbClr val="00B34D"/>
                </a:solidFill>
                <a:latin typeface="Arial MT"/>
                <a:cs typeface="Arial MT"/>
              </a:rPr>
              <a:t> </a:t>
            </a:r>
            <a:r>
              <a:rPr sz="2224" spc="-36" dirty="0">
                <a:latin typeface="Arial MT"/>
                <a:cs typeface="Arial MT"/>
              </a:rPr>
              <a:t>for</a:t>
            </a:r>
            <a:r>
              <a:rPr sz="2224" spc="-64" dirty="0">
                <a:latin typeface="Arial MT"/>
                <a:cs typeface="Arial MT"/>
              </a:rPr>
              <a:t> </a:t>
            </a:r>
            <a:r>
              <a:rPr sz="2224" dirty="0">
                <a:solidFill>
                  <a:srgbClr val="0001C8"/>
                </a:solidFill>
                <a:latin typeface="Arial MT"/>
                <a:cs typeface="Arial MT"/>
              </a:rPr>
              <a:t>performance</a:t>
            </a:r>
            <a:r>
              <a:rPr sz="2224" spc="50" dirty="0">
                <a:solidFill>
                  <a:srgbClr val="0001C8"/>
                </a:solidFill>
                <a:latin typeface="Arial MT"/>
                <a:cs typeface="Arial MT"/>
              </a:rPr>
              <a:t> </a:t>
            </a:r>
            <a:r>
              <a:rPr sz="2224" spc="-68" dirty="0">
                <a:latin typeface="Arial MT"/>
                <a:cs typeface="Arial MT"/>
              </a:rPr>
              <a:t>and</a:t>
            </a:r>
            <a:r>
              <a:rPr sz="2224" spc="-73" dirty="0">
                <a:latin typeface="Arial MT"/>
                <a:cs typeface="Arial MT"/>
              </a:rPr>
              <a:t> </a:t>
            </a:r>
            <a:r>
              <a:rPr sz="2224" dirty="0">
                <a:solidFill>
                  <a:srgbClr val="0000B1"/>
                </a:solidFill>
                <a:latin typeface="Arial MT"/>
                <a:cs typeface="Arial MT"/>
              </a:rPr>
              <a:t>success</a:t>
            </a:r>
            <a:r>
              <a:rPr sz="2224" spc="9" dirty="0">
                <a:solidFill>
                  <a:srgbClr val="0000B1"/>
                </a:solidFill>
                <a:latin typeface="Arial MT"/>
                <a:cs typeface="Arial MT"/>
              </a:rPr>
              <a:t> </a:t>
            </a:r>
            <a:r>
              <a:rPr sz="2224" spc="-18" dirty="0">
                <a:latin typeface="Arial MT"/>
                <a:cs typeface="Arial MT"/>
              </a:rPr>
              <a:t>of</a:t>
            </a:r>
            <a:r>
              <a:rPr sz="2224" spc="-118" dirty="0">
                <a:latin typeface="Arial MT"/>
                <a:cs typeface="Arial MT"/>
              </a:rPr>
              <a:t> </a:t>
            </a:r>
            <a:r>
              <a:rPr sz="2224" spc="-9" dirty="0">
                <a:solidFill>
                  <a:srgbClr val="0000DA"/>
                </a:solidFill>
                <a:latin typeface="Arial MT"/>
                <a:cs typeface="Arial MT"/>
              </a:rPr>
              <a:t>project.</a:t>
            </a:r>
            <a:endParaRPr sz="2224" dirty="0">
              <a:latin typeface="Arial MT"/>
              <a:cs typeface="Arial MT"/>
            </a:endParaRPr>
          </a:p>
        </p:txBody>
      </p:sp>
      <p:pic>
        <p:nvPicPr>
          <p:cNvPr id="6" name="Picture 2">
            <a:extLst>
              <a:ext uri="{FF2B5EF4-FFF2-40B4-BE49-F238E27FC236}">
                <a16:creationId xmlns:a16="http://schemas.microsoft.com/office/drawing/2014/main" id="{87089DC8-7F15-FF05-C9F3-3A388F8560B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63150" y="0"/>
            <a:ext cx="2228850" cy="12382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15620" y="615856"/>
            <a:ext cx="11648440" cy="834708"/>
          </a:xfrm>
          <a:prstGeom prst="rect">
            <a:avLst/>
          </a:prstGeom>
        </p:spPr>
        <p:txBody>
          <a:bodyPr vert="horz" wrap="square" lIns="0" tIns="171315" rIns="0" bIns="0" rtlCol="0">
            <a:spAutoFit/>
          </a:bodyPr>
          <a:lstStyle/>
          <a:p>
            <a:pPr marL="11527">
              <a:spcBef>
                <a:spcPts val="103"/>
              </a:spcBef>
            </a:pPr>
            <a:r>
              <a:rPr b="1" u="sng" spc="80" dirty="0">
                <a:solidFill>
                  <a:srgbClr val="FF0000"/>
                </a:solidFill>
              </a:rPr>
              <a:t>Current Drivers of Project Management</a:t>
            </a:r>
          </a:p>
        </p:txBody>
      </p:sp>
      <p:sp>
        <p:nvSpPr>
          <p:cNvPr id="10" name="object 10"/>
          <p:cNvSpPr txBox="1">
            <a:spLocks noGrp="1"/>
          </p:cNvSpPr>
          <p:nvPr>
            <p:ph type="sldNum" sz="quarter" idx="7"/>
          </p:nvPr>
        </p:nvSpPr>
        <p:spPr>
          <a:xfrm>
            <a:off x="13118081" y="5834650"/>
            <a:ext cx="221876" cy="190485"/>
          </a:xfrm>
          <a:prstGeom prst="rect">
            <a:avLst/>
          </a:prstGeom>
        </p:spPr>
        <p:txBody>
          <a:bodyPr vert="horz" wrap="square" lIns="0" tIns="5763" rIns="0" bIns="0" rtlCol="0">
            <a:spAutoFit/>
          </a:bodyPr>
          <a:lstStyle/>
          <a:p>
            <a:pPr marL="40343">
              <a:spcBef>
                <a:spcPts val="45"/>
              </a:spcBef>
            </a:pPr>
            <a:fld id="{81D60167-4931-47E6-BA6A-407CBD079E47}" type="slidenum">
              <a:rPr spc="-23" dirty="0"/>
              <a:pPr marL="40343">
                <a:spcBef>
                  <a:spcPts val="45"/>
                </a:spcBef>
              </a:pPr>
              <a:t>28</a:t>
            </a:fld>
            <a:endParaRPr spc="-23" dirty="0"/>
          </a:p>
        </p:txBody>
      </p:sp>
      <p:sp>
        <p:nvSpPr>
          <p:cNvPr id="7" name="object 7"/>
          <p:cNvSpPr txBox="1"/>
          <p:nvPr/>
        </p:nvSpPr>
        <p:spPr>
          <a:xfrm>
            <a:off x="1295400" y="2073347"/>
            <a:ext cx="8292993" cy="3574813"/>
          </a:xfrm>
          <a:prstGeom prst="rect">
            <a:avLst/>
          </a:prstGeom>
        </p:spPr>
        <p:txBody>
          <a:bodyPr vert="horz" wrap="square" lIns="0" tIns="150991" rIns="0" bIns="0" rtlCol="0">
            <a:spAutoFit/>
          </a:bodyPr>
          <a:lstStyle/>
          <a:p>
            <a:pPr marL="11527">
              <a:spcBef>
                <a:spcPts val="1189"/>
              </a:spcBef>
              <a:tabLst>
                <a:tab pos="2422298" algn="l"/>
              </a:tabLst>
            </a:pPr>
            <a:r>
              <a:rPr sz="2451" spc="91" dirty="0">
                <a:solidFill>
                  <a:srgbClr val="F60500"/>
                </a:solidFill>
                <a:latin typeface="Arial MT"/>
                <a:cs typeface="Arial MT"/>
              </a:rPr>
              <a:t>Factors</a:t>
            </a:r>
            <a:r>
              <a:rPr sz="2451" spc="145" dirty="0">
                <a:solidFill>
                  <a:srgbClr val="F60500"/>
                </a:solidFill>
                <a:latin typeface="Arial MT"/>
                <a:cs typeface="Arial MT"/>
              </a:rPr>
              <a:t> </a:t>
            </a:r>
            <a:r>
              <a:rPr sz="2451" spc="73" dirty="0">
                <a:solidFill>
                  <a:srgbClr val="FB0007"/>
                </a:solidFill>
                <a:latin typeface="Arial MT"/>
                <a:cs typeface="Arial MT"/>
              </a:rPr>
              <a:t>leadin</a:t>
            </a:r>
            <a:r>
              <a:rPr lang="en-US" sz="2451" spc="73" dirty="0">
                <a:solidFill>
                  <a:srgbClr val="FB0007"/>
                </a:solidFill>
                <a:latin typeface="Arial MT"/>
                <a:cs typeface="Arial MT"/>
              </a:rPr>
              <a:t>g</a:t>
            </a:r>
            <a:r>
              <a:rPr sz="2451" dirty="0">
                <a:solidFill>
                  <a:srgbClr val="FB0007"/>
                </a:solidFill>
                <a:latin typeface="Arial MT"/>
                <a:cs typeface="Arial MT"/>
              </a:rPr>
              <a:t>	</a:t>
            </a:r>
            <a:r>
              <a:rPr sz="2451" spc="77" dirty="0">
                <a:solidFill>
                  <a:srgbClr val="F90300"/>
                </a:solidFill>
                <a:latin typeface="Arial MT"/>
                <a:cs typeface="Arial MT"/>
              </a:rPr>
              <a:t>to</a:t>
            </a:r>
            <a:r>
              <a:rPr sz="2451" spc="132" dirty="0">
                <a:solidFill>
                  <a:srgbClr val="F90300"/>
                </a:solidFill>
                <a:latin typeface="Arial MT"/>
                <a:cs typeface="Arial MT"/>
              </a:rPr>
              <a:t> </a:t>
            </a:r>
            <a:r>
              <a:rPr sz="2451" spc="77" dirty="0">
                <a:solidFill>
                  <a:srgbClr val="FF0500"/>
                </a:solidFill>
                <a:latin typeface="Arial MT"/>
                <a:cs typeface="Arial MT"/>
              </a:rPr>
              <a:t>increased</a:t>
            </a:r>
            <a:r>
              <a:rPr sz="2451" spc="168" dirty="0">
                <a:solidFill>
                  <a:srgbClr val="FF0500"/>
                </a:solidFill>
                <a:latin typeface="Arial MT"/>
                <a:cs typeface="Arial MT"/>
              </a:rPr>
              <a:t> </a:t>
            </a:r>
            <a:r>
              <a:rPr sz="2451" spc="73" dirty="0">
                <a:solidFill>
                  <a:srgbClr val="F60107"/>
                </a:solidFill>
                <a:latin typeface="Arial MT"/>
                <a:cs typeface="Arial MT"/>
              </a:rPr>
              <a:t>use </a:t>
            </a:r>
            <a:r>
              <a:rPr sz="2451" spc="100" dirty="0">
                <a:solidFill>
                  <a:srgbClr val="FD0100"/>
                </a:solidFill>
                <a:latin typeface="Arial MT"/>
                <a:cs typeface="Arial MT"/>
              </a:rPr>
              <a:t>of</a:t>
            </a:r>
            <a:r>
              <a:rPr sz="2451" spc="41" dirty="0">
                <a:solidFill>
                  <a:srgbClr val="FD0100"/>
                </a:solidFill>
                <a:latin typeface="Arial MT"/>
                <a:cs typeface="Arial MT"/>
              </a:rPr>
              <a:t> </a:t>
            </a:r>
            <a:r>
              <a:rPr sz="2451" spc="-23" dirty="0">
                <a:solidFill>
                  <a:srgbClr val="FD0100"/>
                </a:solidFill>
                <a:latin typeface="Arial MT"/>
                <a:cs typeface="Arial MT"/>
              </a:rPr>
              <a:t>PM:</a:t>
            </a:r>
            <a:endParaRPr sz="2451" dirty="0">
              <a:latin typeface="Arial MT"/>
              <a:cs typeface="Arial MT"/>
            </a:endParaRPr>
          </a:p>
          <a:p>
            <a:pPr marL="292197" marR="1277138" indent="-280094">
              <a:lnSpc>
                <a:spcPts val="2714"/>
              </a:lnSpc>
              <a:spcBef>
                <a:spcPts val="1262"/>
              </a:spcBef>
              <a:buClr>
                <a:srgbClr val="C40001"/>
              </a:buClr>
              <a:buChar char="•"/>
              <a:tabLst>
                <a:tab pos="292197" algn="l"/>
                <a:tab pos="1673074" algn="l"/>
                <a:tab pos="2411348" algn="l"/>
              </a:tabLst>
            </a:pPr>
            <a:r>
              <a:rPr sz="2360" spc="-9" dirty="0" err="1">
                <a:solidFill>
                  <a:srgbClr val="C10000"/>
                </a:solidFill>
                <a:latin typeface="Arial MT"/>
                <a:cs typeface="Arial MT"/>
              </a:rPr>
              <a:t>Knowled</a:t>
            </a:r>
            <a:r>
              <a:rPr lang="en-US" sz="2360" spc="-9" dirty="0">
                <a:solidFill>
                  <a:srgbClr val="C10000"/>
                </a:solidFill>
                <a:latin typeface="Arial MT"/>
                <a:cs typeface="Arial MT"/>
              </a:rPr>
              <a:t> </a:t>
            </a:r>
            <a:r>
              <a:rPr sz="2360" spc="-23" dirty="0">
                <a:solidFill>
                  <a:srgbClr val="B80700"/>
                </a:solidFill>
                <a:latin typeface="Arial MT"/>
                <a:cs typeface="Arial MT"/>
              </a:rPr>
              <a:t>ex</a:t>
            </a:r>
            <a:r>
              <a:rPr lang="en-US" sz="2360" spc="-23" dirty="0">
                <a:solidFill>
                  <a:srgbClr val="B80700"/>
                </a:solidFill>
                <a:latin typeface="Arial MT"/>
                <a:cs typeface="Arial MT"/>
              </a:rPr>
              <a:t>p</a:t>
            </a:r>
            <a:r>
              <a:rPr sz="2360" spc="73" dirty="0">
                <a:solidFill>
                  <a:srgbClr val="C30007"/>
                </a:solidFill>
                <a:uFill>
                  <a:solidFill>
                    <a:srgbClr val="546434"/>
                  </a:solidFill>
                </a:uFill>
                <a:latin typeface="Arial MT"/>
                <a:cs typeface="Arial MT"/>
              </a:rPr>
              <a:t>losion:</a:t>
            </a:r>
            <a:r>
              <a:rPr sz="2360" spc="-77" dirty="0">
                <a:solidFill>
                  <a:srgbClr val="C30007"/>
                </a:solidFill>
                <a:latin typeface="Arial MT"/>
                <a:cs typeface="Arial MT"/>
              </a:rPr>
              <a:t> </a:t>
            </a:r>
            <a:r>
              <a:rPr sz="2360" spc="-18" dirty="0">
                <a:latin typeface="Arial MT"/>
                <a:cs typeface="Arial MT"/>
              </a:rPr>
              <a:t>rapid</a:t>
            </a:r>
            <a:r>
              <a:rPr sz="2360" spc="23" dirty="0">
                <a:latin typeface="Arial MT"/>
                <a:cs typeface="Arial MT"/>
              </a:rPr>
              <a:t> </a:t>
            </a:r>
            <a:r>
              <a:rPr sz="2360" dirty="0">
                <a:solidFill>
                  <a:srgbClr val="03AE52"/>
                </a:solidFill>
                <a:uFill>
                  <a:solidFill>
                    <a:srgbClr val="546434"/>
                  </a:solidFill>
                </a:uFill>
                <a:latin typeface="Arial MT"/>
                <a:cs typeface="Arial MT"/>
              </a:rPr>
              <a:t>increase</a:t>
            </a:r>
            <a:r>
              <a:rPr sz="2360" spc="73" dirty="0">
                <a:solidFill>
                  <a:srgbClr val="03AE52"/>
                </a:solidFill>
                <a:latin typeface="Arial MT"/>
                <a:cs typeface="Arial MT"/>
              </a:rPr>
              <a:t> </a:t>
            </a:r>
            <a:r>
              <a:rPr sz="2360" dirty="0">
                <a:latin typeface="Arial MT"/>
                <a:cs typeface="Arial MT"/>
              </a:rPr>
              <a:t>in</a:t>
            </a:r>
            <a:r>
              <a:rPr sz="2360" spc="-86" dirty="0">
                <a:latin typeface="Arial MT"/>
                <a:cs typeface="Arial MT"/>
              </a:rPr>
              <a:t> </a:t>
            </a:r>
            <a:r>
              <a:rPr sz="2360" spc="-41" dirty="0">
                <a:latin typeface="Arial MT"/>
                <a:cs typeface="Arial MT"/>
              </a:rPr>
              <a:t>amount</a:t>
            </a:r>
            <a:r>
              <a:rPr sz="2360" spc="50" dirty="0">
                <a:latin typeface="Arial MT"/>
                <a:cs typeface="Arial MT"/>
              </a:rPr>
              <a:t> </a:t>
            </a:r>
            <a:r>
              <a:rPr sz="2360" spc="-23" dirty="0">
                <a:latin typeface="Arial MT"/>
                <a:cs typeface="Arial MT"/>
              </a:rPr>
              <a:t>of </a:t>
            </a:r>
            <a:r>
              <a:rPr sz="2360" spc="50" dirty="0">
                <a:solidFill>
                  <a:srgbClr val="0003CC"/>
                </a:solidFill>
                <a:latin typeface="Arial MT"/>
                <a:cs typeface="Arial MT"/>
              </a:rPr>
              <a:t>published</a:t>
            </a:r>
            <a:r>
              <a:rPr sz="2360" spc="82" dirty="0">
                <a:solidFill>
                  <a:srgbClr val="0003CC"/>
                </a:solidFill>
                <a:latin typeface="Arial MT"/>
                <a:cs typeface="Arial MT"/>
              </a:rPr>
              <a:t> </a:t>
            </a:r>
            <a:r>
              <a:rPr sz="2360" spc="36" dirty="0">
                <a:latin typeface="Arial MT"/>
                <a:cs typeface="Arial MT"/>
              </a:rPr>
              <a:t>information.</a:t>
            </a:r>
            <a:endParaRPr sz="2360" dirty="0">
              <a:latin typeface="Arial MT"/>
              <a:cs typeface="Arial MT"/>
            </a:endParaRPr>
          </a:p>
          <a:p>
            <a:pPr marL="291045" marR="4611" indent="-278365">
              <a:lnSpc>
                <a:spcPts val="2714"/>
              </a:lnSpc>
              <a:spcBef>
                <a:spcPts val="1180"/>
              </a:spcBef>
              <a:buClr>
                <a:srgbClr val="C10003"/>
              </a:buClr>
              <a:buChar char="•"/>
              <a:tabLst>
                <a:tab pos="293350" algn="l"/>
              </a:tabLst>
            </a:pPr>
            <a:r>
              <a:rPr sz="2269" dirty="0">
                <a:solidFill>
                  <a:srgbClr val="C10001"/>
                </a:solidFill>
                <a:uFill>
                  <a:solidFill>
                    <a:srgbClr val="773F23"/>
                  </a:solidFill>
                </a:uFill>
                <a:latin typeface="Arial MT"/>
                <a:cs typeface="Arial MT"/>
              </a:rPr>
              <a:t>Trigle</a:t>
            </a:r>
            <a:r>
              <a:rPr sz="2269" spc="141" dirty="0">
                <a:solidFill>
                  <a:srgbClr val="C10001"/>
                </a:solidFill>
                <a:uFill>
                  <a:solidFill>
                    <a:srgbClr val="773F23"/>
                  </a:solidFill>
                </a:uFill>
                <a:latin typeface="Arial MT"/>
                <a:cs typeface="Arial MT"/>
              </a:rPr>
              <a:t> </a:t>
            </a:r>
            <a:r>
              <a:rPr sz="2269" spc="100" dirty="0">
                <a:solidFill>
                  <a:srgbClr val="B50101"/>
                </a:solidFill>
                <a:uFill>
                  <a:solidFill>
                    <a:srgbClr val="773F23"/>
                  </a:solidFill>
                </a:uFill>
                <a:latin typeface="Arial MT"/>
                <a:cs typeface="Arial MT"/>
              </a:rPr>
              <a:t>bottom</a:t>
            </a:r>
            <a:r>
              <a:rPr sz="2269" spc="159" dirty="0">
                <a:solidFill>
                  <a:srgbClr val="B50101"/>
                </a:solidFill>
                <a:uFill>
                  <a:solidFill>
                    <a:srgbClr val="773F23"/>
                  </a:solidFill>
                </a:uFill>
                <a:latin typeface="Arial MT"/>
                <a:cs typeface="Arial MT"/>
              </a:rPr>
              <a:t> </a:t>
            </a:r>
            <a:r>
              <a:rPr sz="2269" spc="86" dirty="0">
                <a:solidFill>
                  <a:srgbClr val="BC0308"/>
                </a:solidFill>
                <a:uFill>
                  <a:solidFill>
                    <a:srgbClr val="773F23"/>
                  </a:solidFill>
                </a:uFill>
                <a:latin typeface="Arial MT"/>
                <a:cs typeface="Arial MT"/>
              </a:rPr>
              <a:t>line:</a:t>
            </a:r>
            <a:r>
              <a:rPr sz="2269" spc="68" dirty="0">
                <a:solidFill>
                  <a:srgbClr val="BC0308"/>
                </a:solidFill>
                <a:latin typeface="Arial MT"/>
                <a:cs typeface="Arial MT"/>
              </a:rPr>
              <a:t> </a:t>
            </a:r>
            <a:r>
              <a:rPr sz="2269" spc="109" dirty="0">
                <a:solidFill>
                  <a:srgbClr val="0005BC"/>
                </a:solidFill>
                <a:latin typeface="Arial MT"/>
                <a:cs typeface="Arial MT"/>
              </a:rPr>
              <a:t>sustainability</a:t>
            </a:r>
            <a:r>
              <a:rPr sz="2269" spc="-36" dirty="0">
                <a:solidFill>
                  <a:srgbClr val="0005BC"/>
                </a:solidFill>
                <a:latin typeface="Arial MT"/>
                <a:cs typeface="Arial MT"/>
              </a:rPr>
              <a:t> </a:t>
            </a:r>
            <a:r>
              <a:rPr sz="2269" spc="68" dirty="0">
                <a:solidFill>
                  <a:srgbClr val="0001CA"/>
                </a:solidFill>
                <a:latin typeface="Arial MT"/>
                <a:cs typeface="Arial MT"/>
              </a:rPr>
              <a:t>framework</a:t>
            </a:r>
            <a:r>
              <a:rPr sz="2269" spc="304" dirty="0">
                <a:solidFill>
                  <a:srgbClr val="0001CA"/>
                </a:solidFill>
                <a:latin typeface="Arial MT"/>
                <a:cs typeface="Arial MT"/>
              </a:rPr>
              <a:t> </a:t>
            </a:r>
            <a:r>
              <a:rPr sz="2269" dirty="0">
                <a:latin typeface="Arial MT"/>
                <a:cs typeface="Arial MT"/>
              </a:rPr>
              <a:t>that</a:t>
            </a:r>
            <a:r>
              <a:rPr sz="2269" spc="91" dirty="0">
                <a:latin typeface="Arial MT"/>
                <a:cs typeface="Arial MT"/>
              </a:rPr>
              <a:t> </a:t>
            </a:r>
            <a:r>
              <a:rPr sz="2269" spc="36" dirty="0">
                <a:solidFill>
                  <a:srgbClr val="03AC54"/>
                </a:solidFill>
                <a:uFill>
                  <a:solidFill>
                    <a:srgbClr val="773F23"/>
                  </a:solidFill>
                </a:uFill>
                <a:latin typeface="Arial MT"/>
                <a:cs typeface="Arial MT"/>
              </a:rPr>
              <a:t>measures</a:t>
            </a:r>
            <a:r>
              <a:rPr sz="2269" spc="36" dirty="0">
                <a:solidFill>
                  <a:srgbClr val="03AC54"/>
                </a:solidFill>
                <a:latin typeface="Arial MT"/>
                <a:cs typeface="Arial MT"/>
              </a:rPr>
              <a:t> 	</a:t>
            </a:r>
            <a:r>
              <a:rPr sz="2269" spc="77" dirty="0">
                <a:solidFill>
                  <a:srgbClr val="0100D1"/>
                </a:solidFill>
                <a:latin typeface="Arial MT"/>
                <a:cs typeface="Arial MT"/>
              </a:rPr>
              <a:t>business</a:t>
            </a:r>
            <a:r>
              <a:rPr sz="2269" spc="182" dirty="0">
                <a:solidFill>
                  <a:srgbClr val="0100D1"/>
                </a:solidFill>
                <a:latin typeface="Arial MT"/>
                <a:cs typeface="Arial MT"/>
              </a:rPr>
              <a:t> </a:t>
            </a:r>
            <a:r>
              <a:rPr sz="2269" spc="82" dirty="0">
                <a:solidFill>
                  <a:srgbClr val="0100D1"/>
                </a:solidFill>
                <a:latin typeface="Arial MT"/>
                <a:cs typeface="Arial MT"/>
              </a:rPr>
              <a:t>success</a:t>
            </a:r>
            <a:r>
              <a:rPr sz="2269" spc="200" dirty="0">
                <a:solidFill>
                  <a:srgbClr val="0100D1"/>
                </a:solidFill>
                <a:latin typeface="Arial MT"/>
                <a:cs typeface="Arial MT"/>
              </a:rPr>
              <a:t> </a:t>
            </a:r>
            <a:r>
              <a:rPr sz="2269" spc="68" dirty="0">
                <a:solidFill>
                  <a:srgbClr val="01AF4D"/>
                </a:solidFill>
                <a:uFill>
                  <a:solidFill>
                    <a:srgbClr val="08A84F"/>
                  </a:solidFill>
                </a:uFill>
                <a:latin typeface="Arial MT"/>
                <a:cs typeface="Arial MT"/>
              </a:rPr>
              <a:t>in</a:t>
            </a:r>
            <a:r>
              <a:rPr sz="2269" spc="77" dirty="0">
                <a:solidFill>
                  <a:srgbClr val="01AF4D"/>
                </a:solidFill>
                <a:latin typeface="Arial MT"/>
                <a:cs typeface="Arial MT"/>
              </a:rPr>
              <a:t> </a:t>
            </a:r>
            <a:r>
              <a:rPr sz="2269" dirty="0">
                <a:latin typeface="Arial MT"/>
                <a:cs typeface="Arial MT"/>
              </a:rPr>
              <a:t>3</a:t>
            </a:r>
            <a:r>
              <a:rPr sz="2269" spc="-9" dirty="0">
                <a:latin typeface="Arial MT"/>
                <a:cs typeface="Arial MT"/>
              </a:rPr>
              <a:t> </a:t>
            </a:r>
            <a:r>
              <a:rPr sz="2269" dirty="0">
                <a:latin typeface="Arial MT"/>
                <a:cs typeface="Arial MT"/>
              </a:rPr>
              <a:t>main</a:t>
            </a:r>
            <a:r>
              <a:rPr sz="2269" spc="54" dirty="0">
                <a:latin typeface="Arial MT"/>
                <a:cs typeface="Arial MT"/>
              </a:rPr>
              <a:t> </a:t>
            </a:r>
            <a:r>
              <a:rPr sz="2269" dirty="0">
                <a:latin typeface="Arial MT"/>
                <a:cs typeface="Arial MT"/>
              </a:rPr>
              <a:t>areas:</a:t>
            </a:r>
            <a:r>
              <a:rPr sz="2269" spc="113" dirty="0">
                <a:latin typeface="Arial MT"/>
                <a:cs typeface="Arial MT"/>
              </a:rPr>
              <a:t> </a:t>
            </a:r>
            <a:r>
              <a:rPr sz="2269" spc="100" dirty="0">
                <a:solidFill>
                  <a:srgbClr val="0000CD"/>
                </a:solidFill>
                <a:latin typeface="Arial MT"/>
                <a:cs typeface="Arial MT"/>
              </a:rPr>
              <a:t>profit,</a:t>
            </a:r>
            <a:r>
              <a:rPr sz="2269" spc="-18" dirty="0">
                <a:solidFill>
                  <a:srgbClr val="0000CD"/>
                </a:solidFill>
                <a:latin typeface="Arial MT"/>
                <a:cs typeface="Arial MT"/>
              </a:rPr>
              <a:t> </a:t>
            </a:r>
            <a:r>
              <a:rPr sz="2269" spc="45" dirty="0">
                <a:solidFill>
                  <a:srgbClr val="0003C1"/>
                </a:solidFill>
                <a:latin typeface="Arial MT"/>
                <a:cs typeface="Arial MT"/>
              </a:rPr>
              <a:t>people,</a:t>
            </a:r>
            <a:r>
              <a:rPr sz="2269" spc="95" dirty="0">
                <a:solidFill>
                  <a:srgbClr val="0003C1"/>
                </a:solidFill>
                <a:latin typeface="Arial MT"/>
                <a:cs typeface="Arial MT"/>
              </a:rPr>
              <a:t> </a:t>
            </a:r>
            <a:r>
              <a:rPr sz="2269" spc="64" dirty="0">
                <a:solidFill>
                  <a:srgbClr val="0001C8"/>
                </a:solidFill>
                <a:latin typeface="Arial MT"/>
                <a:cs typeface="Arial MT"/>
              </a:rPr>
              <a:t>planet.</a:t>
            </a:r>
            <a:r>
              <a:rPr sz="2269" spc="86" dirty="0">
                <a:solidFill>
                  <a:srgbClr val="0001C8"/>
                </a:solidFill>
                <a:latin typeface="Arial MT"/>
                <a:cs typeface="Arial MT"/>
              </a:rPr>
              <a:t> </a:t>
            </a:r>
            <a:r>
              <a:rPr sz="2269" spc="-23" dirty="0">
                <a:solidFill>
                  <a:srgbClr val="00B14D"/>
                </a:solidFill>
                <a:latin typeface="Arial MT"/>
                <a:cs typeface="Arial MT"/>
              </a:rPr>
              <a:t>\•</a:t>
            </a:r>
            <a:r>
              <a:rPr sz="2269" dirty="0">
                <a:solidFill>
                  <a:srgbClr val="00B14D"/>
                </a:solidFill>
                <a:latin typeface="Arial MT"/>
                <a:cs typeface="Arial MT"/>
              </a:rPr>
              <a:t>	</a:t>
            </a:r>
            <a:r>
              <a:rPr sz="2269" spc="50" dirty="0">
                <a:solidFill>
                  <a:srgbClr val="00B34D"/>
                </a:solidFill>
                <a:uFill>
                  <a:solidFill>
                    <a:srgbClr val="08A854"/>
                  </a:solidFill>
                </a:uFill>
                <a:latin typeface="Arial MT"/>
                <a:cs typeface="Arial MT"/>
              </a:rPr>
              <a:t>Increased</a:t>
            </a:r>
            <a:r>
              <a:rPr sz="2269" spc="191" dirty="0">
                <a:solidFill>
                  <a:srgbClr val="00B34D"/>
                </a:solidFill>
                <a:latin typeface="Arial MT"/>
                <a:cs typeface="Arial MT"/>
              </a:rPr>
              <a:t> </a:t>
            </a:r>
            <a:r>
              <a:rPr sz="2269" spc="82" dirty="0">
                <a:solidFill>
                  <a:srgbClr val="0300CD"/>
                </a:solidFill>
                <a:latin typeface="Arial MT"/>
                <a:cs typeface="Arial MT"/>
              </a:rPr>
              <a:t>customer</a:t>
            </a:r>
            <a:r>
              <a:rPr sz="2269" spc="222" dirty="0">
                <a:solidFill>
                  <a:srgbClr val="0300CD"/>
                </a:solidFill>
                <a:latin typeface="Arial MT"/>
                <a:cs typeface="Arial MT"/>
              </a:rPr>
              <a:t> </a:t>
            </a:r>
            <a:r>
              <a:rPr sz="2269" spc="77" dirty="0">
                <a:solidFill>
                  <a:srgbClr val="0001C4"/>
                </a:solidFill>
                <a:latin typeface="Arial MT"/>
                <a:cs typeface="Arial MT"/>
              </a:rPr>
              <a:t>focus.</a:t>
            </a:r>
            <a:endParaRPr sz="2269" dirty="0">
              <a:latin typeface="Arial MT"/>
              <a:cs typeface="Arial MT"/>
            </a:endParaRPr>
          </a:p>
          <a:p>
            <a:pPr marL="587276">
              <a:spcBef>
                <a:spcPts val="1153"/>
              </a:spcBef>
              <a:tabLst>
                <a:tab pos="991857" algn="l"/>
                <a:tab pos="1812545" algn="l"/>
              </a:tabLst>
            </a:pPr>
            <a:r>
              <a:rPr sz="2269" spc="-23" dirty="0">
                <a:solidFill>
                  <a:srgbClr val="00AF4D"/>
                </a:solidFill>
                <a:latin typeface="Arial MT"/>
                <a:cs typeface="Arial MT"/>
              </a:rPr>
              <a:t>\•</a:t>
            </a:r>
            <a:r>
              <a:rPr sz="2269" dirty="0">
                <a:solidFill>
                  <a:srgbClr val="00AF4D"/>
                </a:solidFill>
                <a:latin typeface="Arial MT"/>
                <a:cs typeface="Arial MT"/>
              </a:rPr>
              <a:t>	</a:t>
            </a:r>
            <a:r>
              <a:rPr sz="2269" spc="23" dirty="0">
                <a:solidFill>
                  <a:srgbClr val="00B352"/>
                </a:solidFill>
                <a:latin typeface="Arial MT"/>
                <a:cs typeface="Arial MT"/>
              </a:rPr>
              <a:t>Com</a:t>
            </a:r>
            <a:r>
              <a:rPr lang="en-US" sz="2269" spc="23" dirty="0">
                <a:solidFill>
                  <a:srgbClr val="00B352"/>
                </a:solidFill>
                <a:latin typeface="Arial MT"/>
                <a:cs typeface="Arial MT"/>
              </a:rPr>
              <a:t>p</a:t>
            </a:r>
            <a:r>
              <a:rPr sz="2269" spc="77" dirty="0">
                <a:solidFill>
                  <a:srgbClr val="00B34D"/>
                </a:solidFill>
                <a:uFill>
                  <a:solidFill>
                    <a:srgbClr val="03A84F"/>
                  </a:solidFill>
                </a:uFill>
                <a:latin typeface="Arial MT"/>
                <a:cs typeface="Arial MT"/>
              </a:rPr>
              <a:t>ression</a:t>
            </a:r>
            <a:r>
              <a:rPr sz="2269" spc="150" dirty="0">
                <a:solidFill>
                  <a:srgbClr val="00B34D"/>
                </a:solidFill>
                <a:latin typeface="Arial MT"/>
                <a:cs typeface="Arial MT"/>
              </a:rPr>
              <a:t> </a:t>
            </a:r>
            <a:r>
              <a:rPr sz="2269" dirty="0">
                <a:latin typeface="Arial MT"/>
                <a:cs typeface="Arial MT"/>
              </a:rPr>
              <a:t>of</a:t>
            </a:r>
            <a:r>
              <a:rPr sz="2269" spc="68" dirty="0">
                <a:latin typeface="Arial MT"/>
                <a:cs typeface="Arial MT"/>
              </a:rPr>
              <a:t> </a:t>
            </a:r>
            <a:r>
              <a:rPr sz="2269" spc="91" dirty="0">
                <a:solidFill>
                  <a:srgbClr val="0001C6"/>
                </a:solidFill>
                <a:latin typeface="Arial MT"/>
                <a:cs typeface="Arial MT"/>
              </a:rPr>
              <a:t>product</a:t>
            </a:r>
            <a:r>
              <a:rPr sz="2269" spc="195" dirty="0">
                <a:solidFill>
                  <a:srgbClr val="0001C6"/>
                </a:solidFill>
                <a:latin typeface="Arial MT"/>
                <a:cs typeface="Arial MT"/>
              </a:rPr>
              <a:t> </a:t>
            </a:r>
            <a:r>
              <a:rPr sz="2269" spc="86" dirty="0">
                <a:solidFill>
                  <a:srgbClr val="0000D4"/>
                </a:solidFill>
                <a:latin typeface="Arial MT"/>
                <a:cs typeface="Arial MT"/>
              </a:rPr>
              <a:t>life</a:t>
            </a:r>
            <a:r>
              <a:rPr sz="2269" spc="-14" dirty="0">
                <a:solidFill>
                  <a:srgbClr val="0000D4"/>
                </a:solidFill>
                <a:latin typeface="Arial MT"/>
                <a:cs typeface="Arial MT"/>
              </a:rPr>
              <a:t> </a:t>
            </a:r>
            <a:r>
              <a:rPr sz="2269" spc="50" dirty="0">
                <a:solidFill>
                  <a:srgbClr val="0101CC"/>
                </a:solidFill>
                <a:latin typeface="Arial MT"/>
                <a:cs typeface="Arial MT"/>
              </a:rPr>
              <a:t>cycle.</a:t>
            </a:r>
            <a:endParaRPr sz="2269" dirty="0">
              <a:latin typeface="Arial MT"/>
              <a:cs typeface="Arial MT"/>
            </a:endParaRPr>
          </a:p>
          <a:p>
            <a:pPr marL="290468" indent="-277789">
              <a:spcBef>
                <a:spcPts val="1148"/>
              </a:spcBef>
              <a:buClr>
                <a:srgbClr val="C10007"/>
              </a:buClr>
              <a:buChar char="•"/>
              <a:tabLst>
                <a:tab pos="290468" algn="l"/>
                <a:tab pos="1320363" algn="l"/>
                <a:tab pos="2897767" algn="l"/>
              </a:tabLst>
            </a:pPr>
            <a:r>
              <a:rPr sz="2269" spc="41" dirty="0">
                <a:solidFill>
                  <a:srgbClr val="B50500"/>
                </a:solidFill>
                <a:latin typeface="Arial MT"/>
                <a:cs typeface="Arial MT"/>
              </a:rPr>
              <a:t>Small</a:t>
            </a:r>
            <a:r>
              <a:rPr sz="2269" dirty="0">
                <a:solidFill>
                  <a:srgbClr val="B50500"/>
                </a:solidFill>
                <a:latin typeface="Arial MT"/>
                <a:cs typeface="Arial MT"/>
              </a:rPr>
              <a:t>	</a:t>
            </a:r>
            <a:r>
              <a:rPr sz="2269" spc="86" dirty="0">
                <a:solidFill>
                  <a:srgbClr val="BA0101"/>
                </a:solidFill>
                <a:latin typeface="Arial MT"/>
                <a:cs typeface="Arial MT"/>
              </a:rPr>
              <a:t>roiects:</a:t>
            </a:r>
            <a:r>
              <a:rPr sz="2269" spc="159" dirty="0">
                <a:solidFill>
                  <a:srgbClr val="BA0101"/>
                </a:solidFill>
                <a:latin typeface="Arial MT"/>
                <a:cs typeface="Arial MT"/>
              </a:rPr>
              <a:t> </a:t>
            </a:r>
            <a:r>
              <a:rPr sz="2269" spc="-23" dirty="0">
                <a:solidFill>
                  <a:srgbClr val="01AE52"/>
                </a:solidFill>
                <a:latin typeface="Arial MT"/>
                <a:cs typeface="Arial MT"/>
              </a:rPr>
              <a:t>re</a:t>
            </a:r>
            <a:r>
              <a:rPr lang="en-US" sz="2269" spc="-23" dirty="0">
                <a:solidFill>
                  <a:srgbClr val="01AE52"/>
                </a:solidFill>
                <a:latin typeface="Arial MT"/>
                <a:cs typeface="Arial MT"/>
              </a:rPr>
              <a:t>p</a:t>
            </a:r>
            <a:r>
              <a:rPr sz="2269" spc="45" dirty="0">
                <a:solidFill>
                  <a:srgbClr val="00B149"/>
                </a:solidFill>
                <a:uFill>
                  <a:solidFill>
                    <a:srgbClr val="08AC4F"/>
                  </a:solidFill>
                </a:uFill>
                <a:latin typeface="Arial MT"/>
                <a:cs typeface="Arial MT"/>
              </a:rPr>
              <a:t>resent</a:t>
            </a:r>
            <a:r>
              <a:rPr sz="2269" spc="200" dirty="0">
                <a:solidFill>
                  <a:srgbClr val="00B149"/>
                </a:solidFill>
                <a:latin typeface="Arial MT"/>
                <a:cs typeface="Arial MT"/>
              </a:rPr>
              <a:t> </a:t>
            </a:r>
            <a:r>
              <a:rPr sz="2269" spc="45" dirty="0">
                <a:solidFill>
                  <a:srgbClr val="0000CF"/>
                </a:solidFill>
                <a:latin typeface="Arial MT"/>
                <a:cs typeface="Arial MT"/>
              </a:rPr>
              <a:t>big</a:t>
            </a:r>
            <a:r>
              <a:rPr sz="2269" spc="218" dirty="0">
                <a:solidFill>
                  <a:srgbClr val="0000CF"/>
                </a:solidFill>
                <a:latin typeface="Arial MT"/>
                <a:cs typeface="Arial MT"/>
              </a:rPr>
              <a:t> </a:t>
            </a:r>
            <a:r>
              <a:rPr sz="2269" spc="64" dirty="0">
                <a:solidFill>
                  <a:srgbClr val="0003D1"/>
                </a:solidFill>
                <a:latin typeface="Arial MT"/>
                <a:cs typeface="Arial MT"/>
              </a:rPr>
              <a:t>problems.</a:t>
            </a:r>
            <a:endParaRPr sz="2269" dirty="0">
              <a:latin typeface="Arial MT"/>
              <a:cs typeface="Arial MT"/>
            </a:endParaRPr>
          </a:p>
        </p:txBody>
      </p:sp>
      <p:pic>
        <p:nvPicPr>
          <p:cNvPr id="11" name="Picture 2">
            <a:extLst>
              <a:ext uri="{FF2B5EF4-FFF2-40B4-BE49-F238E27FC236}">
                <a16:creationId xmlns:a16="http://schemas.microsoft.com/office/drawing/2014/main" id="{9E30E0AA-B207-3374-6420-E73CC317487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963150" y="0"/>
            <a:ext cx="2228850" cy="12382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9839" y="817937"/>
            <a:ext cx="11648440" cy="610945"/>
          </a:xfrm>
          <a:prstGeom prst="rect">
            <a:avLst/>
          </a:prstGeom>
        </p:spPr>
        <p:txBody>
          <a:bodyPr vert="horz" wrap="square" lIns="0" tIns="56396" rIns="0" bIns="0" rtlCol="0">
            <a:spAutoFit/>
          </a:bodyPr>
          <a:lstStyle/>
          <a:p>
            <a:pPr marL="12700">
              <a:lnSpc>
                <a:spcPct val="100000"/>
              </a:lnSpc>
              <a:spcBef>
                <a:spcPts val="120"/>
              </a:spcBef>
            </a:pPr>
            <a:r>
              <a:rPr sz="3600" b="1" u="sng" spc="80" dirty="0">
                <a:solidFill>
                  <a:srgbClr val="FF0000"/>
                </a:solidFill>
              </a:rPr>
              <a:t>Project Management Today: A Socio-Technical Approac</a:t>
            </a:r>
            <a:r>
              <a:rPr lang="en-US" sz="3600" b="1" u="sng" spc="80" dirty="0">
                <a:solidFill>
                  <a:srgbClr val="FF0000"/>
                </a:solidFill>
              </a:rPr>
              <a:t>h</a:t>
            </a:r>
            <a:endParaRPr sz="3600" b="1" u="sng" spc="80" dirty="0">
              <a:solidFill>
                <a:srgbClr val="FF0000"/>
              </a:solidFill>
            </a:endParaRPr>
          </a:p>
        </p:txBody>
      </p:sp>
      <p:pic>
        <p:nvPicPr>
          <p:cNvPr id="3" name="object 3"/>
          <p:cNvPicPr/>
          <p:nvPr/>
        </p:nvPicPr>
        <p:blipFill>
          <a:blip r:embed="rId2" cstate="print"/>
          <a:stretch>
            <a:fillRect/>
          </a:stretch>
        </p:blipFill>
        <p:spPr>
          <a:xfrm>
            <a:off x="9043823" y="2700847"/>
            <a:ext cx="2863442" cy="2894401"/>
          </a:xfrm>
          <a:prstGeom prst="rect">
            <a:avLst/>
          </a:prstGeom>
        </p:spPr>
      </p:pic>
      <p:sp>
        <p:nvSpPr>
          <p:cNvPr id="4" name="object 4"/>
          <p:cNvSpPr txBox="1"/>
          <p:nvPr/>
        </p:nvSpPr>
        <p:spPr>
          <a:xfrm>
            <a:off x="564012" y="1854708"/>
            <a:ext cx="8352790" cy="4352925"/>
          </a:xfrm>
          <a:prstGeom prst="rect">
            <a:avLst/>
          </a:prstGeom>
        </p:spPr>
        <p:txBody>
          <a:bodyPr vert="horz" wrap="square" lIns="0" tIns="12700" rIns="0" bIns="0" rtlCol="0">
            <a:spAutoFit/>
          </a:bodyPr>
          <a:lstStyle/>
          <a:p>
            <a:pPr marL="12700" algn="just">
              <a:lnSpc>
                <a:spcPct val="100000"/>
              </a:lnSpc>
              <a:spcBef>
                <a:spcPts val="100"/>
              </a:spcBef>
            </a:pPr>
            <a:r>
              <a:rPr sz="3200" dirty="0">
                <a:latin typeface="Calibri"/>
                <a:cs typeface="Calibri"/>
              </a:rPr>
              <a:t>Managing</a:t>
            </a:r>
            <a:r>
              <a:rPr sz="3200" spc="-50" dirty="0">
                <a:latin typeface="Calibri"/>
                <a:cs typeface="Calibri"/>
              </a:rPr>
              <a:t> </a:t>
            </a:r>
            <a:r>
              <a:rPr sz="3200" dirty="0">
                <a:latin typeface="Calibri"/>
                <a:cs typeface="Calibri"/>
              </a:rPr>
              <a:t>a</a:t>
            </a:r>
            <a:r>
              <a:rPr sz="3200" spc="-50" dirty="0">
                <a:latin typeface="Calibri"/>
                <a:cs typeface="Calibri"/>
              </a:rPr>
              <a:t> </a:t>
            </a:r>
            <a:r>
              <a:rPr sz="3200" dirty="0">
                <a:latin typeface="Calibri"/>
                <a:cs typeface="Calibri"/>
              </a:rPr>
              <a:t>project</a:t>
            </a:r>
            <a:r>
              <a:rPr sz="3200" spc="-55" dirty="0">
                <a:latin typeface="Calibri"/>
                <a:cs typeface="Calibri"/>
              </a:rPr>
              <a:t> </a:t>
            </a:r>
            <a:r>
              <a:rPr sz="3200" dirty="0">
                <a:latin typeface="Calibri"/>
                <a:cs typeface="Calibri"/>
              </a:rPr>
              <a:t>is</a:t>
            </a:r>
            <a:r>
              <a:rPr sz="3200" spc="-60" dirty="0">
                <a:latin typeface="Calibri"/>
                <a:cs typeface="Calibri"/>
              </a:rPr>
              <a:t> </a:t>
            </a:r>
            <a:r>
              <a:rPr sz="3200" dirty="0">
                <a:latin typeface="Calibri"/>
                <a:cs typeface="Calibri"/>
              </a:rPr>
              <a:t>a</a:t>
            </a:r>
            <a:r>
              <a:rPr sz="3200" spc="-50" dirty="0">
                <a:latin typeface="Calibri"/>
                <a:cs typeface="Calibri"/>
              </a:rPr>
              <a:t> </a:t>
            </a:r>
            <a:r>
              <a:rPr sz="3200" spc="-10" dirty="0">
                <a:latin typeface="Calibri"/>
                <a:cs typeface="Calibri"/>
              </a:rPr>
              <a:t>multidimensional</a:t>
            </a:r>
            <a:r>
              <a:rPr sz="3200" spc="-60" dirty="0">
                <a:latin typeface="Calibri"/>
                <a:cs typeface="Calibri"/>
              </a:rPr>
              <a:t> </a:t>
            </a:r>
            <a:r>
              <a:rPr sz="3200" spc="-10" dirty="0">
                <a:latin typeface="Calibri"/>
                <a:cs typeface="Calibri"/>
              </a:rPr>
              <a:t>process:</a:t>
            </a:r>
            <a:endParaRPr sz="3200">
              <a:latin typeface="Calibri"/>
              <a:cs typeface="Calibri"/>
            </a:endParaRPr>
          </a:p>
          <a:p>
            <a:pPr marL="527050" marR="6350" indent="-514350" algn="just">
              <a:lnSpc>
                <a:spcPts val="3310"/>
              </a:lnSpc>
              <a:spcBef>
                <a:spcPts val="215"/>
              </a:spcBef>
              <a:buAutoNum type="arabicPeriod"/>
              <a:tabLst>
                <a:tab pos="527050" algn="l"/>
              </a:tabLst>
            </a:pPr>
            <a:r>
              <a:rPr sz="2800" dirty="0">
                <a:latin typeface="Calibri"/>
                <a:cs typeface="Calibri"/>
              </a:rPr>
              <a:t>Technical</a:t>
            </a:r>
            <a:r>
              <a:rPr sz="2800" spc="40" dirty="0">
                <a:latin typeface="Calibri"/>
                <a:cs typeface="Calibri"/>
              </a:rPr>
              <a:t>  </a:t>
            </a:r>
            <a:r>
              <a:rPr sz="2800" dirty="0">
                <a:latin typeface="Calibri"/>
                <a:cs typeface="Calibri"/>
              </a:rPr>
              <a:t>side</a:t>
            </a:r>
            <a:r>
              <a:rPr sz="2800" spc="35" dirty="0">
                <a:latin typeface="Calibri"/>
                <a:cs typeface="Calibri"/>
              </a:rPr>
              <a:t>  </a:t>
            </a:r>
            <a:r>
              <a:rPr sz="2800" dirty="0">
                <a:latin typeface="Calibri"/>
                <a:cs typeface="Calibri"/>
              </a:rPr>
              <a:t>“science”:</a:t>
            </a:r>
            <a:r>
              <a:rPr sz="2800" spc="45" dirty="0">
                <a:latin typeface="Calibri"/>
                <a:cs typeface="Calibri"/>
              </a:rPr>
              <a:t>  </a:t>
            </a:r>
            <a:r>
              <a:rPr sz="2800" dirty="0">
                <a:latin typeface="Calibri"/>
                <a:cs typeface="Calibri"/>
              </a:rPr>
              <a:t>planning,</a:t>
            </a:r>
            <a:r>
              <a:rPr sz="2800" spc="40" dirty="0">
                <a:latin typeface="Calibri"/>
                <a:cs typeface="Calibri"/>
              </a:rPr>
              <a:t>  </a:t>
            </a:r>
            <a:r>
              <a:rPr sz="2800" dirty="0">
                <a:latin typeface="Calibri"/>
                <a:cs typeface="Calibri"/>
              </a:rPr>
              <a:t>scheduling,</a:t>
            </a:r>
            <a:r>
              <a:rPr sz="2800" spc="40" dirty="0">
                <a:latin typeface="Calibri"/>
                <a:cs typeface="Calibri"/>
              </a:rPr>
              <a:t>  </a:t>
            </a:r>
            <a:r>
              <a:rPr sz="2800" spc="-25" dirty="0">
                <a:latin typeface="Calibri"/>
                <a:cs typeface="Calibri"/>
              </a:rPr>
              <a:t>and </a:t>
            </a:r>
            <a:r>
              <a:rPr sz="2800" spc="-10" dirty="0">
                <a:latin typeface="Calibri"/>
                <a:cs typeface="Calibri"/>
              </a:rPr>
              <a:t>controlling</a:t>
            </a:r>
            <a:r>
              <a:rPr sz="2800" spc="-90" dirty="0">
                <a:latin typeface="Calibri"/>
                <a:cs typeface="Calibri"/>
              </a:rPr>
              <a:t> </a:t>
            </a:r>
            <a:r>
              <a:rPr sz="2800" spc="-10" dirty="0">
                <a:latin typeface="Calibri"/>
                <a:cs typeface="Calibri"/>
              </a:rPr>
              <a:t>projects.</a:t>
            </a:r>
            <a:endParaRPr sz="2800">
              <a:latin typeface="Calibri"/>
              <a:cs typeface="Calibri"/>
            </a:endParaRPr>
          </a:p>
          <a:p>
            <a:pPr marL="527050" marR="5080" indent="-514350" algn="just">
              <a:lnSpc>
                <a:spcPts val="3310"/>
              </a:lnSpc>
              <a:spcBef>
                <a:spcPts val="75"/>
              </a:spcBef>
              <a:buAutoNum type="arabicPeriod"/>
              <a:tabLst>
                <a:tab pos="527050" algn="l"/>
              </a:tabLst>
            </a:pPr>
            <a:r>
              <a:rPr sz="2800" dirty="0">
                <a:latin typeface="Calibri"/>
                <a:cs typeface="Calibri"/>
              </a:rPr>
              <a:t>Sociocultural</a:t>
            </a:r>
            <a:r>
              <a:rPr sz="2800" spc="459" dirty="0">
                <a:latin typeface="Calibri"/>
                <a:cs typeface="Calibri"/>
              </a:rPr>
              <a:t> </a:t>
            </a:r>
            <a:r>
              <a:rPr sz="2800" dirty="0">
                <a:latin typeface="Calibri"/>
                <a:cs typeface="Calibri"/>
              </a:rPr>
              <a:t>side</a:t>
            </a:r>
            <a:r>
              <a:rPr sz="2800" spc="455" dirty="0">
                <a:latin typeface="Calibri"/>
                <a:cs typeface="Calibri"/>
              </a:rPr>
              <a:t> </a:t>
            </a:r>
            <a:r>
              <a:rPr sz="2800" dirty="0">
                <a:latin typeface="Calibri"/>
                <a:cs typeface="Calibri"/>
              </a:rPr>
              <a:t>“art”:</a:t>
            </a:r>
            <a:r>
              <a:rPr sz="2800" spc="465" dirty="0">
                <a:latin typeface="Calibri"/>
                <a:cs typeface="Calibri"/>
              </a:rPr>
              <a:t> </a:t>
            </a:r>
            <a:r>
              <a:rPr sz="2800" dirty="0">
                <a:latin typeface="Calibri"/>
                <a:cs typeface="Calibri"/>
              </a:rPr>
              <a:t>creating</a:t>
            </a:r>
            <a:r>
              <a:rPr sz="2800" spc="455" dirty="0">
                <a:latin typeface="Calibri"/>
                <a:cs typeface="Calibri"/>
              </a:rPr>
              <a:t> </a:t>
            </a:r>
            <a:r>
              <a:rPr sz="2800" dirty="0">
                <a:latin typeface="Calibri"/>
                <a:cs typeface="Calibri"/>
              </a:rPr>
              <a:t>a</a:t>
            </a:r>
            <a:r>
              <a:rPr sz="2800" spc="459" dirty="0">
                <a:latin typeface="Calibri"/>
                <a:cs typeface="Calibri"/>
              </a:rPr>
              <a:t> </a:t>
            </a:r>
            <a:r>
              <a:rPr sz="2800" dirty="0">
                <a:latin typeface="Calibri"/>
                <a:cs typeface="Calibri"/>
              </a:rPr>
              <a:t>temporary</a:t>
            </a:r>
            <a:r>
              <a:rPr sz="2800" spc="455" dirty="0">
                <a:latin typeface="Calibri"/>
                <a:cs typeface="Calibri"/>
              </a:rPr>
              <a:t> </a:t>
            </a:r>
            <a:r>
              <a:rPr sz="2800" spc="-10" dirty="0">
                <a:latin typeface="Calibri"/>
                <a:cs typeface="Calibri"/>
              </a:rPr>
              <a:t>social </a:t>
            </a:r>
            <a:r>
              <a:rPr sz="2800" dirty="0">
                <a:latin typeface="Calibri"/>
                <a:cs typeface="Calibri"/>
              </a:rPr>
              <a:t>system</a:t>
            </a:r>
            <a:r>
              <a:rPr sz="2800" spc="100" dirty="0">
                <a:latin typeface="Calibri"/>
                <a:cs typeface="Calibri"/>
              </a:rPr>
              <a:t>  </a:t>
            </a:r>
            <a:r>
              <a:rPr sz="2800" dirty="0">
                <a:latin typeface="Calibri"/>
                <a:cs typeface="Calibri"/>
              </a:rPr>
              <a:t>within</a:t>
            </a:r>
            <a:r>
              <a:rPr sz="2800" spc="110" dirty="0">
                <a:latin typeface="Calibri"/>
                <a:cs typeface="Calibri"/>
              </a:rPr>
              <a:t>  </a:t>
            </a:r>
            <a:r>
              <a:rPr sz="2800" dirty="0">
                <a:latin typeface="Calibri"/>
                <a:cs typeface="Calibri"/>
              </a:rPr>
              <a:t>a</a:t>
            </a:r>
            <a:r>
              <a:rPr sz="2800" spc="105" dirty="0">
                <a:latin typeface="Calibri"/>
                <a:cs typeface="Calibri"/>
              </a:rPr>
              <a:t>  </a:t>
            </a:r>
            <a:r>
              <a:rPr sz="2800" dirty="0">
                <a:latin typeface="Calibri"/>
                <a:cs typeface="Calibri"/>
              </a:rPr>
              <a:t>larger</a:t>
            </a:r>
            <a:r>
              <a:rPr sz="2800" spc="100" dirty="0">
                <a:latin typeface="Calibri"/>
                <a:cs typeface="Calibri"/>
              </a:rPr>
              <a:t>  </a:t>
            </a:r>
            <a:r>
              <a:rPr sz="2800" dirty="0">
                <a:latin typeface="Calibri"/>
                <a:cs typeface="Calibri"/>
              </a:rPr>
              <a:t>organizational</a:t>
            </a:r>
            <a:r>
              <a:rPr sz="2800" spc="105" dirty="0">
                <a:latin typeface="Calibri"/>
                <a:cs typeface="Calibri"/>
              </a:rPr>
              <a:t>  </a:t>
            </a:r>
            <a:r>
              <a:rPr sz="2800" spc="-10" dirty="0">
                <a:latin typeface="Calibri"/>
                <a:cs typeface="Calibri"/>
              </a:rPr>
              <a:t>environment</a:t>
            </a:r>
            <a:endParaRPr sz="2800">
              <a:latin typeface="Calibri"/>
              <a:cs typeface="Calibri"/>
            </a:endParaRPr>
          </a:p>
          <a:p>
            <a:pPr marL="527050" algn="just">
              <a:lnSpc>
                <a:spcPts val="3285"/>
              </a:lnSpc>
            </a:pPr>
            <a:r>
              <a:rPr sz="2800" dirty="0">
                <a:latin typeface="Calibri"/>
                <a:cs typeface="Calibri"/>
              </a:rPr>
              <a:t>that</a:t>
            </a:r>
            <a:r>
              <a:rPr sz="2800" spc="220" dirty="0">
                <a:latin typeface="Calibri"/>
                <a:cs typeface="Calibri"/>
              </a:rPr>
              <a:t>  </a:t>
            </a:r>
            <a:r>
              <a:rPr sz="2800" dirty="0">
                <a:latin typeface="Calibri"/>
                <a:cs typeface="Calibri"/>
              </a:rPr>
              <a:t>combines</a:t>
            </a:r>
            <a:r>
              <a:rPr sz="2800" spc="229" dirty="0">
                <a:latin typeface="Calibri"/>
                <a:cs typeface="Calibri"/>
              </a:rPr>
              <a:t>  </a:t>
            </a:r>
            <a:r>
              <a:rPr sz="2800" dirty="0">
                <a:latin typeface="Calibri"/>
                <a:cs typeface="Calibri"/>
              </a:rPr>
              <a:t>the</a:t>
            </a:r>
            <a:r>
              <a:rPr sz="2800" spc="220" dirty="0">
                <a:latin typeface="Calibri"/>
                <a:cs typeface="Calibri"/>
              </a:rPr>
              <a:t>  </a:t>
            </a:r>
            <a:r>
              <a:rPr sz="2800" dirty="0">
                <a:latin typeface="Calibri"/>
                <a:cs typeface="Calibri"/>
              </a:rPr>
              <a:t>talents</a:t>
            </a:r>
            <a:r>
              <a:rPr sz="2800" spc="225" dirty="0">
                <a:latin typeface="Calibri"/>
                <a:cs typeface="Calibri"/>
              </a:rPr>
              <a:t>  </a:t>
            </a:r>
            <a:r>
              <a:rPr sz="2800" dirty="0">
                <a:latin typeface="Calibri"/>
                <a:cs typeface="Calibri"/>
              </a:rPr>
              <a:t>of</a:t>
            </a:r>
            <a:r>
              <a:rPr sz="2800" spc="225" dirty="0">
                <a:latin typeface="Calibri"/>
                <a:cs typeface="Calibri"/>
              </a:rPr>
              <a:t>  </a:t>
            </a:r>
            <a:r>
              <a:rPr sz="2800" dirty="0">
                <a:latin typeface="Calibri"/>
                <a:cs typeface="Calibri"/>
              </a:rPr>
              <a:t>a</a:t>
            </a:r>
            <a:r>
              <a:rPr sz="2800" spc="220" dirty="0">
                <a:latin typeface="Calibri"/>
                <a:cs typeface="Calibri"/>
              </a:rPr>
              <a:t>  </a:t>
            </a:r>
            <a:r>
              <a:rPr sz="2800" dirty="0">
                <a:latin typeface="Calibri"/>
                <a:cs typeface="Calibri"/>
              </a:rPr>
              <a:t>divergent</a:t>
            </a:r>
            <a:r>
              <a:rPr sz="2800" spc="220" dirty="0">
                <a:latin typeface="Calibri"/>
                <a:cs typeface="Calibri"/>
              </a:rPr>
              <a:t>  </a:t>
            </a:r>
            <a:r>
              <a:rPr sz="2800" dirty="0">
                <a:latin typeface="Calibri"/>
                <a:cs typeface="Calibri"/>
              </a:rPr>
              <a:t>set</a:t>
            </a:r>
            <a:r>
              <a:rPr sz="2800" spc="225" dirty="0">
                <a:latin typeface="Calibri"/>
                <a:cs typeface="Calibri"/>
              </a:rPr>
              <a:t>  </a:t>
            </a:r>
            <a:r>
              <a:rPr sz="2800" spc="-25" dirty="0">
                <a:latin typeface="Calibri"/>
                <a:cs typeface="Calibri"/>
              </a:rPr>
              <a:t>of</a:t>
            </a:r>
            <a:endParaRPr sz="2800">
              <a:latin typeface="Calibri"/>
              <a:cs typeface="Calibri"/>
            </a:endParaRPr>
          </a:p>
          <a:p>
            <a:pPr marL="527050" marR="5080" algn="just">
              <a:lnSpc>
                <a:spcPct val="99600"/>
              </a:lnSpc>
              <a:spcBef>
                <a:spcPts val="60"/>
              </a:spcBef>
            </a:pPr>
            <a:r>
              <a:rPr sz="2800" dirty="0">
                <a:latin typeface="Calibri"/>
                <a:cs typeface="Calibri"/>
              </a:rPr>
              <a:t>professionals</a:t>
            </a:r>
            <a:r>
              <a:rPr sz="2800" spc="505" dirty="0">
                <a:latin typeface="Calibri"/>
                <a:cs typeface="Calibri"/>
              </a:rPr>
              <a:t>  </a:t>
            </a:r>
            <a:r>
              <a:rPr sz="2800" dirty="0">
                <a:latin typeface="Calibri"/>
                <a:cs typeface="Calibri"/>
              </a:rPr>
              <a:t>working</a:t>
            </a:r>
            <a:r>
              <a:rPr sz="2800" spc="500" dirty="0">
                <a:latin typeface="Calibri"/>
                <a:cs typeface="Calibri"/>
              </a:rPr>
              <a:t>  </a:t>
            </a:r>
            <a:r>
              <a:rPr sz="2800" dirty="0">
                <a:latin typeface="Calibri"/>
                <a:cs typeface="Calibri"/>
              </a:rPr>
              <a:t>to</a:t>
            </a:r>
            <a:r>
              <a:rPr sz="2800" spc="505" dirty="0">
                <a:latin typeface="Calibri"/>
                <a:cs typeface="Calibri"/>
              </a:rPr>
              <a:t>  </a:t>
            </a:r>
            <a:r>
              <a:rPr sz="2800" dirty="0">
                <a:latin typeface="Calibri"/>
                <a:cs typeface="Calibri"/>
              </a:rPr>
              <a:t>complete</a:t>
            </a:r>
            <a:r>
              <a:rPr sz="2800" spc="500" dirty="0">
                <a:latin typeface="Calibri"/>
                <a:cs typeface="Calibri"/>
              </a:rPr>
              <a:t>  </a:t>
            </a:r>
            <a:r>
              <a:rPr sz="2800" dirty="0">
                <a:latin typeface="Calibri"/>
                <a:cs typeface="Calibri"/>
              </a:rPr>
              <a:t>the</a:t>
            </a:r>
            <a:r>
              <a:rPr sz="2800" spc="500" dirty="0">
                <a:latin typeface="Calibri"/>
                <a:cs typeface="Calibri"/>
              </a:rPr>
              <a:t>  </a:t>
            </a:r>
            <a:r>
              <a:rPr sz="2800" spc="-10" dirty="0">
                <a:latin typeface="Calibri"/>
                <a:cs typeface="Calibri"/>
              </a:rPr>
              <a:t>project, </a:t>
            </a:r>
            <a:r>
              <a:rPr sz="2800" dirty="0">
                <a:latin typeface="Calibri"/>
                <a:cs typeface="Calibri"/>
              </a:rPr>
              <a:t>managing</a:t>
            </a:r>
            <a:r>
              <a:rPr sz="2800" spc="190" dirty="0">
                <a:latin typeface="Calibri"/>
                <a:cs typeface="Calibri"/>
              </a:rPr>
              <a:t>  </a:t>
            </a:r>
            <a:r>
              <a:rPr sz="2800" dirty="0">
                <a:latin typeface="Calibri"/>
                <a:cs typeface="Calibri"/>
              </a:rPr>
              <a:t>the</a:t>
            </a:r>
            <a:r>
              <a:rPr sz="2800" spc="195" dirty="0">
                <a:latin typeface="Calibri"/>
                <a:cs typeface="Calibri"/>
              </a:rPr>
              <a:t>  </a:t>
            </a:r>
            <a:r>
              <a:rPr sz="2800" dirty="0">
                <a:latin typeface="Calibri"/>
                <a:cs typeface="Calibri"/>
              </a:rPr>
              <a:t>interface</a:t>
            </a:r>
            <a:r>
              <a:rPr sz="2800" spc="190" dirty="0">
                <a:latin typeface="Calibri"/>
                <a:cs typeface="Calibri"/>
              </a:rPr>
              <a:t>  </a:t>
            </a:r>
            <a:r>
              <a:rPr sz="2800" dirty="0">
                <a:latin typeface="Calibri"/>
                <a:cs typeface="Calibri"/>
              </a:rPr>
              <a:t>between</a:t>
            </a:r>
            <a:r>
              <a:rPr sz="2800" spc="200" dirty="0">
                <a:latin typeface="Calibri"/>
                <a:cs typeface="Calibri"/>
              </a:rPr>
              <a:t>  </a:t>
            </a:r>
            <a:r>
              <a:rPr sz="2800" dirty="0">
                <a:latin typeface="Calibri"/>
                <a:cs typeface="Calibri"/>
              </a:rPr>
              <a:t>the</a:t>
            </a:r>
            <a:r>
              <a:rPr sz="2800" spc="190" dirty="0">
                <a:latin typeface="Calibri"/>
                <a:cs typeface="Calibri"/>
              </a:rPr>
              <a:t>  </a:t>
            </a:r>
            <a:r>
              <a:rPr sz="2800" dirty="0">
                <a:latin typeface="Calibri"/>
                <a:cs typeface="Calibri"/>
              </a:rPr>
              <a:t>project</a:t>
            </a:r>
            <a:r>
              <a:rPr sz="2800" spc="195" dirty="0">
                <a:latin typeface="Calibri"/>
                <a:cs typeface="Calibri"/>
              </a:rPr>
              <a:t>  </a:t>
            </a:r>
            <a:r>
              <a:rPr sz="2800" spc="-25" dirty="0">
                <a:latin typeface="Calibri"/>
                <a:cs typeface="Calibri"/>
              </a:rPr>
              <a:t>and </a:t>
            </a:r>
            <a:r>
              <a:rPr sz="2800" dirty="0">
                <a:latin typeface="Calibri"/>
                <a:cs typeface="Calibri"/>
              </a:rPr>
              <a:t>external</a:t>
            </a:r>
            <a:r>
              <a:rPr sz="2800" spc="660" dirty="0">
                <a:latin typeface="Calibri"/>
                <a:cs typeface="Calibri"/>
              </a:rPr>
              <a:t> </a:t>
            </a:r>
            <a:r>
              <a:rPr sz="2800" dirty="0">
                <a:latin typeface="Calibri"/>
                <a:cs typeface="Calibri"/>
              </a:rPr>
              <a:t>environment</a:t>
            </a:r>
            <a:r>
              <a:rPr sz="2800" spc="670" dirty="0">
                <a:latin typeface="Calibri"/>
                <a:cs typeface="Calibri"/>
              </a:rPr>
              <a:t> </a:t>
            </a:r>
            <a:r>
              <a:rPr sz="2800" dirty="0">
                <a:latin typeface="Calibri"/>
                <a:cs typeface="Calibri"/>
              </a:rPr>
              <a:t>(customer,</a:t>
            </a:r>
            <a:r>
              <a:rPr sz="2800" spc="670" dirty="0">
                <a:latin typeface="Calibri"/>
                <a:cs typeface="Calibri"/>
              </a:rPr>
              <a:t> </a:t>
            </a:r>
            <a:r>
              <a:rPr sz="2800" dirty="0">
                <a:latin typeface="Calibri"/>
                <a:cs typeface="Calibri"/>
              </a:rPr>
              <a:t>top</a:t>
            </a:r>
            <a:r>
              <a:rPr sz="2800" spc="670" dirty="0">
                <a:latin typeface="Calibri"/>
                <a:cs typeface="Calibri"/>
              </a:rPr>
              <a:t> </a:t>
            </a:r>
            <a:r>
              <a:rPr sz="2800" spc="-10" dirty="0">
                <a:latin typeface="Calibri"/>
                <a:cs typeface="Calibri"/>
              </a:rPr>
              <a:t>management,</a:t>
            </a:r>
            <a:endParaRPr sz="2800">
              <a:latin typeface="Calibri"/>
              <a:cs typeface="Calibri"/>
            </a:endParaRPr>
          </a:p>
          <a:p>
            <a:pPr marL="527050">
              <a:lnSpc>
                <a:spcPts val="3310"/>
              </a:lnSpc>
            </a:pPr>
            <a:r>
              <a:rPr sz="2800" spc="-20" dirty="0">
                <a:latin typeface="Calibri"/>
                <a:cs typeface="Calibri"/>
              </a:rPr>
              <a:t>…..)</a:t>
            </a:r>
            <a:endParaRPr sz="2800">
              <a:latin typeface="Calibri"/>
              <a:cs typeface="Calibri"/>
            </a:endParaRPr>
          </a:p>
        </p:txBody>
      </p:sp>
      <p:sp>
        <p:nvSpPr>
          <p:cNvPr id="5" name="object 5"/>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29</a:t>
            </a:fld>
            <a:endParaRPr spc="-25" dirty="0"/>
          </a:p>
        </p:txBody>
      </p:sp>
      <p:pic>
        <p:nvPicPr>
          <p:cNvPr id="6" name="Picture 2">
            <a:extLst>
              <a:ext uri="{FF2B5EF4-FFF2-40B4-BE49-F238E27FC236}">
                <a16:creationId xmlns:a16="http://schemas.microsoft.com/office/drawing/2014/main" id="{544E68DA-B9ED-99E4-325B-8D71F908D2E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444521" y="0"/>
            <a:ext cx="1747479" cy="97082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1295400" y="387870"/>
            <a:ext cx="10571693" cy="773125"/>
          </a:xfrm>
          <a:prstGeom prst="rect">
            <a:avLst/>
          </a:prstGeom>
        </p:spPr>
        <p:txBody>
          <a:bodyPr vert="horz" wrap="square" lIns="0" tIns="217008" rIns="0" bIns="0" rtlCol="0">
            <a:spAutoFit/>
          </a:bodyPr>
          <a:lstStyle/>
          <a:p>
            <a:pPr marL="10374">
              <a:spcBef>
                <a:spcPts val="113"/>
              </a:spcBef>
            </a:pPr>
            <a:r>
              <a:rPr sz="3600" b="1" u="sng" spc="80" dirty="0">
                <a:solidFill>
                  <a:srgbClr val="FF0000"/>
                </a:solidFill>
              </a:rPr>
              <a:t>Examples of Projects</a:t>
            </a:r>
          </a:p>
        </p:txBody>
      </p:sp>
      <p:sp>
        <p:nvSpPr>
          <p:cNvPr id="9" name="object 9"/>
          <p:cNvSpPr txBox="1">
            <a:spLocks noGrp="1"/>
          </p:cNvSpPr>
          <p:nvPr>
            <p:ph type="sldNum" sz="quarter" idx="7"/>
          </p:nvPr>
        </p:nvSpPr>
        <p:spPr>
          <a:xfrm>
            <a:off x="13118081" y="5834650"/>
            <a:ext cx="221876" cy="190485"/>
          </a:xfrm>
          <a:prstGeom prst="rect">
            <a:avLst/>
          </a:prstGeom>
        </p:spPr>
        <p:txBody>
          <a:bodyPr vert="horz" wrap="square" lIns="0" tIns="5763" rIns="0" bIns="0" rtlCol="0">
            <a:spAutoFit/>
          </a:bodyPr>
          <a:lstStyle/>
          <a:p>
            <a:pPr marL="40343">
              <a:spcBef>
                <a:spcPts val="45"/>
              </a:spcBef>
            </a:pPr>
            <a:fld id="{81D60167-4931-47E6-BA6A-407CBD079E47}" type="slidenum">
              <a:rPr spc="-23" dirty="0"/>
              <a:pPr marL="40343">
                <a:spcBef>
                  <a:spcPts val="45"/>
                </a:spcBef>
              </a:pPr>
              <a:t>30</a:t>
            </a:fld>
            <a:endParaRPr spc="-23" dirty="0"/>
          </a:p>
        </p:txBody>
      </p:sp>
      <p:sp>
        <p:nvSpPr>
          <p:cNvPr id="6" name="object 6"/>
          <p:cNvSpPr txBox="1"/>
          <p:nvPr/>
        </p:nvSpPr>
        <p:spPr>
          <a:xfrm>
            <a:off x="1658607" y="1981200"/>
            <a:ext cx="8290688" cy="3698545"/>
          </a:xfrm>
          <a:prstGeom prst="rect">
            <a:avLst/>
          </a:prstGeom>
        </p:spPr>
        <p:txBody>
          <a:bodyPr vert="horz" wrap="square" lIns="0" tIns="11526" rIns="0" bIns="0" rtlCol="0">
            <a:spAutoFit/>
          </a:bodyPr>
          <a:lstStyle/>
          <a:p>
            <a:pPr marL="333116" marR="518693" indent="-321014">
              <a:lnSpc>
                <a:spcPct val="101299"/>
              </a:lnSpc>
              <a:spcBef>
                <a:spcPts val="91"/>
              </a:spcBef>
              <a:buChar char="•"/>
              <a:tabLst>
                <a:tab pos="333116" algn="l"/>
                <a:tab pos="716373" algn="l"/>
                <a:tab pos="4417539" algn="l"/>
              </a:tabLst>
            </a:pPr>
            <a:r>
              <a:rPr lang="en-US" sz="2269" dirty="0">
                <a:solidFill>
                  <a:srgbClr val="E90C00"/>
                </a:solidFill>
                <a:latin typeface="Arial MT"/>
                <a:cs typeface="Arial MT"/>
              </a:rPr>
              <a:t>Sy</a:t>
            </a:r>
            <a:r>
              <a:rPr sz="2269" spc="191" dirty="0">
                <a:solidFill>
                  <a:srgbClr val="F6070A"/>
                </a:solidFill>
                <a:latin typeface="Arial MT"/>
                <a:cs typeface="Arial MT"/>
              </a:rPr>
              <a:t>stems</a:t>
            </a:r>
            <a:r>
              <a:rPr sz="2269" spc="159" dirty="0">
                <a:solidFill>
                  <a:srgbClr val="F6070A"/>
                </a:solidFill>
                <a:latin typeface="Arial MT"/>
                <a:cs typeface="Arial MT"/>
              </a:rPr>
              <a:t> </a:t>
            </a:r>
            <a:r>
              <a:rPr sz="2269" spc="154" dirty="0">
                <a:solidFill>
                  <a:srgbClr val="F60500"/>
                </a:solidFill>
                <a:latin typeface="Arial MT"/>
                <a:cs typeface="Arial MT"/>
              </a:rPr>
              <a:t>Enoineer:</a:t>
            </a:r>
            <a:r>
              <a:rPr sz="2269" spc="213" dirty="0">
                <a:solidFill>
                  <a:srgbClr val="F60500"/>
                </a:solidFill>
                <a:latin typeface="Arial MT"/>
                <a:cs typeface="Arial MT"/>
              </a:rPr>
              <a:t> </a:t>
            </a:r>
            <a:r>
              <a:rPr sz="2269" spc="41" dirty="0">
                <a:solidFill>
                  <a:srgbClr val="03A84B"/>
                </a:solidFill>
                <a:latin typeface="Arial MT"/>
                <a:cs typeface="Arial MT"/>
              </a:rPr>
              <a:t>develo</a:t>
            </a:r>
            <a:r>
              <a:rPr lang="en-US" sz="2269" spc="41" dirty="0">
                <a:solidFill>
                  <a:srgbClr val="03A84B"/>
                </a:solidFill>
                <a:latin typeface="Arial MT"/>
                <a:cs typeface="Arial MT"/>
              </a:rPr>
              <a:t>p</a:t>
            </a:r>
            <a:r>
              <a:rPr sz="2269" dirty="0">
                <a:solidFill>
                  <a:srgbClr val="03A84B"/>
                </a:solidFill>
                <a:latin typeface="Arial MT"/>
                <a:cs typeface="Arial MT"/>
              </a:rPr>
              <a:t>	</a:t>
            </a:r>
            <a:r>
              <a:rPr sz="2269" dirty="0">
                <a:solidFill>
                  <a:srgbClr val="0001C8"/>
                </a:solidFill>
                <a:latin typeface="Arial MT"/>
                <a:cs typeface="Arial MT"/>
              </a:rPr>
              <a:t>data</a:t>
            </a:r>
            <a:r>
              <a:rPr sz="2269" spc="91" dirty="0">
                <a:solidFill>
                  <a:srgbClr val="0001C8"/>
                </a:solidFill>
                <a:latin typeface="Arial MT"/>
                <a:cs typeface="Arial MT"/>
              </a:rPr>
              <a:t> </a:t>
            </a:r>
            <a:r>
              <a:rPr sz="2269" spc="103" dirty="0">
                <a:solidFill>
                  <a:srgbClr val="0000D4"/>
                </a:solidFill>
                <a:latin typeface="Arial MT"/>
                <a:cs typeface="Arial MT"/>
              </a:rPr>
              <a:t>mining</a:t>
            </a:r>
            <a:r>
              <a:rPr sz="2269" spc="141" dirty="0">
                <a:solidFill>
                  <a:srgbClr val="0000D4"/>
                </a:solidFill>
                <a:latin typeface="Arial MT"/>
                <a:cs typeface="Arial MT"/>
              </a:rPr>
              <a:t> </a:t>
            </a:r>
            <a:r>
              <a:rPr sz="2269" spc="68" dirty="0">
                <a:solidFill>
                  <a:srgbClr val="0000CD"/>
                </a:solidFill>
                <a:latin typeface="Arial MT"/>
                <a:cs typeface="Arial MT"/>
              </a:rPr>
              <a:t>software</a:t>
            </a:r>
            <a:r>
              <a:rPr sz="2269" spc="227" dirty="0">
                <a:solidFill>
                  <a:srgbClr val="0000CD"/>
                </a:solidFill>
                <a:latin typeface="Arial MT"/>
                <a:cs typeface="Arial MT"/>
              </a:rPr>
              <a:t> </a:t>
            </a:r>
            <a:r>
              <a:rPr sz="2269" u="heavy" spc="73" dirty="0">
                <a:solidFill>
                  <a:srgbClr val="00AF4F"/>
                </a:solidFill>
                <a:uFill>
                  <a:solidFill>
                    <a:srgbClr val="08A84F"/>
                  </a:solidFill>
                </a:uFill>
                <a:latin typeface="Arial MT"/>
                <a:cs typeface="Arial MT"/>
              </a:rPr>
              <a:t>for</a:t>
            </a:r>
            <a:r>
              <a:rPr sz="2269" spc="73" dirty="0">
                <a:solidFill>
                  <a:srgbClr val="00AF4F"/>
                </a:solidFill>
                <a:latin typeface="Arial MT"/>
                <a:cs typeface="Arial MT"/>
              </a:rPr>
              <a:t> </a:t>
            </a:r>
            <a:r>
              <a:rPr sz="2269" dirty="0">
                <a:latin typeface="Arial MT"/>
                <a:cs typeface="Arial MT"/>
              </a:rPr>
              <a:t>medical</a:t>
            </a:r>
            <a:r>
              <a:rPr sz="2269" spc="9" dirty="0">
                <a:latin typeface="Arial MT"/>
                <a:cs typeface="Arial MT"/>
              </a:rPr>
              <a:t> </a:t>
            </a:r>
            <a:r>
              <a:rPr sz="2269" dirty="0">
                <a:latin typeface="Arial MT"/>
                <a:cs typeface="Arial MT"/>
              </a:rPr>
              <a:t>papers</a:t>
            </a:r>
            <a:r>
              <a:rPr sz="2269" spc="54" dirty="0">
                <a:latin typeface="Arial MT"/>
                <a:cs typeface="Arial MT"/>
              </a:rPr>
              <a:t> </a:t>
            </a:r>
            <a:r>
              <a:rPr sz="2269" dirty="0">
                <a:latin typeface="Arial MT"/>
                <a:cs typeface="Arial MT"/>
              </a:rPr>
              <a:t>and</a:t>
            </a:r>
            <a:r>
              <a:rPr sz="2269" spc="-82" dirty="0">
                <a:latin typeface="Arial MT"/>
                <a:cs typeface="Arial MT"/>
              </a:rPr>
              <a:t> </a:t>
            </a:r>
            <a:r>
              <a:rPr sz="2269" dirty="0">
                <a:latin typeface="Arial MT"/>
                <a:cs typeface="Arial MT"/>
              </a:rPr>
              <a:t>studies</a:t>
            </a:r>
            <a:r>
              <a:rPr sz="2269" spc="-9" dirty="0">
                <a:latin typeface="Arial MT"/>
                <a:cs typeface="Arial MT"/>
              </a:rPr>
              <a:t> </a:t>
            </a:r>
            <a:r>
              <a:rPr sz="2269" dirty="0">
                <a:latin typeface="Arial MT"/>
                <a:cs typeface="Arial MT"/>
              </a:rPr>
              <a:t>related</a:t>
            </a:r>
            <a:r>
              <a:rPr sz="2269" spc="9" dirty="0">
                <a:latin typeface="Arial MT"/>
                <a:cs typeface="Arial MT"/>
              </a:rPr>
              <a:t> </a:t>
            </a:r>
            <a:r>
              <a:rPr sz="2269" dirty="0">
                <a:latin typeface="Arial MT"/>
                <a:cs typeface="Arial MT"/>
              </a:rPr>
              <a:t>to</a:t>
            </a:r>
            <a:r>
              <a:rPr sz="2269" spc="-103" dirty="0">
                <a:latin typeface="Arial MT"/>
                <a:cs typeface="Arial MT"/>
              </a:rPr>
              <a:t> </a:t>
            </a:r>
            <a:r>
              <a:rPr sz="2269" spc="64" dirty="0">
                <a:solidFill>
                  <a:srgbClr val="0000CC"/>
                </a:solidFill>
                <a:latin typeface="Arial MT"/>
                <a:cs typeface="Arial MT"/>
              </a:rPr>
              <a:t>medicine </a:t>
            </a:r>
            <a:r>
              <a:rPr sz="2269" spc="64" dirty="0">
                <a:latin typeface="Arial MT"/>
                <a:cs typeface="Arial MT"/>
              </a:rPr>
              <a:t>effectiveness.</a:t>
            </a:r>
            <a:endParaRPr sz="2269" dirty="0">
              <a:latin typeface="Arial MT"/>
              <a:cs typeface="Arial MT"/>
            </a:endParaRPr>
          </a:p>
          <a:p>
            <a:pPr marL="327353" indent="-315250">
              <a:spcBef>
                <a:spcPts val="1289"/>
              </a:spcBef>
              <a:buClr>
                <a:srgbClr val="FD0100"/>
              </a:buClr>
              <a:buChar char="•"/>
              <a:tabLst>
                <a:tab pos="327353" algn="l"/>
              </a:tabLst>
            </a:pPr>
            <a:r>
              <a:rPr sz="2314" spc="154" dirty="0">
                <a:solidFill>
                  <a:srgbClr val="FD0000"/>
                </a:solidFill>
                <a:latin typeface="Arial MT"/>
                <a:cs typeface="Arial MT"/>
              </a:rPr>
              <a:t>Industrial</a:t>
            </a:r>
            <a:r>
              <a:rPr sz="2314" spc="208" dirty="0">
                <a:solidFill>
                  <a:srgbClr val="FD0000"/>
                </a:solidFill>
                <a:latin typeface="Arial MT"/>
                <a:cs typeface="Arial MT"/>
              </a:rPr>
              <a:t> </a:t>
            </a:r>
            <a:r>
              <a:rPr sz="2314" spc="136" dirty="0">
                <a:solidFill>
                  <a:srgbClr val="F60500"/>
                </a:solidFill>
                <a:latin typeface="Arial MT"/>
                <a:cs typeface="Arial MT"/>
              </a:rPr>
              <a:t>Enoineer:</a:t>
            </a:r>
            <a:r>
              <a:rPr sz="2314" spc="191" dirty="0">
                <a:solidFill>
                  <a:srgbClr val="F60500"/>
                </a:solidFill>
                <a:latin typeface="Arial MT"/>
                <a:cs typeface="Arial MT"/>
              </a:rPr>
              <a:t> </a:t>
            </a:r>
            <a:r>
              <a:rPr sz="2314" dirty="0">
                <a:solidFill>
                  <a:srgbClr val="00AF52"/>
                </a:solidFill>
                <a:latin typeface="Arial MT"/>
                <a:cs typeface="Arial MT"/>
              </a:rPr>
              <a:t>create</a:t>
            </a:r>
            <a:r>
              <a:rPr sz="2314" spc="172" dirty="0">
                <a:solidFill>
                  <a:srgbClr val="00AF52"/>
                </a:solidFill>
                <a:latin typeface="Arial MT"/>
                <a:cs typeface="Arial MT"/>
              </a:rPr>
              <a:t> </a:t>
            </a:r>
            <a:r>
              <a:rPr sz="2314" dirty="0">
                <a:latin typeface="Arial MT"/>
                <a:cs typeface="Arial MT"/>
              </a:rPr>
              <a:t>a</a:t>
            </a:r>
            <a:r>
              <a:rPr sz="2314" spc="41" dirty="0">
                <a:latin typeface="Arial MT"/>
                <a:cs typeface="Arial MT"/>
              </a:rPr>
              <a:t> </a:t>
            </a:r>
            <a:r>
              <a:rPr sz="2314" dirty="0">
                <a:solidFill>
                  <a:srgbClr val="0001C8"/>
                </a:solidFill>
                <a:latin typeface="Arial MT"/>
                <a:cs typeface="Arial MT"/>
              </a:rPr>
              <a:t>value</a:t>
            </a:r>
            <a:r>
              <a:rPr sz="2314" spc="86" dirty="0">
                <a:solidFill>
                  <a:srgbClr val="0001C8"/>
                </a:solidFill>
                <a:latin typeface="Arial MT"/>
                <a:cs typeface="Arial MT"/>
              </a:rPr>
              <a:t> </a:t>
            </a:r>
            <a:r>
              <a:rPr sz="2314" spc="50" dirty="0">
                <a:solidFill>
                  <a:srgbClr val="0000CD"/>
                </a:solidFill>
                <a:latin typeface="Arial MT"/>
                <a:cs typeface="Arial MT"/>
              </a:rPr>
              <a:t>chain</a:t>
            </a:r>
            <a:r>
              <a:rPr sz="2314" spc="123" dirty="0">
                <a:solidFill>
                  <a:srgbClr val="0000CD"/>
                </a:solidFill>
                <a:latin typeface="Arial MT"/>
                <a:cs typeface="Arial MT"/>
              </a:rPr>
              <a:t> </a:t>
            </a:r>
            <a:r>
              <a:rPr sz="2314" spc="64" dirty="0">
                <a:solidFill>
                  <a:srgbClr val="0001CF"/>
                </a:solidFill>
                <a:latin typeface="Arial MT"/>
                <a:cs typeface="Arial MT"/>
              </a:rPr>
              <a:t>report</a:t>
            </a:r>
            <a:r>
              <a:rPr sz="2314" spc="123" dirty="0">
                <a:solidFill>
                  <a:srgbClr val="0001CF"/>
                </a:solidFill>
                <a:latin typeface="Arial MT"/>
                <a:cs typeface="Arial MT"/>
              </a:rPr>
              <a:t> </a:t>
            </a:r>
            <a:r>
              <a:rPr sz="2314" u="heavy" spc="77" dirty="0">
                <a:solidFill>
                  <a:srgbClr val="00B54D"/>
                </a:solidFill>
                <a:uFill>
                  <a:solidFill>
                    <a:srgbClr val="08A84F"/>
                  </a:solidFill>
                </a:uFill>
                <a:latin typeface="Arial MT"/>
                <a:cs typeface="Arial MT"/>
              </a:rPr>
              <a:t>for</a:t>
            </a:r>
            <a:r>
              <a:rPr sz="2314" spc="103" dirty="0">
                <a:solidFill>
                  <a:srgbClr val="00B54D"/>
                </a:solidFill>
                <a:latin typeface="Arial MT"/>
                <a:cs typeface="Arial MT"/>
              </a:rPr>
              <a:t> </a:t>
            </a:r>
            <a:r>
              <a:rPr sz="2314" spc="-9" dirty="0">
                <a:latin typeface="Arial MT"/>
                <a:cs typeface="Arial MT"/>
              </a:rPr>
              <a:t>every</a:t>
            </a:r>
            <a:endParaRPr sz="2314" dirty="0">
              <a:latin typeface="Arial MT"/>
              <a:cs typeface="Arial MT"/>
            </a:endParaRPr>
          </a:p>
          <a:p>
            <a:pPr marL="335998">
              <a:spcBef>
                <a:spcPts val="45"/>
              </a:spcBef>
            </a:pPr>
            <a:r>
              <a:rPr sz="2269" dirty="0">
                <a:latin typeface="Arial MT"/>
                <a:cs typeface="Arial MT"/>
              </a:rPr>
              <a:t>aspect</a:t>
            </a:r>
            <a:r>
              <a:rPr sz="2269" spc="82" dirty="0">
                <a:latin typeface="Arial MT"/>
                <a:cs typeface="Arial MT"/>
              </a:rPr>
              <a:t> </a:t>
            </a:r>
            <a:r>
              <a:rPr sz="2269" dirty="0">
                <a:latin typeface="Arial MT"/>
                <a:cs typeface="Arial MT"/>
              </a:rPr>
              <a:t>of</a:t>
            </a:r>
            <a:r>
              <a:rPr sz="2269" spc="45" dirty="0">
                <a:latin typeface="Arial MT"/>
                <a:cs typeface="Arial MT"/>
              </a:rPr>
              <a:t> </a:t>
            </a:r>
            <a:r>
              <a:rPr sz="2269" dirty="0">
                <a:latin typeface="Arial MT"/>
                <a:cs typeface="Arial MT"/>
              </a:rPr>
              <a:t>a</a:t>
            </a:r>
            <a:r>
              <a:rPr sz="2269" spc="14" dirty="0">
                <a:latin typeface="Arial MT"/>
                <a:cs typeface="Arial MT"/>
              </a:rPr>
              <a:t> </a:t>
            </a:r>
            <a:r>
              <a:rPr sz="2269" spc="91" dirty="0">
                <a:solidFill>
                  <a:srgbClr val="0008BF"/>
                </a:solidFill>
                <a:latin typeface="Arial MT"/>
                <a:cs typeface="Arial MT"/>
              </a:rPr>
              <a:t>product</a:t>
            </a:r>
            <a:r>
              <a:rPr sz="2269" spc="145" dirty="0">
                <a:solidFill>
                  <a:srgbClr val="0008BF"/>
                </a:solidFill>
                <a:latin typeface="Arial MT"/>
                <a:cs typeface="Arial MT"/>
              </a:rPr>
              <a:t> </a:t>
            </a:r>
            <a:r>
              <a:rPr sz="2269" u="heavy" spc="113" dirty="0">
                <a:solidFill>
                  <a:srgbClr val="07B156"/>
                </a:solidFill>
                <a:uFill>
                  <a:solidFill>
                    <a:srgbClr val="08A84F"/>
                  </a:solidFill>
                </a:uFill>
                <a:latin typeface="Arial MT"/>
                <a:cs typeface="Arial MT"/>
              </a:rPr>
              <a:t>from</a:t>
            </a:r>
            <a:r>
              <a:rPr sz="2269" spc="32" dirty="0">
                <a:solidFill>
                  <a:srgbClr val="07B156"/>
                </a:solidFill>
                <a:latin typeface="Arial MT"/>
                <a:cs typeface="Arial MT"/>
              </a:rPr>
              <a:t> </a:t>
            </a:r>
            <a:r>
              <a:rPr sz="2269" spc="73" dirty="0">
                <a:solidFill>
                  <a:srgbClr val="0100C6"/>
                </a:solidFill>
                <a:latin typeface="Arial MT"/>
                <a:cs typeface="Arial MT"/>
              </a:rPr>
              <a:t>design</a:t>
            </a:r>
            <a:r>
              <a:rPr sz="2269" spc="118" dirty="0">
                <a:solidFill>
                  <a:srgbClr val="0100C6"/>
                </a:solidFill>
                <a:latin typeface="Arial MT"/>
                <a:cs typeface="Arial MT"/>
              </a:rPr>
              <a:t> </a:t>
            </a:r>
            <a:r>
              <a:rPr sz="2269" u="heavy" spc="64" dirty="0">
                <a:solidFill>
                  <a:srgbClr val="05AA4B"/>
                </a:solidFill>
                <a:uFill>
                  <a:solidFill>
                    <a:srgbClr val="08A84F"/>
                  </a:solidFill>
                </a:uFill>
                <a:latin typeface="Arial MT"/>
                <a:cs typeface="Arial MT"/>
              </a:rPr>
              <a:t>to</a:t>
            </a:r>
            <a:r>
              <a:rPr sz="2269" spc="82" dirty="0">
                <a:solidFill>
                  <a:srgbClr val="05AA4B"/>
                </a:solidFill>
                <a:latin typeface="Arial MT"/>
                <a:cs typeface="Arial MT"/>
              </a:rPr>
              <a:t> </a:t>
            </a:r>
            <a:r>
              <a:rPr sz="2269" spc="82" dirty="0">
                <a:solidFill>
                  <a:srgbClr val="0001C6"/>
                </a:solidFill>
                <a:latin typeface="Arial MT"/>
                <a:cs typeface="Arial MT"/>
              </a:rPr>
              <a:t>customer</a:t>
            </a:r>
            <a:r>
              <a:rPr sz="2269" spc="204" dirty="0">
                <a:solidFill>
                  <a:srgbClr val="0001C6"/>
                </a:solidFill>
                <a:latin typeface="Arial MT"/>
                <a:cs typeface="Arial MT"/>
              </a:rPr>
              <a:t> </a:t>
            </a:r>
            <a:r>
              <a:rPr sz="2269" spc="-9" dirty="0">
                <a:solidFill>
                  <a:srgbClr val="0301CF"/>
                </a:solidFill>
                <a:latin typeface="Arial MT"/>
                <a:cs typeface="Arial MT"/>
              </a:rPr>
              <a:t>delivery.</a:t>
            </a:r>
            <a:endParaRPr sz="2269" dirty="0">
              <a:latin typeface="Arial MT"/>
              <a:cs typeface="Arial MT"/>
            </a:endParaRPr>
          </a:p>
          <a:p>
            <a:pPr marL="333116" indent="-321590">
              <a:lnSpc>
                <a:spcPts val="2927"/>
              </a:lnSpc>
              <a:spcBef>
                <a:spcPts val="1153"/>
              </a:spcBef>
              <a:buClr>
                <a:srgbClr val="E90C00"/>
              </a:buClr>
              <a:buChar char="•"/>
              <a:tabLst>
                <a:tab pos="333116" algn="l"/>
              </a:tabLst>
            </a:pPr>
            <a:r>
              <a:rPr sz="2451" u="heavy" spc="82" dirty="0">
                <a:solidFill>
                  <a:srgbClr val="FB0100"/>
                </a:solidFill>
                <a:uFill>
                  <a:solidFill>
                    <a:srgbClr val="AC341F"/>
                  </a:solidFill>
                </a:uFill>
                <a:latin typeface="Arial MT"/>
                <a:cs typeface="Arial MT"/>
              </a:rPr>
              <a:t>Electrical</a:t>
            </a:r>
            <a:r>
              <a:rPr sz="2451" u="heavy" spc="-5" dirty="0">
                <a:solidFill>
                  <a:srgbClr val="FB0100"/>
                </a:solidFill>
                <a:uFill>
                  <a:solidFill>
                    <a:srgbClr val="AC341F"/>
                  </a:solidFill>
                </a:uFill>
                <a:latin typeface="Arial MT"/>
                <a:cs typeface="Arial MT"/>
              </a:rPr>
              <a:t> </a:t>
            </a:r>
            <a:r>
              <a:rPr sz="2451" u="heavy" spc="77" dirty="0">
                <a:solidFill>
                  <a:srgbClr val="FD0100"/>
                </a:solidFill>
                <a:uFill>
                  <a:solidFill>
                    <a:srgbClr val="AC341F"/>
                  </a:solidFill>
                </a:uFill>
                <a:latin typeface="Arial MT"/>
                <a:cs typeface="Arial MT"/>
              </a:rPr>
              <a:t>Enqineer:</a:t>
            </a:r>
            <a:r>
              <a:rPr sz="2451" spc="-23" dirty="0">
                <a:solidFill>
                  <a:srgbClr val="FD0100"/>
                </a:solidFill>
                <a:latin typeface="Arial MT"/>
                <a:cs typeface="Arial MT"/>
              </a:rPr>
              <a:t> </a:t>
            </a:r>
            <a:r>
              <a:rPr sz="2451" u="heavy" spc="-9" dirty="0">
                <a:solidFill>
                  <a:srgbClr val="0AAA52"/>
                </a:solidFill>
                <a:uFill>
                  <a:solidFill>
                    <a:srgbClr val="AC341F"/>
                  </a:solidFill>
                </a:uFill>
                <a:latin typeface="Arial MT"/>
                <a:cs typeface="Arial MT"/>
              </a:rPr>
              <a:t>create</a:t>
            </a:r>
            <a:r>
              <a:rPr sz="2451" spc="-9" dirty="0">
                <a:solidFill>
                  <a:srgbClr val="0AAA52"/>
                </a:solidFill>
                <a:latin typeface="Arial MT"/>
                <a:cs typeface="Arial MT"/>
              </a:rPr>
              <a:t> </a:t>
            </a:r>
            <a:r>
              <a:rPr sz="2451" dirty="0">
                <a:latin typeface="Arial MT"/>
                <a:cs typeface="Arial MT"/>
              </a:rPr>
              <a:t>a</a:t>
            </a:r>
            <a:r>
              <a:rPr sz="2451" spc="-109" dirty="0">
                <a:latin typeface="Arial MT"/>
                <a:cs typeface="Arial MT"/>
              </a:rPr>
              <a:t> </a:t>
            </a:r>
            <a:r>
              <a:rPr sz="2451" spc="-64" dirty="0">
                <a:solidFill>
                  <a:srgbClr val="0001C1"/>
                </a:solidFill>
                <a:latin typeface="Arial MT"/>
                <a:cs typeface="Arial MT"/>
              </a:rPr>
              <a:t>web-</a:t>
            </a:r>
            <a:r>
              <a:rPr sz="2451" dirty="0">
                <a:solidFill>
                  <a:srgbClr val="0001C1"/>
                </a:solidFill>
                <a:latin typeface="Arial MT"/>
                <a:cs typeface="Arial MT"/>
              </a:rPr>
              <a:t>based</a:t>
            </a:r>
            <a:r>
              <a:rPr sz="2451" spc="18" dirty="0">
                <a:solidFill>
                  <a:srgbClr val="0001C1"/>
                </a:solidFill>
                <a:latin typeface="Arial MT"/>
                <a:cs typeface="Arial MT"/>
              </a:rPr>
              <a:t> </a:t>
            </a:r>
            <a:r>
              <a:rPr sz="2451" dirty="0">
                <a:solidFill>
                  <a:srgbClr val="0001CA"/>
                </a:solidFill>
                <a:latin typeface="Arial MT"/>
                <a:cs typeface="Arial MT"/>
              </a:rPr>
              <a:t>user</a:t>
            </a:r>
            <a:r>
              <a:rPr sz="2451" spc="-73" dirty="0">
                <a:solidFill>
                  <a:srgbClr val="0001CA"/>
                </a:solidFill>
                <a:latin typeface="Arial MT"/>
                <a:cs typeface="Arial MT"/>
              </a:rPr>
              <a:t> </a:t>
            </a:r>
            <a:r>
              <a:rPr sz="2451" dirty="0">
                <a:solidFill>
                  <a:srgbClr val="0000DD"/>
                </a:solidFill>
                <a:latin typeface="Arial MT"/>
                <a:cs typeface="Arial MT"/>
              </a:rPr>
              <a:t>manual </a:t>
            </a:r>
            <a:r>
              <a:rPr sz="2451" u="heavy" spc="-23" dirty="0">
                <a:solidFill>
                  <a:srgbClr val="03AF4D"/>
                </a:solidFill>
                <a:uFill>
                  <a:solidFill>
                    <a:srgbClr val="AC341F"/>
                  </a:solidFill>
                </a:uFill>
                <a:latin typeface="Arial MT"/>
                <a:cs typeface="Arial MT"/>
              </a:rPr>
              <a:t>for</a:t>
            </a:r>
            <a:endParaRPr sz="2451" dirty="0">
              <a:latin typeface="Arial MT"/>
              <a:cs typeface="Arial MT"/>
            </a:endParaRPr>
          </a:p>
          <a:p>
            <a:pPr marL="335422">
              <a:lnSpc>
                <a:spcPts val="2764"/>
              </a:lnSpc>
            </a:pPr>
            <a:r>
              <a:rPr sz="2314" dirty="0">
                <a:latin typeface="Arial MT"/>
                <a:cs typeface="Arial MT"/>
              </a:rPr>
              <a:t>a</a:t>
            </a:r>
            <a:r>
              <a:rPr sz="2314" spc="-68" dirty="0">
                <a:latin typeface="Arial MT"/>
                <a:cs typeface="Arial MT"/>
              </a:rPr>
              <a:t> </a:t>
            </a:r>
            <a:r>
              <a:rPr sz="2314" dirty="0">
                <a:latin typeface="Arial MT"/>
                <a:cs typeface="Arial MT"/>
              </a:rPr>
              <a:t>new</a:t>
            </a:r>
            <a:r>
              <a:rPr sz="2314" spc="-9" dirty="0">
                <a:latin typeface="Arial MT"/>
                <a:cs typeface="Arial MT"/>
              </a:rPr>
              <a:t> </a:t>
            </a:r>
            <a:r>
              <a:rPr sz="2314" spc="59" dirty="0">
                <a:solidFill>
                  <a:srgbClr val="0100C4"/>
                </a:solidFill>
                <a:latin typeface="Arial MT"/>
                <a:cs typeface="Arial MT"/>
              </a:rPr>
              <a:t>electronics</a:t>
            </a:r>
            <a:r>
              <a:rPr sz="2314" spc="191" dirty="0">
                <a:solidFill>
                  <a:srgbClr val="0100C4"/>
                </a:solidFill>
                <a:latin typeface="Arial MT"/>
                <a:cs typeface="Arial MT"/>
              </a:rPr>
              <a:t> </a:t>
            </a:r>
            <a:r>
              <a:rPr sz="2314" spc="59" dirty="0">
                <a:latin typeface="Arial MT"/>
                <a:cs typeface="Arial MT"/>
              </a:rPr>
              <a:t>product.</a:t>
            </a:r>
            <a:endParaRPr sz="2314" dirty="0">
              <a:latin typeface="Arial MT"/>
              <a:cs typeface="Arial MT"/>
            </a:endParaRPr>
          </a:p>
          <a:p>
            <a:pPr marL="333693" indent="-322166">
              <a:lnSpc>
                <a:spcPts val="2904"/>
              </a:lnSpc>
              <a:spcBef>
                <a:spcPts val="1144"/>
              </a:spcBef>
              <a:buClr>
                <a:srgbClr val="F90300"/>
              </a:buClr>
              <a:buChar char="•"/>
              <a:tabLst>
                <a:tab pos="333693" algn="l"/>
                <a:tab pos="1226422" algn="l"/>
              </a:tabLst>
            </a:pPr>
            <a:r>
              <a:rPr sz="2451" spc="64" dirty="0">
                <a:solidFill>
                  <a:srgbClr val="F90103"/>
                </a:solidFill>
                <a:latin typeface="Arial MT"/>
                <a:cs typeface="Arial MT"/>
              </a:rPr>
              <a:t>Com</a:t>
            </a:r>
            <a:r>
              <a:rPr lang="en-US" sz="2451" spc="64" dirty="0">
                <a:solidFill>
                  <a:srgbClr val="F90103"/>
                </a:solidFill>
                <a:latin typeface="Arial MT"/>
                <a:cs typeface="Arial MT"/>
              </a:rPr>
              <a:t>p</a:t>
            </a:r>
            <a:r>
              <a:rPr sz="2451" u="heavy" spc="82" dirty="0">
                <a:solidFill>
                  <a:srgbClr val="FD0100"/>
                </a:solidFill>
                <a:uFill>
                  <a:solidFill>
                    <a:srgbClr val="9C3F1F"/>
                  </a:solidFill>
                </a:uFill>
                <a:latin typeface="Arial MT"/>
                <a:cs typeface="Arial MT"/>
              </a:rPr>
              <a:t>uter</a:t>
            </a:r>
            <a:r>
              <a:rPr sz="2451" u="heavy" spc="9" dirty="0">
                <a:solidFill>
                  <a:srgbClr val="FD0100"/>
                </a:solidFill>
                <a:uFill>
                  <a:solidFill>
                    <a:srgbClr val="9C3F1F"/>
                  </a:solidFill>
                </a:uFill>
                <a:latin typeface="Arial MT"/>
                <a:cs typeface="Arial MT"/>
              </a:rPr>
              <a:t> </a:t>
            </a:r>
            <a:r>
              <a:rPr sz="2451" u="heavy" spc="77" dirty="0">
                <a:solidFill>
                  <a:srgbClr val="FD0300"/>
                </a:solidFill>
                <a:uFill>
                  <a:solidFill>
                    <a:srgbClr val="9C3F1F"/>
                  </a:solidFill>
                </a:uFill>
                <a:latin typeface="Arial MT"/>
                <a:cs typeface="Arial MT"/>
              </a:rPr>
              <a:t>Enqineer:</a:t>
            </a:r>
            <a:r>
              <a:rPr sz="2451" spc="118" dirty="0">
                <a:solidFill>
                  <a:srgbClr val="FD0300"/>
                </a:solidFill>
                <a:latin typeface="Arial MT"/>
                <a:cs typeface="Arial MT"/>
              </a:rPr>
              <a:t> </a:t>
            </a:r>
            <a:r>
              <a:rPr sz="2451" u="heavy" dirty="0">
                <a:solidFill>
                  <a:srgbClr val="03AC54"/>
                </a:solidFill>
                <a:uFill>
                  <a:solidFill>
                    <a:srgbClr val="9C3F1F"/>
                  </a:solidFill>
                </a:uFill>
                <a:latin typeface="Arial MT"/>
                <a:cs typeface="Arial MT"/>
              </a:rPr>
              <a:t>install</a:t>
            </a:r>
            <a:r>
              <a:rPr sz="2451" spc="32" dirty="0">
                <a:solidFill>
                  <a:srgbClr val="03AC54"/>
                </a:solidFill>
                <a:latin typeface="Arial MT"/>
                <a:cs typeface="Arial MT"/>
              </a:rPr>
              <a:t> </a:t>
            </a:r>
            <a:r>
              <a:rPr sz="2451" spc="-103" dirty="0">
                <a:latin typeface="Arial MT"/>
                <a:cs typeface="Arial MT"/>
              </a:rPr>
              <a:t>new</a:t>
            </a:r>
            <a:r>
              <a:rPr sz="2451" spc="68" dirty="0">
                <a:latin typeface="Arial MT"/>
                <a:cs typeface="Arial MT"/>
              </a:rPr>
              <a:t> </a:t>
            </a:r>
            <a:r>
              <a:rPr sz="2451" spc="-9" dirty="0">
                <a:solidFill>
                  <a:srgbClr val="0001CA"/>
                </a:solidFill>
                <a:latin typeface="Arial MT"/>
                <a:cs typeface="Arial MT"/>
              </a:rPr>
              <a:t>data</a:t>
            </a:r>
            <a:r>
              <a:rPr sz="2451" spc="9" dirty="0">
                <a:solidFill>
                  <a:srgbClr val="0001CA"/>
                </a:solidFill>
                <a:latin typeface="Arial MT"/>
                <a:cs typeface="Arial MT"/>
              </a:rPr>
              <a:t> </a:t>
            </a:r>
            <a:r>
              <a:rPr sz="2451" dirty="0">
                <a:solidFill>
                  <a:srgbClr val="0005B5"/>
                </a:solidFill>
                <a:latin typeface="Arial MT"/>
                <a:cs typeface="Arial MT"/>
              </a:rPr>
              <a:t>security</a:t>
            </a:r>
            <a:r>
              <a:rPr sz="2451" spc="141" dirty="0">
                <a:solidFill>
                  <a:srgbClr val="0005B5"/>
                </a:solidFill>
                <a:latin typeface="Arial MT"/>
                <a:cs typeface="Arial MT"/>
              </a:rPr>
              <a:t> </a:t>
            </a:r>
            <a:r>
              <a:rPr sz="2451" dirty="0">
                <a:solidFill>
                  <a:srgbClr val="0001C8"/>
                </a:solidFill>
                <a:latin typeface="Arial MT"/>
                <a:cs typeface="Arial MT"/>
              </a:rPr>
              <a:t>system</a:t>
            </a:r>
            <a:r>
              <a:rPr sz="2451" spc="103" dirty="0">
                <a:solidFill>
                  <a:srgbClr val="0001C8"/>
                </a:solidFill>
                <a:latin typeface="Arial MT"/>
                <a:cs typeface="Arial MT"/>
              </a:rPr>
              <a:t> </a:t>
            </a:r>
            <a:r>
              <a:rPr sz="2451" u="heavy" spc="-23" dirty="0">
                <a:solidFill>
                  <a:srgbClr val="00B14D"/>
                </a:solidFill>
                <a:uFill>
                  <a:solidFill>
                    <a:srgbClr val="9C3F1F"/>
                  </a:solidFill>
                </a:uFill>
                <a:latin typeface="Arial MT"/>
                <a:cs typeface="Arial MT"/>
              </a:rPr>
              <a:t>for</a:t>
            </a:r>
            <a:endParaRPr sz="2451" dirty="0">
              <a:latin typeface="Arial MT"/>
              <a:cs typeface="Arial MT"/>
            </a:endParaRPr>
          </a:p>
          <a:p>
            <a:pPr marL="335422">
              <a:lnSpc>
                <a:spcPts val="2795"/>
              </a:lnSpc>
            </a:pPr>
            <a:r>
              <a:rPr sz="2360" dirty="0">
                <a:latin typeface="Arial MT"/>
                <a:cs typeface="Arial MT"/>
              </a:rPr>
              <a:t>a</a:t>
            </a:r>
            <a:r>
              <a:rPr sz="2360" spc="18" dirty="0">
                <a:latin typeface="Arial MT"/>
                <a:cs typeface="Arial MT"/>
              </a:rPr>
              <a:t> </a:t>
            </a:r>
            <a:r>
              <a:rPr sz="2360" spc="45" dirty="0">
                <a:solidFill>
                  <a:srgbClr val="0100CC"/>
                </a:solidFill>
                <a:latin typeface="Arial MT"/>
                <a:cs typeface="Arial MT"/>
              </a:rPr>
              <a:t>business</a:t>
            </a:r>
            <a:r>
              <a:rPr sz="2360" spc="103" dirty="0">
                <a:solidFill>
                  <a:srgbClr val="0100CC"/>
                </a:solidFill>
                <a:latin typeface="Arial MT"/>
                <a:cs typeface="Arial MT"/>
              </a:rPr>
              <a:t> </a:t>
            </a:r>
            <a:r>
              <a:rPr sz="2360" spc="45" dirty="0">
                <a:solidFill>
                  <a:srgbClr val="0000CF"/>
                </a:solidFill>
                <a:latin typeface="Arial MT"/>
                <a:cs typeface="Arial MT"/>
              </a:rPr>
              <a:t>information</a:t>
            </a:r>
            <a:r>
              <a:rPr sz="2360" spc="182" dirty="0">
                <a:solidFill>
                  <a:srgbClr val="0000CF"/>
                </a:solidFill>
                <a:latin typeface="Arial MT"/>
                <a:cs typeface="Arial MT"/>
              </a:rPr>
              <a:t> </a:t>
            </a:r>
            <a:r>
              <a:rPr sz="2360" spc="-9" dirty="0">
                <a:solidFill>
                  <a:srgbClr val="0103CA"/>
                </a:solidFill>
                <a:latin typeface="Arial MT"/>
                <a:cs typeface="Arial MT"/>
              </a:rPr>
              <a:t>system.</a:t>
            </a:r>
            <a:endParaRPr sz="2360" dirty="0">
              <a:latin typeface="Arial MT"/>
              <a:cs typeface="Arial MT"/>
            </a:endParaRPr>
          </a:p>
        </p:txBody>
      </p:sp>
      <p:pic>
        <p:nvPicPr>
          <p:cNvPr id="10" name="Picture 2">
            <a:extLst>
              <a:ext uri="{FF2B5EF4-FFF2-40B4-BE49-F238E27FC236}">
                <a16:creationId xmlns:a16="http://schemas.microsoft.com/office/drawing/2014/main" id="{68B490BF-CCF3-6E09-23A3-7C7A29B2CD1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963150" y="0"/>
            <a:ext cx="2228850" cy="12382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5620" y="615856"/>
            <a:ext cx="11648440" cy="568104"/>
          </a:xfrm>
          <a:prstGeom prst="rect">
            <a:avLst/>
          </a:prstGeom>
        </p:spPr>
        <p:txBody>
          <a:bodyPr vert="horz" wrap="square" lIns="0" tIns="13970" rIns="0" bIns="0" rtlCol="0">
            <a:spAutoFit/>
          </a:bodyPr>
          <a:lstStyle/>
          <a:p>
            <a:pPr marL="513715">
              <a:lnSpc>
                <a:spcPct val="100000"/>
              </a:lnSpc>
              <a:spcBef>
                <a:spcPts val="110"/>
              </a:spcBef>
            </a:pPr>
            <a:r>
              <a:rPr sz="3600" b="1" u="sng" spc="80" dirty="0">
                <a:solidFill>
                  <a:srgbClr val="FF0000"/>
                </a:solidFill>
              </a:rPr>
              <a:t>Exercise</a:t>
            </a:r>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31</a:t>
            </a:fld>
            <a:endParaRPr spc="-25" dirty="0"/>
          </a:p>
        </p:txBody>
      </p:sp>
      <p:sp>
        <p:nvSpPr>
          <p:cNvPr id="3" name="object 3"/>
          <p:cNvSpPr txBox="1"/>
          <p:nvPr/>
        </p:nvSpPr>
        <p:spPr>
          <a:xfrm>
            <a:off x="916939" y="1795779"/>
            <a:ext cx="10357485" cy="3131820"/>
          </a:xfrm>
          <a:prstGeom prst="rect">
            <a:avLst/>
          </a:prstGeom>
        </p:spPr>
        <p:txBody>
          <a:bodyPr vert="horz" wrap="square" lIns="0" tIns="12700" rIns="0" bIns="0" rtlCol="0">
            <a:spAutoFit/>
          </a:bodyPr>
          <a:lstStyle/>
          <a:p>
            <a:pPr marL="12700">
              <a:lnSpc>
                <a:spcPts val="3180"/>
              </a:lnSpc>
              <a:spcBef>
                <a:spcPts val="100"/>
              </a:spcBef>
              <a:tabLst>
                <a:tab pos="1165225" algn="l"/>
                <a:tab pos="1946275" algn="l"/>
                <a:tab pos="2715895" algn="l"/>
                <a:tab pos="4024629" algn="l"/>
                <a:tab pos="6247130" algn="l"/>
                <a:tab pos="7951470" algn="l"/>
                <a:tab pos="9073515" algn="l"/>
                <a:tab pos="10058400" algn="l"/>
              </a:tabLst>
            </a:pPr>
            <a:r>
              <a:rPr sz="2800" spc="-10" dirty="0">
                <a:latin typeface="Calibri"/>
                <a:cs typeface="Calibri"/>
              </a:rPr>
              <a:t>Check</a:t>
            </a:r>
            <a:r>
              <a:rPr sz="2800" dirty="0">
                <a:latin typeface="Calibri"/>
                <a:cs typeface="Calibri"/>
              </a:rPr>
              <a:t>	</a:t>
            </a:r>
            <a:r>
              <a:rPr sz="2800" spc="-25" dirty="0">
                <a:latin typeface="Calibri"/>
                <a:cs typeface="Calibri"/>
              </a:rPr>
              <a:t>out</a:t>
            </a:r>
            <a:r>
              <a:rPr sz="2800" dirty="0">
                <a:latin typeface="Calibri"/>
                <a:cs typeface="Calibri"/>
              </a:rPr>
              <a:t>	</a:t>
            </a:r>
            <a:r>
              <a:rPr sz="2800" spc="-25" dirty="0">
                <a:latin typeface="Calibri"/>
                <a:cs typeface="Calibri"/>
              </a:rPr>
              <a:t>the</a:t>
            </a:r>
            <a:r>
              <a:rPr sz="2800" dirty="0">
                <a:latin typeface="Calibri"/>
                <a:cs typeface="Calibri"/>
              </a:rPr>
              <a:t>	</a:t>
            </a:r>
            <a:r>
              <a:rPr sz="2800" spc="-10" dirty="0">
                <a:latin typeface="Calibri"/>
                <a:cs typeface="Calibri"/>
              </a:rPr>
              <a:t>Project</a:t>
            </a:r>
            <a:r>
              <a:rPr sz="2800" dirty="0">
                <a:latin typeface="Calibri"/>
                <a:cs typeface="Calibri"/>
              </a:rPr>
              <a:t>	</a:t>
            </a:r>
            <a:r>
              <a:rPr sz="2800" spc="-10" dirty="0">
                <a:latin typeface="Calibri"/>
                <a:cs typeface="Calibri"/>
              </a:rPr>
              <a:t>Management</a:t>
            </a:r>
            <a:r>
              <a:rPr sz="2800" dirty="0">
                <a:latin typeface="Calibri"/>
                <a:cs typeface="Calibri"/>
              </a:rPr>
              <a:t>	</a:t>
            </a:r>
            <a:r>
              <a:rPr sz="2800" spc="-10" dirty="0">
                <a:latin typeface="Calibri"/>
                <a:cs typeface="Calibri"/>
              </a:rPr>
              <a:t>Institute’s</a:t>
            </a:r>
            <a:r>
              <a:rPr sz="2800" dirty="0">
                <a:latin typeface="Calibri"/>
                <a:cs typeface="Calibri"/>
              </a:rPr>
              <a:t>	</a:t>
            </a:r>
            <a:r>
              <a:rPr sz="2800" spc="-20" dirty="0">
                <a:latin typeface="Calibri"/>
                <a:cs typeface="Calibri"/>
              </a:rPr>
              <a:t>home</a:t>
            </a:r>
            <a:r>
              <a:rPr sz="2800" dirty="0">
                <a:latin typeface="Calibri"/>
                <a:cs typeface="Calibri"/>
              </a:rPr>
              <a:t>	</a:t>
            </a:r>
            <a:r>
              <a:rPr sz="2800" spc="-20" dirty="0">
                <a:latin typeface="Calibri"/>
                <a:cs typeface="Calibri"/>
              </a:rPr>
              <a:t>page</a:t>
            </a:r>
            <a:r>
              <a:rPr sz="2800" dirty="0">
                <a:latin typeface="Calibri"/>
                <a:cs typeface="Calibri"/>
              </a:rPr>
              <a:t>	</a:t>
            </a:r>
            <a:r>
              <a:rPr sz="2800" spc="-25" dirty="0">
                <a:latin typeface="Calibri"/>
                <a:cs typeface="Calibri"/>
              </a:rPr>
              <a:t>at</a:t>
            </a:r>
            <a:endParaRPr sz="2800">
              <a:latin typeface="Calibri"/>
              <a:cs typeface="Calibri"/>
            </a:endParaRPr>
          </a:p>
          <a:p>
            <a:pPr marL="12700">
              <a:lnSpc>
                <a:spcPts val="3180"/>
              </a:lnSpc>
            </a:pPr>
            <a:r>
              <a:rPr sz="2800" i="1" u="heavy" spc="-10" dirty="0">
                <a:solidFill>
                  <a:srgbClr val="0563C1"/>
                </a:solidFill>
                <a:uFill>
                  <a:solidFill>
                    <a:srgbClr val="0563C1"/>
                  </a:solidFill>
                </a:uFill>
                <a:latin typeface="Calibri"/>
                <a:cs typeface="Calibri"/>
                <a:hlinkClick r:id="rId2"/>
              </a:rPr>
              <a:t>www.pmi.org</a:t>
            </a:r>
            <a:endParaRPr sz="2800">
              <a:latin typeface="Calibri"/>
              <a:cs typeface="Calibri"/>
            </a:endParaRPr>
          </a:p>
          <a:p>
            <a:pPr marL="527050" marR="5715" indent="-333375">
              <a:lnSpc>
                <a:spcPts val="3120"/>
              </a:lnSpc>
              <a:spcBef>
                <a:spcPts val="925"/>
              </a:spcBef>
              <a:buAutoNum type="alphaLcPeriod"/>
              <a:tabLst>
                <a:tab pos="527050" algn="l"/>
                <a:tab pos="1752600" algn="l"/>
                <a:tab pos="3017520" algn="l"/>
                <a:tab pos="4914900" algn="l"/>
                <a:tab pos="5960110" algn="l"/>
                <a:tab pos="6732270" algn="l"/>
                <a:tab pos="7235825" algn="l"/>
                <a:tab pos="8018780" algn="l"/>
                <a:tab pos="8522970" algn="l"/>
              </a:tabLst>
            </a:pPr>
            <a:r>
              <a:rPr sz="2800" spc="-10" dirty="0">
                <a:latin typeface="Calibri"/>
                <a:cs typeface="Calibri"/>
              </a:rPr>
              <a:t>Review</a:t>
            </a:r>
            <a:r>
              <a:rPr sz="2800" dirty="0">
                <a:latin typeface="Calibri"/>
                <a:cs typeface="Calibri"/>
              </a:rPr>
              <a:t>	</a:t>
            </a:r>
            <a:r>
              <a:rPr sz="2800" spc="-10" dirty="0">
                <a:latin typeface="Calibri"/>
                <a:cs typeface="Calibri"/>
              </a:rPr>
              <a:t>general</a:t>
            </a:r>
            <a:r>
              <a:rPr sz="2800" dirty="0">
                <a:latin typeface="Calibri"/>
                <a:cs typeface="Calibri"/>
              </a:rPr>
              <a:t>	</a:t>
            </a:r>
            <a:r>
              <a:rPr sz="2800" spc="-10" dirty="0">
                <a:latin typeface="Calibri"/>
                <a:cs typeface="Calibri"/>
              </a:rPr>
              <a:t>information</a:t>
            </a:r>
            <a:r>
              <a:rPr sz="2800" dirty="0">
                <a:latin typeface="Calibri"/>
                <a:cs typeface="Calibri"/>
              </a:rPr>
              <a:t>	</a:t>
            </a:r>
            <a:r>
              <a:rPr sz="2800" spc="-10" dirty="0">
                <a:latin typeface="Calibri"/>
                <a:cs typeface="Calibri"/>
              </a:rPr>
              <a:t>about</a:t>
            </a:r>
            <a:r>
              <a:rPr sz="2800" dirty="0">
                <a:latin typeface="Calibri"/>
                <a:cs typeface="Calibri"/>
              </a:rPr>
              <a:t>	</a:t>
            </a:r>
            <a:r>
              <a:rPr sz="2800" spc="-25" dirty="0">
                <a:latin typeface="Calibri"/>
                <a:cs typeface="Calibri"/>
              </a:rPr>
              <a:t>PMI</a:t>
            </a:r>
            <a:r>
              <a:rPr sz="2800" dirty="0">
                <a:latin typeface="Calibri"/>
                <a:cs typeface="Calibri"/>
              </a:rPr>
              <a:t>	</a:t>
            </a:r>
            <a:r>
              <a:rPr sz="2800" spc="-25" dirty="0">
                <a:latin typeface="Calibri"/>
                <a:cs typeface="Calibri"/>
              </a:rPr>
              <a:t>as</a:t>
            </a:r>
            <a:r>
              <a:rPr sz="2800" dirty="0">
                <a:latin typeface="Calibri"/>
                <a:cs typeface="Calibri"/>
              </a:rPr>
              <a:t>	</a:t>
            </a:r>
            <a:r>
              <a:rPr sz="2800" spc="-20" dirty="0">
                <a:latin typeface="Calibri"/>
                <a:cs typeface="Calibri"/>
              </a:rPr>
              <a:t>well</a:t>
            </a:r>
            <a:r>
              <a:rPr sz="2800" dirty="0">
                <a:latin typeface="Calibri"/>
                <a:cs typeface="Calibri"/>
              </a:rPr>
              <a:t>	</a:t>
            </a:r>
            <a:r>
              <a:rPr sz="2800" spc="-25" dirty="0">
                <a:latin typeface="Calibri"/>
                <a:cs typeface="Calibri"/>
              </a:rPr>
              <a:t>as</a:t>
            </a:r>
            <a:r>
              <a:rPr sz="2800" dirty="0">
                <a:latin typeface="Calibri"/>
                <a:cs typeface="Calibri"/>
              </a:rPr>
              <a:t>	</a:t>
            </a:r>
            <a:r>
              <a:rPr sz="2800" spc="-10" dirty="0">
                <a:latin typeface="Calibri"/>
                <a:cs typeface="Calibri"/>
              </a:rPr>
              <a:t>membership information.</a:t>
            </a:r>
            <a:r>
              <a:rPr sz="2800" spc="-45" dirty="0">
                <a:latin typeface="Calibri"/>
                <a:cs typeface="Calibri"/>
              </a:rPr>
              <a:t> </a:t>
            </a:r>
            <a:r>
              <a:rPr sz="2800" spc="-25" dirty="0">
                <a:latin typeface="Calibri"/>
                <a:cs typeface="Calibri"/>
              </a:rPr>
              <a:t>Accordingly,</a:t>
            </a:r>
            <a:r>
              <a:rPr sz="2800" spc="-45" dirty="0">
                <a:latin typeface="Calibri"/>
                <a:cs typeface="Calibri"/>
              </a:rPr>
              <a:t> </a:t>
            </a:r>
            <a:r>
              <a:rPr sz="2800" dirty="0">
                <a:latin typeface="Calibri"/>
                <a:cs typeface="Calibri"/>
              </a:rPr>
              <a:t>state</a:t>
            </a:r>
            <a:r>
              <a:rPr sz="2800" spc="-55" dirty="0">
                <a:latin typeface="Calibri"/>
                <a:cs typeface="Calibri"/>
              </a:rPr>
              <a:t> </a:t>
            </a:r>
            <a:r>
              <a:rPr sz="2800" dirty="0">
                <a:latin typeface="Calibri"/>
                <a:cs typeface="Calibri"/>
              </a:rPr>
              <a:t>how</a:t>
            </a:r>
            <a:r>
              <a:rPr sz="2800" spc="-50" dirty="0">
                <a:latin typeface="Calibri"/>
                <a:cs typeface="Calibri"/>
              </a:rPr>
              <a:t> </a:t>
            </a:r>
            <a:r>
              <a:rPr sz="2800" dirty="0">
                <a:latin typeface="Calibri"/>
                <a:cs typeface="Calibri"/>
              </a:rPr>
              <a:t>to</a:t>
            </a:r>
            <a:r>
              <a:rPr sz="2800" spc="-55" dirty="0">
                <a:latin typeface="Calibri"/>
                <a:cs typeface="Calibri"/>
              </a:rPr>
              <a:t> </a:t>
            </a:r>
            <a:r>
              <a:rPr sz="2800" dirty="0">
                <a:latin typeface="Calibri"/>
                <a:cs typeface="Calibri"/>
              </a:rPr>
              <a:t>be</a:t>
            </a:r>
            <a:r>
              <a:rPr sz="2800" spc="-55" dirty="0">
                <a:latin typeface="Calibri"/>
                <a:cs typeface="Calibri"/>
              </a:rPr>
              <a:t> </a:t>
            </a:r>
            <a:r>
              <a:rPr sz="2800" dirty="0">
                <a:latin typeface="Calibri"/>
                <a:cs typeface="Calibri"/>
              </a:rPr>
              <a:t>amember</a:t>
            </a:r>
            <a:r>
              <a:rPr sz="2800" spc="-55" dirty="0">
                <a:latin typeface="Calibri"/>
                <a:cs typeface="Calibri"/>
              </a:rPr>
              <a:t> </a:t>
            </a:r>
            <a:r>
              <a:rPr sz="2800" dirty="0">
                <a:latin typeface="Calibri"/>
                <a:cs typeface="Calibri"/>
              </a:rPr>
              <a:t>in</a:t>
            </a:r>
            <a:r>
              <a:rPr sz="2800" spc="-45" dirty="0">
                <a:latin typeface="Calibri"/>
                <a:cs typeface="Calibri"/>
              </a:rPr>
              <a:t> </a:t>
            </a:r>
            <a:r>
              <a:rPr sz="2800" spc="-20" dirty="0">
                <a:latin typeface="Calibri"/>
                <a:cs typeface="Calibri"/>
              </a:rPr>
              <a:t>PMI.</a:t>
            </a:r>
            <a:endParaRPr sz="2800">
              <a:latin typeface="Calibri"/>
              <a:cs typeface="Calibri"/>
            </a:endParaRPr>
          </a:p>
          <a:p>
            <a:pPr marL="527050" marR="5080" indent="-333375">
              <a:lnSpc>
                <a:spcPts val="3000"/>
              </a:lnSpc>
              <a:spcBef>
                <a:spcPts val="960"/>
              </a:spcBef>
              <a:buAutoNum type="alphaLcPeriod"/>
              <a:tabLst>
                <a:tab pos="527050" algn="l"/>
              </a:tabLst>
            </a:pPr>
            <a:r>
              <a:rPr sz="2800" dirty="0">
                <a:latin typeface="Calibri"/>
                <a:cs typeface="Calibri"/>
              </a:rPr>
              <a:t>See</a:t>
            </a:r>
            <a:r>
              <a:rPr sz="2800" spc="290" dirty="0">
                <a:latin typeface="Calibri"/>
                <a:cs typeface="Calibri"/>
              </a:rPr>
              <a:t> </a:t>
            </a:r>
            <a:r>
              <a:rPr sz="2800" dirty="0">
                <a:latin typeface="Calibri"/>
                <a:cs typeface="Calibri"/>
              </a:rPr>
              <a:t>if</a:t>
            </a:r>
            <a:r>
              <a:rPr sz="2800" spc="295" dirty="0">
                <a:latin typeface="Calibri"/>
                <a:cs typeface="Calibri"/>
              </a:rPr>
              <a:t> </a:t>
            </a:r>
            <a:r>
              <a:rPr sz="2800" dirty="0">
                <a:latin typeface="Calibri"/>
                <a:cs typeface="Calibri"/>
              </a:rPr>
              <a:t>there</a:t>
            </a:r>
            <a:r>
              <a:rPr sz="2800" spc="300" dirty="0">
                <a:latin typeface="Calibri"/>
                <a:cs typeface="Calibri"/>
              </a:rPr>
              <a:t> </a:t>
            </a:r>
            <a:r>
              <a:rPr sz="2800" dirty="0">
                <a:latin typeface="Calibri"/>
                <a:cs typeface="Calibri"/>
              </a:rPr>
              <a:t>is</a:t>
            </a:r>
            <a:r>
              <a:rPr sz="2800" spc="305" dirty="0">
                <a:latin typeface="Calibri"/>
                <a:cs typeface="Calibri"/>
              </a:rPr>
              <a:t> </a:t>
            </a:r>
            <a:r>
              <a:rPr sz="2800" dirty="0">
                <a:latin typeface="Calibri"/>
                <a:cs typeface="Calibri"/>
              </a:rPr>
              <a:t>a</a:t>
            </a:r>
            <a:r>
              <a:rPr sz="2800" spc="295" dirty="0">
                <a:latin typeface="Calibri"/>
                <a:cs typeface="Calibri"/>
              </a:rPr>
              <a:t> </a:t>
            </a:r>
            <a:r>
              <a:rPr sz="2800" dirty="0">
                <a:latin typeface="Calibri"/>
                <a:cs typeface="Calibri"/>
              </a:rPr>
              <a:t>PMI</a:t>
            </a:r>
            <a:r>
              <a:rPr sz="2800" spc="300" dirty="0">
                <a:latin typeface="Calibri"/>
                <a:cs typeface="Calibri"/>
              </a:rPr>
              <a:t> </a:t>
            </a:r>
            <a:r>
              <a:rPr sz="2800" dirty="0">
                <a:latin typeface="Calibri"/>
                <a:cs typeface="Calibri"/>
              </a:rPr>
              <a:t>chapter</a:t>
            </a:r>
            <a:r>
              <a:rPr sz="2800" spc="300" dirty="0">
                <a:latin typeface="Calibri"/>
                <a:cs typeface="Calibri"/>
              </a:rPr>
              <a:t> </a:t>
            </a:r>
            <a:r>
              <a:rPr sz="2800" dirty="0">
                <a:latin typeface="Calibri"/>
                <a:cs typeface="Calibri"/>
              </a:rPr>
              <a:t>in</a:t>
            </a:r>
            <a:r>
              <a:rPr sz="2800" spc="305" dirty="0">
                <a:latin typeface="Calibri"/>
                <a:cs typeface="Calibri"/>
              </a:rPr>
              <a:t> </a:t>
            </a:r>
            <a:r>
              <a:rPr sz="2800" dirty="0">
                <a:latin typeface="Calibri"/>
                <a:cs typeface="Calibri"/>
              </a:rPr>
              <a:t>your</a:t>
            </a:r>
            <a:r>
              <a:rPr sz="2800" spc="305" dirty="0">
                <a:latin typeface="Calibri"/>
                <a:cs typeface="Calibri"/>
              </a:rPr>
              <a:t> </a:t>
            </a:r>
            <a:r>
              <a:rPr sz="2800" dirty="0">
                <a:latin typeface="Calibri"/>
                <a:cs typeface="Calibri"/>
              </a:rPr>
              <a:t>country.</a:t>
            </a:r>
            <a:r>
              <a:rPr sz="2800" spc="305" dirty="0">
                <a:latin typeface="Calibri"/>
                <a:cs typeface="Calibri"/>
              </a:rPr>
              <a:t> </a:t>
            </a:r>
            <a:r>
              <a:rPr sz="2800" dirty="0">
                <a:latin typeface="Calibri"/>
                <a:cs typeface="Calibri"/>
              </a:rPr>
              <a:t>If</a:t>
            </a:r>
            <a:r>
              <a:rPr sz="2800" spc="300" dirty="0">
                <a:latin typeface="Calibri"/>
                <a:cs typeface="Calibri"/>
              </a:rPr>
              <a:t> </a:t>
            </a:r>
            <a:r>
              <a:rPr sz="2800" dirty="0">
                <a:latin typeface="Calibri"/>
                <a:cs typeface="Calibri"/>
              </a:rPr>
              <a:t>not,</a:t>
            </a:r>
            <a:r>
              <a:rPr sz="2800" spc="305" dirty="0">
                <a:latin typeface="Calibri"/>
                <a:cs typeface="Calibri"/>
              </a:rPr>
              <a:t> </a:t>
            </a:r>
            <a:r>
              <a:rPr sz="2800" dirty="0">
                <a:latin typeface="Calibri"/>
                <a:cs typeface="Calibri"/>
              </a:rPr>
              <a:t>where</a:t>
            </a:r>
            <a:r>
              <a:rPr sz="2800" spc="300" dirty="0">
                <a:latin typeface="Calibri"/>
                <a:cs typeface="Calibri"/>
              </a:rPr>
              <a:t> </a:t>
            </a:r>
            <a:r>
              <a:rPr sz="2800" dirty="0">
                <a:latin typeface="Calibri"/>
                <a:cs typeface="Calibri"/>
              </a:rPr>
              <a:t>is</a:t>
            </a:r>
            <a:r>
              <a:rPr sz="2800" spc="305" dirty="0">
                <a:latin typeface="Calibri"/>
                <a:cs typeface="Calibri"/>
              </a:rPr>
              <a:t> </a:t>
            </a:r>
            <a:r>
              <a:rPr sz="2800" spc="-25" dirty="0">
                <a:latin typeface="Calibri"/>
                <a:cs typeface="Calibri"/>
              </a:rPr>
              <a:t>the </a:t>
            </a:r>
            <a:r>
              <a:rPr sz="2800" dirty="0">
                <a:latin typeface="Calibri"/>
                <a:cs typeface="Calibri"/>
              </a:rPr>
              <a:t>closest</a:t>
            </a:r>
            <a:r>
              <a:rPr sz="2800" spc="-65" dirty="0">
                <a:latin typeface="Calibri"/>
                <a:cs typeface="Calibri"/>
              </a:rPr>
              <a:t> </a:t>
            </a:r>
            <a:r>
              <a:rPr sz="2800" spc="-20" dirty="0">
                <a:latin typeface="Calibri"/>
                <a:cs typeface="Calibri"/>
              </a:rPr>
              <a:t>one?</a:t>
            </a:r>
            <a:endParaRPr sz="2800">
              <a:latin typeface="Calibri"/>
              <a:cs typeface="Calibri"/>
            </a:endParaRPr>
          </a:p>
          <a:p>
            <a:pPr marL="526415" indent="-332740">
              <a:lnSpc>
                <a:spcPct val="100000"/>
              </a:lnSpc>
              <a:spcBef>
                <a:spcPts val="610"/>
              </a:spcBef>
              <a:buAutoNum type="alphaLcPeriod"/>
              <a:tabLst>
                <a:tab pos="526415" algn="l"/>
              </a:tabLst>
            </a:pPr>
            <a:r>
              <a:rPr sz="2800" dirty="0">
                <a:latin typeface="Calibri"/>
                <a:cs typeface="Calibri"/>
              </a:rPr>
              <a:t>State</a:t>
            </a:r>
            <a:r>
              <a:rPr sz="2800" spc="-110" dirty="0">
                <a:latin typeface="Calibri"/>
                <a:cs typeface="Calibri"/>
              </a:rPr>
              <a:t> </a:t>
            </a:r>
            <a:r>
              <a:rPr sz="2800" dirty="0">
                <a:latin typeface="Calibri"/>
                <a:cs typeface="Calibri"/>
              </a:rPr>
              <a:t>the</a:t>
            </a:r>
            <a:r>
              <a:rPr sz="2800" spc="-100" dirty="0">
                <a:latin typeface="Calibri"/>
                <a:cs typeface="Calibri"/>
              </a:rPr>
              <a:t> </a:t>
            </a:r>
            <a:r>
              <a:rPr sz="2800" spc="-10" dirty="0">
                <a:latin typeface="Calibri"/>
                <a:cs typeface="Calibri"/>
              </a:rPr>
              <a:t>different</a:t>
            </a:r>
            <a:r>
              <a:rPr sz="2800" spc="-100" dirty="0">
                <a:latin typeface="Calibri"/>
                <a:cs typeface="Calibri"/>
              </a:rPr>
              <a:t> </a:t>
            </a:r>
            <a:r>
              <a:rPr sz="2800" dirty="0">
                <a:latin typeface="Calibri"/>
                <a:cs typeface="Calibri"/>
              </a:rPr>
              <a:t>Certificates</a:t>
            </a:r>
            <a:r>
              <a:rPr sz="2800" spc="-100" dirty="0">
                <a:latin typeface="Calibri"/>
                <a:cs typeface="Calibri"/>
              </a:rPr>
              <a:t> </a:t>
            </a:r>
            <a:r>
              <a:rPr sz="2800" dirty="0">
                <a:latin typeface="Calibri"/>
                <a:cs typeface="Calibri"/>
              </a:rPr>
              <a:t>from</a:t>
            </a:r>
            <a:r>
              <a:rPr sz="2800" spc="-100" dirty="0">
                <a:latin typeface="Calibri"/>
                <a:cs typeface="Calibri"/>
              </a:rPr>
              <a:t> </a:t>
            </a:r>
            <a:r>
              <a:rPr sz="2800" spc="-20" dirty="0">
                <a:latin typeface="Calibri"/>
                <a:cs typeface="Calibri"/>
              </a:rPr>
              <a:t>PMI.</a:t>
            </a:r>
            <a:endParaRPr sz="2800">
              <a:latin typeface="Calibri"/>
              <a:cs typeface="Calibri"/>
            </a:endParaRPr>
          </a:p>
        </p:txBody>
      </p:sp>
      <p:pic>
        <p:nvPicPr>
          <p:cNvPr id="5" name="Picture 2">
            <a:extLst>
              <a:ext uri="{FF2B5EF4-FFF2-40B4-BE49-F238E27FC236}">
                <a16:creationId xmlns:a16="http://schemas.microsoft.com/office/drawing/2014/main" id="{832C551F-D6AE-0399-1B51-681855419A9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63150" y="0"/>
            <a:ext cx="2228850" cy="12382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513715">
              <a:lnSpc>
                <a:spcPct val="100000"/>
              </a:lnSpc>
              <a:spcBef>
                <a:spcPts val="110"/>
              </a:spcBef>
            </a:pPr>
            <a:r>
              <a:rPr sz="3600" b="1" u="sng" spc="80" dirty="0">
                <a:solidFill>
                  <a:srgbClr val="FF0000"/>
                </a:solidFill>
              </a:rPr>
              <a:t>Assignments “Important Points to consider</a:t>
            </a:r>
            <a:r>
              <a:rPr u="none" spc="125" dirty="0">
                <a:solidFill>
                  <a:srgbClr val="000000"/>
                </a:solidFill>
              </a:rPr>
              <a:t>”</a:t>
            </a:r>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32</a:t>
            </a:fld>
            <a:endParaRPr spc="-25" dirty="0"/>
          </a:p>
        </p:txBody>
      </p:sp>
      <p:sp>
        <p:nvSpPr>
          <p:cNvPr id="3" name="object 3"/>
          <p:cNvSpPr txBox="1"/>
          <p:nvPr/>
        </p:nvSpPr>
        <p:spPr>
          <a:xfrm>
            <a:off x="916939" y="1710435"/>
            <a:ext cx="10357485" cy="4542790"/>
          </a:xfrm>
          <a:prstGeom prst="rect">
            <a:avLst/>
          </a:prstGeom>
        </p:spPr>
        <p:txBody>
          <a:bodyPr vert="horz" wrap="square" lIns="0" tIns="63500" rIns="0" bIns="0" rtlCol="0">
            <a:spAutoFit/>
          </a:bodyPr>
          <a:lstStyle/>
          <a:p>
            <a:pPr marL="527050" marR="5080" indent="-514350" algn="just">
              <a:lnSpc>
                <a:spcPts val="3000"/>
              </a:lnSpc>
              <a:spcBef>
                <a:spcPts val="500"/>
              </a:spcBef>
              <a:buAutoNum type="arabicPeriod"/>
              <a:tabLst>
                <a:tab pos="527050" algn="l"/>
              </a:tabLst>
            </a:pPr>
            <a:r>
              <a:rPr sz="2800" dirty="0">
                <a:latin typeface="Calibri"/>
                <a:cs typeface="Calibri"/>
              </a:rPr>
              <a:t>Solve</a:t>
            </a:r>
            <a:r>
              <a:rPr sz="2800" spc="245" dirty="0">
                <a:latin typeface="Calibri"/>
                <a:cs typeface="Calibri"/>
              </a:rPr>
              <a:t> </a:t>
            </a:r>
            <a:r>
              <a:rPr sz="2800" dirty="0">
                <a:latin typeface="Calibri"/>
                <a:cs typeface="Calibri"/>
              </a:rPr>
              <a:t>the</a:t>
            </a:r>
            <a:r>
              <a:rPr sz="2800" spc="250" dirty="0">
                <a:latin typeface="Calibri"/>
                <a:cs typeface="Calibri"/>
              </a:rPr>
              <a:t> </a:t>
            </a:r>
            <a:r>
              <a:rPr sz="2800" dirty="0">
                <a:latin typeface="Calibri"/>
                <a:cs typeface="Calibri"/>
              </a:rPr>
              <a:t>assignments</a:t>
            </a:r>
            <a:r>
              <a:rPr sz="2800" spc="254" dirty="0">
                <a:latin typeface="Calibri"/>
                <a:cs typeface="Calibri"/>
              </a:rPr>
              <a:t> </a:t>
            </a:r>
            <a:r>
              <a:rPr sz="2800" dirty="0">
                <a:latin typeface="Calibri"/>
                <a:cs typeface="Calibri"/>
              </a:rPr>
              <a:t>week</a:t>
            </a:r>
            <a:r>
              <a:rPr sz="2800" spc="254" dirty="0">
                <a:latin typeface="Calibri"/>
                <a:cs typeface="Calibri"/>
              </a:rPr>
              <a:t> </a:t>
            </a:r>
            <a:r>
              <a:rPr sz="2800" dirty="0">
                <a:latin typeface="Calibri"/>
                <a:cs typeface="Calibri"/>
              </a:rPr>
              <a:t>by</a:t>
            </a:r>
            <a:r>
              <a:rPr sz="2800" spc="245" dirty="0">
                <a:latin typeface="Calibri"/>
                <a:cs typeface="Calibri"/>
              </a:rPr>
              <a:t> </a:t>
            </a:r>
            <a:r>
              <a:rPr sz="2800" dirty="0">
                <a:latin typeface="Calibri"/>
                <a:cs typeface="Calibri"/>
              </a:rPr>
              <a:t>week</a:t>
            </a:r>
            <a:r>
              <a:rPr sz="2800" spc="254" dirty="0">
                <a:latin typeface="Calibri"/>
                <a:cs typeface="Calibri"/>
              </a:rPr>
              <a:t> </a:t>
            </a:r>
            <a:r>
              <a:rPr sz="2800" dirty="0">
                <a:latin typeface="Calibri"/>
                <a:cs typeface="Calibri"/>
              </a:rPr>
              <a:t>to</a:t>
            </a:r>
            <a:r>
              <a:rPr sz="2800" spc="254" dirty="0">
                <a:latin typeface="Calibri"/>
                <a:cs typeface="Calibri"/>
              </a:rPr>
              <a:t> </a:t>
            </a:r>
            <a:r>
              <a:rPr sz="2800" dirty="0">
                <a:latin typeface="Calibri"/>
                <a:cs typeface="Calibri"/>
              </a:rPr>
              <a:t>get</a:t>
            </a:r>
            <a:r>
              <a:rPr sz="2800" spc="250" dirty="0">
                <a:latin typeface="Calibri"/>
                <a:cs typeface="Calibri"/>
              </a:rPr>
              <a:t> </a:t>
            </a:r>
            <a:r>
              <a:rPr sz="2800" dirty="0">
                <a:latin typeface="Calibri"/>
                <a:cs typeface="Calibri"/>
              </a:rPr>
              <a:t>the</a:t>
            </a:r>
            <a:r>
              <a:rPr sz="2800" spc="250" dirty="0">
                <a:latin typeface="Calibri"/>
                <a:cs typeface="Calibri"/>
              </a:rPr>
              <a:t> </a:t>
            </a:r>
            <a:r>
              <a:rPr sz="2800" dirty="0">
                <a:latin typeface="Calibri"/>
                <a:cs typeface="Calibri"/>
              </a:rPr>
              <a:t>full</a:t>
            </a:r>
            <a:r>
              <a:rPr sz="2800" spc="250" dirty="0">
                <a:latin typeface="Calibri"/>
                <a:cs typeface="Calibri"/>
              </a:rPr>
              <a:t> </a:t>
            </a:r>
            <a:r>
              <a:rPr sz="2800" dirty="0">
                <a:latin typeface="Calibri"/>
                <a:cs typeface="Calibri"/>
              </a:rPr>
              <a:t>benefit</a:t>
            </a:r>
            <a:r>
              <a:rPr sz="2800" spc="245" dirty="0">
                <a:latin typeface="Calibri"/>
                <a:cs typeface="Calibri"/>
              </a:rPr>
              <a:t> </a:t>
            </a:r>
            <a:r>
              <a:rPr sz="2800" dirty="0">
                <a:latin typeface="Calibri"/>
                <a:cs typeface="Calibri"/>
              </a:rPr>
              <a:t>in</a:t>
            </a:r>
            <a:r>
              <a:rPr sz="2800" spc="254" dirty="0">
                <a:latin typeface="Calibri"/>
                <a:cs typeface="Calibri"/>
              </a:rPr>
              <a:t> </a:t>
            </a:r>
            <a:r>
              <a:rPr sz="2800" spc="-25" dirty="0">
                <a:latin typeface="Calibri"/>
                <a:cs typeface="Calibri"/>
              </a:rPr>
              <a:t>the </a:t>
            </a:r>
            <a:r>
              <a:rPr sz="2800" spc="-10" dirty="0">
                <a:latin typeface="Calibri"/>
                <a:cs typeface="Calibri"/>
              </a:rPr>
              <a:t>tutorial.</a:t>
            </a:r>
            <a:endParaRPr sz="2800">
              <a:latin typeface="Calibri"/>
              <a:cs typeface="Calibri"/>
            </a:endParaRPr>
          </a:p>
          <a:p>
            <a:pPr marL="527050" marR="5080" indent="-514350" algn="just">
              <a:lnSpc>
                <a:spcPts val="3100"/>
              </a:lnSpc>
              <a:spcBef>
                <a:spcPts val="925"/>
              </a:spcBef>
              <a:buAutoNum type="arabicPeriod"/>
              <a:tabLst>
                <a:tab pos="527050" algn="l"/>
              </a:tabLst>
            </a:pPr>
            <a:r>
              <a:rPr sz="2800" dirty="0">
                <a:solidFill>
                  <a:srgbClr val="262EA4"/>
                </a:solidFill>
                <a:latin typeface="Calibri"/>
                <a:cs typeface="Calibri"/>
              </a:rPr>
              <a:t>Each</a:t>
            </a:r>
            <a:r>
              <a:rPr sz="2800" spc="150" dirty="0">
                <a:solidFill>
                  <a:srgbClr val="262EA4"/>
                </a:solidFill>
                <a:latin typeface="Calibri"/>
                <a:cs typeface="Calibri"/>
              </a:rPr>
              <a:t>  </a:t>
            </a:r>
            <a:r>
              <a:rPr sz="2800" dirty="0">
                <a:solidFill>
                  <a:srgbClr val="262EA4"/>
                </a:solidFill>
                <a:latin typeface="Calibri"/>
                <a:cs typeface="Calibri"/>
              </a:rPr>
              <a:t>team</a:t>
            </a:r>
            <a:r>
              <a:rPr sz="2800" spc="150" dirty="0">
                <a:solidFill>
                  <a:srgbClr val="262EA4"/>
                </a:solidFill>
                <a:latin typeface="Calibri"/>
                <a:cs typeface="Calibri"/>
              </a:rPr>
              <a:t>  </a:t>
            </a:r>
            <a:r>
              <a:rPr sz="2800" dirty="0">
                <a:solidFill>
                  <a:srgbClr val="262EA4"/>
                </a:solidFill>
                <a:latin typeface="Calibri"/>
                <a:cs typeface="Calibri"/>
              </a:rPr>
              <a:t>will</a:t>
            </a:r>
            <a:r>
              <a:rPr sz="2800" spc="150" dirty="0">
                <a:solidFill>
                  <a:srgbClr val="262EA4"/>
                </a:solidFill>
                <a:latin typeface="Calibri"/>
                <a:cs typeface="Calibri"/>
              </a:rPr>
              <a:t>  </a:t>
            </a:r>
            <a:r>
              <a:rPr sz="2800" dirty="0">
                <a:solidFill>
                  <a:srgbClr val="262EA4"/>
                </a:solidFill>
                <a:latin typeface="Calibri"/>
                <a:cs typeface="Calibri"/>
              </a:rPr>
              <a:t>solve</a:t>
            </a:r>
            <a:r>
              <a:rPr sz="2800" spc="145" dirty="0">
                <a:solidFill>
                  <a:srgbClr val="262EA4"/>
                </a:solidFill>
                <a:latin typeface="Calibri"/>
                <a:cs typeface="Calibri"/>
              </a:rPr>
              <a:t>  </a:t>
            </a:r>
            <a:r>
              <a:rPr sz="2800" dirty="0">
                <a:solidFill>
                  <a:srgbClr val="262EA4"/>
                </a:solidFill>
                <a:latin typeface="Calibri"/>
                <a:cs typeface="Calibri"/>
              </a:rPr>
              <a:t>each</a:t>
            </a:r>
            <a:r>
              <a:rPr sz="2800" spc="155" dirty="0">
                <a:solidFill>
                  <a:srgbClr val="262EA4"/>
                </a:solidFill>
                <a:latin typeface="Calibri"/>
                <a:cs typeface="Calibri"/>
              </a:rPr>
              <a:t>  </a:t>
            </a:r>
            <a:r>
              <a:rPr sz="2800" dirty="0">
                <a:solidFill>
                  <a:srgbClr val="262EA4"/>
                </a:solidFill>
                <a:latin typeface="Calibri"/>
                <a:cs typeface="Calibri"/>
              </a:rPr>
              <a:t>assignment</a:t>
            </a:r>
            <a:r>
              <a:rPr sz="2800" spc="150" dirty="0">
                <a:solidFill>
                  <a:srgbClr val="262EA4"/>
                </a:solidFill>
                <a:latin typeface="Calibri"/>
                <a:cs typeface="Calibri"/>
              </a:rPr>
              <a:t>  </a:t>
            </a:r>
            <a:r>
              <a:rPr sz="2800" dirty="0">
                <a:solidFill>
                  <a:srgbClr val="262EA4"/>
                </a:solidFill>
                <a:latin typeface="Calibri"/>
                <a:cs typeface="Calibri"/>
              </a:rPr>
              <a:t>together</a:t>
            </a:r>
            <a:r>
              <a:rPr sz="2800" spc="145" dirty="0">
                <a:solidFill>
                  <a:srgbClr val="262EA4"/>
                </a:solidFill>
                <a:latin typeface="Calibri"/>
                <a:cs typeface="Calibri"/>
              </a:rPr>
              <a:t>  </a:t>
            </a:r>
            <a:r>
              <a:rPr sz="2800" dirty="0">
                <a:solidFill>
                  <a:srgbClr val="262EA4"/>
                </a:solidFill>
                <a:latin typeface="Calibri"/>
                <a:cs typeface="Calibri"/>
              </a:rPr>
              <a:t>(starting</a:t>
            </a:r>
            <a:r>
              <a:rPr sz="2800" spc="150" dirty="0">
                <a:solidFill>
                  <a:srgbClr val="262EA4"/>
                </a:solidFill>
                <a:latin typeface="Calibri"/>
                <a:cs typeface="Calibri"/>
              </a:rPr>
              <a:t>  </a:t>
            </a:r>
            <a:r>
              <a:rPr sz="2800" spc="-20" dirty="0">
                <a:solidFill>
                  <a:srgbClr val="262EA4"/>
                </a:solidFill>
                <a:latin typeface="Calibri"/>
                <a:cs typeface="Calibri"/>
              </a:rPr>
              <a:t>from </a:t>
            </a:r>
            <a:r>
              <a:rPr sz="2800" dirty="0">
                <a:solidFill>
                  <a:srgbClr val="262EA4"/>
                </a:solidFill>
                <a:latin typeface="Calibri"/>
                <a:cs typeface="Calibri"/>
              </a:rPr>
              <a:t>lecture</a:t>
            </a:r>
            <a:r>
              <a:rPr sz="2800" spc="-55" dirty="0">
                <a:solidFill>
                  <a:srgbClr val="262EA4"/>
                </a:solidFill>
                <a:latin typeface="Calibri"/>
                <a:cs typeface="Calibri"/>
              </a:rPr>
              <a:t> </a:t>
            </a:r>
            <a:r>
              <a:rPr sz="2800" dirty="0">
                <a:solidFill>
                  <a:srgbClr val="262EA4"/>
                </a:solidFill>
                <a:latin typeface="Calibri"/>
                <a:cs typeface="Calibri"/>
              </a:rPr>
              <a:t>4</a:t>
            </a:r>
            <a:r>
              <a:rPr sz="2800" spc="-45" dirty="0">
                <a:solidFill>
                  <a:srgbClr val="262EA4"/>
                </a:solidFill>
                <a:latin typeface="Calibri"/>
                <a:cs typeface="Calibri"/>
              </a:rPr>
              <a:t> </a:t>
            </a:r>
            <a:r>
              <a:rPr sz="2800" spc="-10" dirty="0">
                <a:solidFill>
                  <a:srgbClr val="262EA4"/>
                </a:solidFill>
                <a:latin typeface="Calibri"/>
                <a:cs typeface="Calibri"/>
              </a:rPr>
              <a:t>assignment).</a:t>
            </a:r>
            <a:endParaRPr sz="2800">
              <a:latin typeface="Calibri"/>
              <a:cs typeface="Calibri"/>
            </a:endParaRPr>
          </a:p>
          <a:p>
            <a:pPr marL="527050" marR="5080" indent="-514350" algn="just">
              <a:lnSpc>
                <a:spcPts val="3000"/>
              </a:lnSpc>
              <a:spcBef>
                <a:spcPts val="985"/>
              </a:spcBef>
              <a:buAutoNum type="arabicPeriod"/>
              <a:tabLst>
                <a:tab pos="527050" algn="l"/>
              </a:tabLst>
            </a:pPr>
            <a:r>
              <a:rPr sz="2800" dirty="0">
                <a:latin typeface="Calibri"/>
                <a:cs typeface="Calibri"/>
              </a:rPr>
              <a:t>Discussion</a:t>
            </a:r>
            <a:r>
              <a:rPr sz="2800" spc="400" dirty="0">
                <a:latin typeface="Calibri"/>
                <a:cs typeface="Calibri"/>
              </a:rPr>
              <a:t>  </a:t>
            </a:r>
            <a:r>
              <a:rPr sz="2800" dirty="0">
                <a:latin typeface="Calibri"/>
                <a:cs typeface="Calibri"/>
              </a:rPr>
              <a:t>with</a:t>
            </a:r>
            <a:r>
              <a:rPr sz="2800" spc="409" dirty="0">
                <a:latin typeface="Calibri"/>
                <a:cs typeface="Calibri"/>
              </a:rPr>
              <a:t>  </a:t>
            </a:r>
            <a:r>
              <a:rPr sz="2800" dirty="0">
                <a:latin typeface="Calibri"/>
                <a:cs typeface="Calibri"/>
              </a:rPr>
              <a:t>the</a:t>
            </a:r>
            <a:r>
              <a:rPr sz="2800" spc="405" dirty="0">
                <a:latin typeface="Calibri"/>
                <a:cs typeface="Calibri"/>
              </a:rPr>
              <a:t>  </a:t>
            </a:r>
            <a:r>
              <a:rPr sz="2800" dirty="0">
                <a:latin typeface="Calibri"/>
                <a:cs typeface="Calibri"/>
              </a:rPr>
              <a:t>TA</a:t>
            </a:r>
            <a:r>
              <a:rPr sz="2800" spc="400" dirty="0">
                <a:latin typeface="Calibri"/>
                <a:cs typeface="Calibri"/>
              </a:rPr>
              <a:t>  </a:t>
            </a:r>
            <a:r>
              <a:rPr sz="2800" dirty="0">
                <a:latin typeface="Calibri"/>
                <a:cs typeface="Calibri"/>
              </a:rPr>
              <a:t>each</a:t>
            </a:r>
            <a:r>
              <a:rPr sz="2800" spc="409" dirty="0">
                <a:latin typeface="Calibri"/>
                <a:cs typeface="Calibri"/>
              </a:rPr>
              <a:t>  </a:t>
            </a:r>
            <a:r>
              <a:rPr sz="2800" dirty="0">
                <a:latin typeface="Calibri"/>
                <a:cs typeface="Calibri"/>
              </a:rPr>
              <a:t>week</a:t>
            </a:r>
            <a:r>
              <a:rPr sz="2800" spc="405" dirty="0">
                <a:latin typeface="Calibri"/>
                <a:cs typeface="Calibri"/>
              </a:rPr>
              <a:t>  </a:t>
            </a:r>
            <a:r>
              <a:rPr sz="2800" dirty="0">
                <a:latin typeface="Calibri"/>
                <a:cs typeface="Calibri"/>
              </a:rPr>
              <a:t>to</a:t>
            </a:r>
            <a:r>
              <a:rPr sz="2800" spc="400" dirty="0">
                <a:latin typeface="Calibri"/>
                <a:cs typeface="Calibri"/>
              </a:rPr>
              <a:t>  </a:t>
            </a:r>
            <a:r>
              <a:rPr sz="2800" dirty="0">
                <a:latin typeface="Calibri"/>
                <a:cs typeface="Calibri"/>
              </a:rPr>
              <a:t>shorten</a:t>
            </a:r>
            <a:r>
              <a:rPr sz="2800" spc="409" dirty="0">
                <a:latin typeface="Calibri"/>
                <a:cs typeface="Calibri"/>
              </a:rPr>
              <a:t>  </a:t>
            </a:r>
            <a:r>
              <a:rPr sz="2800" dirty="0">
                <a:latin typeface="Calibri"/>
                <a:cs typeface="Calibri"/>
              </a:rPr>
              <a:t>the</a:t>
            </a:r>
            <a:r>
              <a:rPr sz="2800" spc="400" dirty="0">
                <a:latin typeface="Calibri"/>
                <a:cs typeface="Calibri"/>
              </a:rPr>
              <a:t>  </a:t>
            </a:r>
            <a:r>
              <a:rPr sz="2800" spc="-10" dirty="0">
                <a:latin typeface="Calibri"/>
                <a:cs typeface="Calibri"/>
              </a:rPr>
              <a:t>project </a:t>
            </a:r>
            <a:r>
              <a:rPr sz="2800" dirty="0">
                <a:latin typeface="Calibri"/>
                <a:cs typeface="Calibri"/>
              </a:rPr>
              <a:t>preparation</a:t>
            </a:r>
            <a:r>
              <a:rPr sz="2800" spc="10" dirty="0">
                <a:latin typeface="Calibri"/>
                <a:cs typeface="Calibri"/>
              </a:rPr>
              <a:t> </a:t>
            </a:r>
            <a:r>
              <a:rPr sz="2800" dirty="0">
                <a:latin typeface="Calibri"/>
                <a:cs typeface="Calibri"/>
              </a:rPr>
              <a:t>duration</a:t>
            </a:r>
            <a:r>
              <a:rPr sz="2800" spc="15" dirty="0">
                <a:latin typeface="Calibri"/>
                <a:cs typeface="Calibri"/>
              </a:rPr>
              <a:t> </a:t>
            </a:r>
            <a:r>
              <a:rPr sz="2800" dirty="0">
                <a:latin typeface="Calibri"/>
                <a:cs typeface="Calibri"/>
              </a:rPr>
              <a:t>before</a:t>
            </a:r>
            <a:r>
              <a:rPr sz="2800" spc="10" dirty="0">
                <a:latin typeface="Calibri"/>
                <a:cs typeface="Calibri"/>
              </a:rPr>
              <a:t> </a:t>
            </a:r>
            <a:r>
              <a:rPr sz="2800" dirty="0">
                <a:latin typeface="Calibri"/>
                <a:cs typeface="Calibri"/>
              </a:rPr>
              <a:t>the</a:t>
            </a:r>
            <a:r>
              <a:rPr sz="2800" spc="10" dirty="0">
                <a:latin typeface="Calibri"/>
                <a:cs typeface="Calibri"/>
              </a:rPr>
              <a:t> </a:t>
            </a:r>
            <a:r>
              <a:rPr sz="2800" dirty="0">
                <a:latin typeface="Calibri"/>
                <a:cs typeface="Calibri"/>
              </a:rPr>
              <a:t>deanline (</a:t>
            </a:r>
            <a:r>
              <a:rPr sz="2800" dirty="0">
                <a:solidFill>
                  <a:srgbClr val="C00000"/>
                </a:solidFill>
                <a:latin typeface="Calibri"/>
                <a:cs typeface="Calibri"/>
              </a:rPr>
              <a:t>you</a:t>
            </a:r>
            <a:r>
              <a:rPr sz="2800" spc="20" dirty="0">
                <a:solidFill>
                  <a:srgbClr val="C00000"/>
                </a:solidFill>
                <a:latin typeface="Calibri"/>
                <a:cs typeface="Calibri"/>
              </a:rPr>
              <a:t> </a:t>
            </a:r>
            <a:r>
              <a:rPr sz="2800" dirty="0">
                <a:solidFill>
                  <a:srgbClr val="C00000"/>
                </a:solidFill>
                <a:latin typeface="Calibri"/>
                <a:cs typeface="Calibri"/>
              </a:rPr>
              <a:t>will</a:t>
            </a:r>
            <a:r>
              <a:rPr sz="2800" spc="15" dirty="0">
                <a:solidFill>
                  <a:srgbClr val="C00000"/>
                </a:solidFill>
                <a:latin typeface="Calibri"/>
                <a:cs typeface="Calibri"/>
              </a:rPr>
              <a:t> </a:t>
            </a:r>
            <a:r>
              <a:rPr sz="2800" dirty="0">
                <a:solidFill>
                  <a:srgbClr val="C00000"/>
                </a:solidFill>
                <a:latin typeface="Calibri"/>
                <a:cs typeface="Calibri"/>
              </a:rPr>
              <a:t>be</a:t>
            </a:r>
            <a:r>
              <a:rPr sz="2800" spc="10" dirty="0">
                <a:solidFill>
                  <a:srgbClr val="C00000"/>
                </a:solidFill>
                <a:latin typeface="Calibri"/>
                <a:cs typeface="Calibri"/>
              </a:rPr>
              <a:t> </a:t>
            </a:r>
            <a:r>
              <a:rPr sz="2800" dirty="0">
                <a:solidFill>
                  <a:srgbClr val="C00000"/>
                </a:solidFill>
                <a:latin typeface="Calibri"/>
                <a:cs typeface="Calibri"/>
              </a:rPr>
              <a:t>busy</a:t>
            </a:r>
            <a:r>
              <a:rPr sz="2800" spc="5" dirty="0">
                <a:solidFill>
                  <a:srgbClr val="C00000"/>
                </a:solidFill>
                <a:latin typeface="Calibri"/>
                <a:cs typeface="Calibri"/>
              </a:rPr>
              <a:t> </a:t>
            </a:r>
            <a:r>
              <a:rPr sz="2800" dirty="0">
                <a:solidFill>
                  <a:srgbClr val="C00000"/>
                </a:solidFill>
                <a:latin typeface="Calibri"/>
                <a:cs typeface="Calibri"/>
              </a:rPr>
              <a:t>with</a:t>
            </a:r>
            <a:r>
              <a:rPr sz="2800" spc="25" dirty="0">
                <a:solidFill>
                  <a:srgbClr val="C00000"/>
                </a:solidFill>
                <a:latin typeface="Calibri"/>
                <a:cs typeface="Calibri"/>
              </a:rPr>
              <a:t> </a:t>
            </a:r>
            <a:r>
              <a:rPr sz="2800" spc="-25" dirty="0">
                <a:solidFill>
                  <a:srgbClr val="C00000"/>
                </a:solidFill>
                <a:latin typeface="Calibri"/>
                <a:cs typeface="Calibri"/>
              </a:rPr>
              <a:t>the </a:t>
            </a:r>
            <a:r>
              <a:rPr sz="2800" spc="-10" dirty="0">
                <a:solidFill>
                  <a:srgbClr val="C00000"/>
                </a:solidFill>
                <a:latin typeface="Calibri"/>
                <a:cs typeface="Calibri"/>
              </a:rPr>
              <a:t>in-</a:t>
            </a:r>
            <a:r>
              <a:rPr sz="2800" dirty="0">
                <a:solidFill>
                  <a:srgbClr val="C00000"/>
                </a:solidFill>
                <a:latin typeface="Calibri"/>
                <a:cs typeface="Calibri"/>
              </a:rPr>
              <a:t>class</a:t>
            </a:r>
            <a:r>
              <a:rPr sz="2800" spc="-5" dirty="0">
                <a:solidFill>
                  <a:srgbClr val="C00000"/>
                </a:solidFill>
                <a:latin typeface="Calibri"/>
                <a:cs typeface="Calibri"/>
              </a:rPr>
              <a:t> </a:t>
            </a:r>
            <a:r>
              <a:rPr sz="2800" spc="-10" dirty="0">
                <a:solidFill>
                  <a:srgbClr val="C00000"/>
                </a:solidFill>
                <a:latin typeface="Calibri"/>
                <a:cs typeface="Calibri"/>
              </a:rPr>
              <a:t>tests</a:t>
            </a:r>
            <a:r>
              <a:rPr sz="2800" spc="-10" dirty="0">
                <a:latin typeface="Calibri"/>
                <a:cs typeface="Calibri"/>
              </a:rPr>
              <a:t>).</a:t>
            </a:r>
            <a:endParaRPr sz="2800">
              <a:latin typeface="Calibri"/>
              <a:cs typeface="Calibri"/>
            </a:endParaRPr>
          </a:p>
          <a:p>
            <a:pPr marL="526415" indent="-513715">
              <a:lnSpc>
                <a:spcPct val="100000"/>
              </a:lnSpc>
              <a:spcBef>
                <a:spcPts val="705"/>
              </a:spcBef>
              <a:buAutoNum type="arabicPeriod"/>
              <a:tabLst>
                <a:tab pos="526415" algn="l"/>
              </a:tabLst>
            </a:pPr>
            <a:r>
              <a:rPr sz="2800" dirty="0">
                <a:solidFill>
                  <a:srgbClr val="262EA4"/>
                </a:solidFill>
                <a:latin typeface="Calibri"/>
                <a:cs typeface="Calibri"/>
              </a:rPr>
              <a:t>Search</a:t>
            </a:r>
            <a:r>
              <a:rPr sz="2800" spc="-75" dirty="0">
                <a:solidFill>
                  <a:srgbClr val="262EA4"/>
                </a:solidFill>
                <a:latin typeface="Calibri"/>
                <a:cs typeface="Calibri"/>
              </a:rPr>
              <a:t> </a:t>
            </a:r>
            <a:r>
              <a:rPr sz="2800" dirty="0">
                <a:solidFill>
                  <a:srgbClr val="262EA4"/>
                </a:solidFill>
                <a:latin typeface="Calibri"/>
                <a:cs typeface="Calibri"/>
              </a:rPr>
              <a:t>the</a:t>
            </a:r>
            <a:r>
              <a:rPr sz="2800" spc="-75" dirty="0">
                <a:solidFill>
                  <a:srgbClr val="262EA4"/>
                </a:solidFill>
                <a:latin typeface="Calibri"/>
                <a:cs typeface="Calibri"/>
              </a:rPr>
              <a:t> </a:t>
            </a:r>
            <a:r>
              <a:rPr sz="2800" dirty="0">
                <a:solidFill>
                  <a:srgbClr val="262EA4"/>
                </a:solidFill>
                <a:latin typeface="Calibri"/>
                <a:cs typeface="Calibri"/>
              </a:rPr>
              <a:t>internet</a:t>
            </a:r>
            <a:r>
              <a:rPr sz="2800" spc="-75" dirty="0">
                <a:solidFill>
                  <a:srgbClr val="262EA4"/>
                </a:solidFill>
                <a:latin typeface="Calibri"/>
                <a:cs typeface="Calibri"/>
              </a:rPr>
              <a:t> </a:t>
            </a:r>
            <a:r>
              <a:rPr sz="2800" spc="-10" dirty="0">
                <a:solidFill>
                  <a:srgbClr val="262EA4"/>
                </a:solidFill>
                <a:latin typeface="Calibri"/>
                <a:cs typeface="Calibri"/>
              </a:rPr>
              <a:t>seriously.</a:t>
            </a:r>
            <a:endParaRPr sz="2800">
              <a:latin typeface="Calibri"/>
              <a:cs typeface="Calibri"/>
            </a:endParaRPr>
          </a:p>
          <a:p>
            <a:pPr marL="526415" indent="-513715">
              <a:lnSpc>
                <a:spcPct val="100000"/>
              </a:lnSpc>
              <a:spcBef>
                <a:spcPts val="625"/>
              </a:spcBef>
              <a:buAutoNum type="arabicPeriod"/>
              <a:tabLst>
                <a:tab pos="526415" algn="l"/>
              </a:tabLst>
            </a:pPr>
            <a:r>
              <a:rPr sz="2800" dirty="0">
                <a:latin typeface="Calibri"/>
                <a:cs typeface="Calibri"/>
              </a:rPr>
              <a:t>Numbers</a:t>
            </a:r>
            <a:r>
              <a:rPr sz="2800" spc="-65" dirty="0">
                <a:latin typeface="Calibri"/>
                <a:cs typeface="Calibri"/>
              </a:rPr>
              <a:t> </a:t>
            </a:r>
            <a:r>
              <a:rPr sz="2800" dirty="0">
                <a:latin typeface="Calibri"/>
                <a:cs typeface="Calibri"/>
              </a:rPr>
              <a:t>and</a:t>
            </a:r>
            <a:r>
              <a:rPr sz="2800" spc="-65" dirty="0">
                <a:latin typeface="Calibri"/>
                <a:cs typeface="Calibri"/>
              </a:rPr>
              <a:t> </a:t>
            </a:r>
            <a:r>
              <a:rPr sz="2800" dirty="0">
                <a:latin typeface="Calibri"/>
                <a:cs typeface="Calibri"/>
              </a:rPr>
              <a:t>its</a:t>
            </a:r>
            <a:r>
              <a:rPr sz="2800" spc="-65" dirty="0">
                <a:latin typeface="Calibri"/>
                <a:cs typeface="Calibri"/>
              </a:rPr>
              <a:t> </a:t>
            </a:r>
            <a:r>
              <a:rPr sz="2800" dirty="0">
                <a:latin typeface="Calibri"/>
                <a:cs typeface="Calibri"/>
              </a:rPr>
              <a:t>relation</a:t>
            </a:r>
            <a:r>
              <a:rPr sz="2800" spc="-65" dirty="0">
                <a:latin typeface="Calibri"/>
                <a:cs typeface="Calibri"/>
              </a:rPr>
              <a:t> </a:t>
            </a:r>
            <a:r>
              <a:rPr sz="2800" dirty="0">
                <a:latin typeface="Calibri"/>
                <a:cs typeface="Calibri"/>
              </a:rPr>
              <a:t>to</a:t>
            </a:r>
            <a:r>
              <a:rPr sz="2800" spc="-65" dirty="0">
                <a:latin typeface="Calibri"/>
                <a:cs typeface="Calibri"/>
              </a:rPr>
              <a:t> </a:t>
            </a:r>
            <a:r>
              <a:rPr sz="2800" dirty="0">
                <a:latin typeface="Calibri"/>
                <a:cs typeface="Calibri"/>
              </a:rPr>
              <a:t>practical</a:t>
            </a:r>
            <a:r>
              <a:rPr sz="2800" spc="-75" dirty="0">
                <a:latin typeface="Calibri"/>
                <a:cs typeface="Calibri"/>
              </a:rPr>
              <a:t> </a:t>
            </a:r>
            <a:r>
              <a:rPr sz="2800" dirty="0">
                <a:latin typeface="Calibri"/>
                <a:cs typeface="Calibri"/>
              </a:rPr>
              <a:t>life</a:t>
            </a:r>
            <a:r>
              <a:rPr sz="2800" spc="-70" dirty="0">
                <a:latin typeface="Calibri"/>
                <a:cs typeface="Calibri"/>
              </a:rPr>
              <a:t> </a:t>
            </a:r>
            <a:r>
              <a:rPr sz="2800" dirty="0">
                <a:latin typeface="Calibri"/>
                <a:cs typeface="Calibri"/>
              </a:rPr>
              <a:t>are</a:t>
            </a:r>
            <a:r>
              <a:rPr sz="2800" spc="-75" dirty="0">
                <a:latin typeface="Calibri"/>
                <a:cs typeface="Calibri"/>
              </a:rPr>
              <a:t> </a:t>
            </a:r>
            <a:r>
              <a:rPr sz="2800" dirty="0">
                <a:latin typeface="Calibri"/>
                <a:cs typeface="Calibri"/>
              </a:rPr>
              <a:t>very</a:t>
            </a:r>
            <a:r>
              <a:rPr sz="2800" spc="-65" dirty="0">
                <a:latin typeface="Calibri"/>
                <a:cs typeface="Calibri"/>
              </a:rPr>
              <a:t> </a:t>
            </a:r>
            <a:r>
              <a:rPr sz="2800" spc="-10" dirty="0">
                <a:latin typeface="Calibri"/>
                <a:cs typeface="Calibri"/>
              </a:rPr>
              <a:t>important.</a:t>
            </a:r>
            <a:endParaRPr sz="2800">
              <a:latin typeface="Calibri"/>
              <a:cs typeface="Calibri"/>
            </a:endParaRPr>
          </a:p>
          <a:p>
            <a:pPr marL="526415" indent="-513715">
              <a:lnSpc>
                <a:spcPct val="100000"/>
              </a:lnSpc>
              <a:spcBef>
                <a:spcPts val="645"/>
              </a:spcBef>
              <a:buAutoNum type="arabicPeriod"/>
              <a:tabLst>
                <a:tab pos="526415" algn="l"/>
              </a:tabLst>
            </a:pPr>
            <a:r>
              <a:rPr sz="2800" dirty="0">
                <a:solidFill>
                  <a:srgbClr val="262EA4"/>
                </a:solidFill>
                <a:latin typeface="Calibri"/>
                <a:cs typeface="Calibri"/>
              </a:rPr>
              <a:t>Do</a:t>
            </a:r>
            <a:r>
              <a:rPr sz="2800" spc="-70" dirty="0">
                <a:solidFill>
                  <a:srgbClr val="262EA4"/>
                </a:solidFill>
                <a:latin typeface="Calibri"/>
                <a:cs typeface="Calibri"/>
              </a:rPr>
              <a:t> </a:t>
            </a:r>
            <a:r>
              <a:rPr sz="2800" dirty="0">
                <a:solidFill>
                  <a:srgbClr val="262EA4"/>
                </a:solidFill>
                <a:latin typeface="Calibri"/>
                <a:cs typeface="Calibri"/>
              </a:rPr>
              <a:t>not</a:t>
            </a:r>
            <a:r>
              <a:rPr sz="2800" spc="-70" dirty="0">
                <a:solidFill>
                  <a:srgbClr val="262EA4"/>
                </a:solidFill>
                <a:latin typeface="Calibri"/>
                <a:cs typeface="Calibri"/>
              </a:rPr>
              <a:t> </a:t>
            </a:r>
            <a:r>
              <a:rPr sz="2800" dirty="0">
                <a:solidFill>
                  <a:srgbClr val="262EA4"/>
                </a:solidFill>
                <a:latin typeface="Calibri"/>
                <a:cs typeface="Calibri"/>
              </a:rPr>
              <a:t>expect</a:t>
            </a:r>
            <a:r>
              <a:rPr sz="2800" spc="-65" dirty="0">
                <a:solidFill>
                  <a:srgbClr val="262EA4"/>
                </a:solidFill>
                <a:latin typeface="Calibri"/>
                <a:cs typeface="Calibri"/>
              </a:rPr>
              <a:t> </a:t>
            </a:r>
            <a:r>
              <a:rPr sz="2800" dirty="0">
                <a:solidFill>
                  <a:srgbClr val="262EA4"/>
                </a:solidFill>
                <a:latin typeface="Calibri"/>
                <a:cs typeface="Calibri"/>
              </a:rPr>
              <a:t>to</a:t>
            </a:r>
            <a:r>
              <a:rPr sz="2800" spc="-70" dirty="0">
                <a:solidFill>
                  <a:srgbClr val="262EA4"/>
                </a:solidFill>
                <a:latin typeface="Calibri"/>
                <a:cs typeface="Calibri"/>
              </a:rPr>
              <a:t> </a:t>
            </a:r>
            <a:r>
              <a:rPr sz="2800" dirty="0">
                <a:solidFill>
                  <a:srgbClr val="262EA4"/>
                </a:solidFill>
                <a:latin typeface="Calibri"/>
                <a:cs typeface="Calibri"/>
              </a:rPr>
              <a:t>respond</a:t>
            </a:r>
            <a:r>
              <a:rPr sz="2800" spc="-70" dirty="0">
                <a:solidFill>
                  <a:srgbClr val="262EA4"/>
                </a:solidFill>
                <a:latin typeface="Calibri"/>
                <a:cs typeface="Calibri"/>
              </a:rPr>
              <a:t> </a:t>
            </a:r>
            <a:r>
              <a:rPr sz="2800" dirty="0">
                <a:solidFill>
                  <a:srgbClr val="262EA4"/>
                </a:solidFill>
                <a:latin typeface="Calibri"/>
                <a:cs typeface="Calibri"/>
              </a:rPr>
              <a:t>immediately</a:t>
            </a:r>
            <a:r>
              <a:rPr sz="2800" spc="-70" dirty="0">
                <a:solidFill>
                  <a:srgbClr val="262EA4"/>
                </a:solidFill>
                <a:latin typeface="Calibri"/>
                <a:cs typeface="Calibri"/>
              </a:rPr>
              <a:t> </a:t>
            </a:r>
            <a:r>
              <a:rPr sz="2800" dirty="0">
                <a:solidFill>
                  <a:srgbClr val="262EA4"/>
                </a:solidFill>
                <a:latin typeface="Calibri"/>
                <a:cs typeface="Calibri"/>
              </a:rPr>
              <a:t>in</a:t>
            </a:r>
            <a:r>
              <a:rPr sz="2800" spc="-65" dirty="0">
                <a:solidFill>
                  <a:srgbClr val="262EA4"/>
                </a:solidFill>
                <a:latin typeface="Calibri"/>
                <a:cs typeface="Calibri"/>
              </a:rPr>
              <a:t> </a:t>
            </a:r>
            <a:r>
              <a:rPr sz="2800" dirty="0">
                <a:solidFill>
                  <a:srgbClr val="C00000"/>
                </a:solidFill>
                <a:latin typeface="Calibri"/>
                <a:cs typeface="Calibri"/>
              </a:rPr>
              <a:t>weired</a:t>
            </a:r>
            <a:r>
              <a:rPr sz="2800" spc="-65" dirty="0">
                <a:solidFill>
                  <a:srgbClr val="C00000"/>
                </a:solidFill>
                <a:latin typeface="Calibri"/>
                <a:cs typeface="Calibri"/>
              </a:rPr>
              <a:t> </a:t>
            </a:r>
            <a:r>
              <a:rPr sz="2800" dirty="0">
                <a:solidFill>
                  <a:srgbClr val="C00000"/>
                </a:solidFill>
                <a:latin typeface="Calibri"/>
                <a:cs typeface="Calibri"/>
              </a:rPr>
              <a:t>timings</a:t>
            </a:r>
            <a:r>
              <a:rPr sz="2800" spc="-60" dirty="0">
                <a:solidFill>
                  <a:srgbClr val="C00000"/>
                </a:solidFill>
                <a:latin typeface="Calibri"/>
                <a:cs typeface="Calibri"/>
              </a:rPr>
              <a:t> </a:t>
            </a:r>
            <a:r>
              <a:rPr sz="2800" spc="-25" dirty="0">
                <a:solidFill>
                  <a:srgbClr val="262EA4"/>
                </a:solidFill>
                <a:latin typeface="Calibri"/>
                <a:cs typeface="Calibri"/>
              </a:rPr>
              <a:t>!!!</a:t>
            </a:r>
            <a:endParaRPr sz="2800">
              <a:latin typeface="Calibri"/>
              <a:cs typeface="Calibri"/>
            </a:endParaRPr>
          </a:p>
        </p:txBody>
      </p:sp>
      <p:pic>
        <p:nvPicPr>
          <p:cNvPr id="5" name="Picture 2">
            <a:extLst>
              <a:ext uri="{FF2B5EF4-FFF2-40B4-BE49-F238E27FC236}">
                <a16:creationId xmlns:a16="http://schemas.microsoft.com/office/drawing/2014/main" id="{D1066686-531A-573E-E67A-BAE8D1469D3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963150" y="0"/>
            <a:ext cx="2228850" cy="12382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088BB-F88B-493E-AE0D-E202E611C76E}"/>
              </a:ext>
            </a:extLst>
          </p:cNvPr>
          <p:cNvSpPr>
            <a:spLocks noGrp="1"/>
          </p:cNvSpPr>
          <p:nvPr>
            <p:ph type="title"/>
          </p:nvPr>
        </p:nvSpPr>
        <p:spPr>
          <a:xfrm>
            <a:off x="131610" y="807407"/>
            <a:ext cx="12462180" cy="1215717"/>
          </a:xfrm>
        </p:spPr>
        <p:txBody>
          <a:bodyPr/>
          <a:lstStyle/>
          <a:p>
            <a:r>
              <a:rPr lang="en-US" sz="3600" b="1" u="sng" spc="80" dirty="0">
                <a:solidFill>
                  <a:srgbClr val="FF0000"/>
                </a:solidFill>
              </a:rPr>
              <a:t>Commonly Used Program and Project Management Tools</a:t>
            </a:r>
            <a:br>
              <a:rPr lang="en-US" b="1" i="0" dirty="0">
                <a:solidFill>
                  <a:srgbClr val="1B1B1B"/>
                </a:solidFill>
                <a:effectLst/>
                <a:latin typeface="museoSans"/>
              </a:rPr>
            </a:br>
            <a:endParaRPr lang="en-US" dirty="0"/>
          </a:p>
        </p:txBody>
      </p:sp>
      <p:sp>
        <p:nvSpPr>
          <p:cNvPr id="3" name="Text Placeholder 2">
            <a:extLst>
              <a:ext uri="{FF2B5EF4-FFF2-40B4-BE49-F238E27FC236}">
                <a16:creationId xmlns:a16="http://schemas.microsoft.com/office/drawing/2014/main" id="{94448B60-0A0C-435C-BD1B-9999F5F56027}"/>
              </a:ext>
            </a:extLst>
          </p:cNvPr>
          <p:cNvSpPr>
            <a:spLocks noGrp="1"/>
          </p:cNvSpPr>
          <p:nvPr>
            <p:ph type="body" idx="1"/>
          </p:nvPr>
        </p:nvSpPr>
        <p:spPr>
          <a:xfrm>
            <a:off x="533400" y="1706411"/>
            <a:ext cx="11658600" cy="4616648"/>
          </a:xfrm>
        </p:spPr>
        <p:txBody>
          <a:bodyPr/>
          <a:lstStyle/>
          <a:p>
            <a:pPr algn="l" fontAlgn="base"/>
            <a:r>
              <a:rPr lang="en-US" sz="2000" b="0" i="0" dirty="0">
                <a:solidFill>
                  <a:srgbClr val="1B1B1B"/>
                </a:solidFill>
                <a:effectLst/>
                <a:latin typeface="museoSans"/>
              </a:rPr>
              <a:t>The best tool for your team depends on your specific needs, project complexity, and team size. Look at this list of tools and services that are commonly used by project and program managers and see if some of them might be useful for you:</a:t>
            </a:r>
          </a:p>
          <a:p>
            <a:pPr algn="l" fontAlgn="base">
              <a:buFont typeface="Arial" panose="020B0604020202020204" pitchFamily="34" charset="0"/>
              <a:buChar char="•"/>
            </a:pPr>
            <a:r>
              <a:rPr lang="en-US" sz="2000" b="1" i="0" dirty="0" err="1">
                <a:solidFill>
                  <a:srgbClr val="1B1B1B"/>
                </a:solidFill>
                <a:effectLst/>
                <a:latin typeface="inherit"/>
              </a:rPr>
              <a:t>TelescopeAI</a:t>
            </a:r>
            <a:r>
              <a:rPr lang="en-US" sz="2000" b="1" i="0" dirty="0">
                <a:solidFill>
                  <a:srgbClr val="1B1B1B"/>
                </a:solidFill>
                <a:effectLst/>
                <a:latin typeface="inherit"/>
              </a:rPr>
              <a:t>:</a:t>
            </a:r>
            <a:r>
              <a:rPr lang="en-US" sz="2000" b="0" i="0" dirty="0">
                <a:solidFill>
                  <a:srgbClr val="1B1B1B"/>
                </a:solidFill>
                <a:effectLst/>
                <a:latin typeface="inherit"/>
              </a:rPr>
              <a:t> Offers data-driven insights to optimize product development and performance.</a:t>
            </a:r>
          </a:p>
          <a:p>
            <a:pPr algn="l" fontAlgn="base">
              <a:buFont typeface="Arial" panose="020B0604020202020204" pitchFamily="34" charset="0"/>
              <a:buChar char="•"/>
            </a:pPr>
            <a:r>
              <a:rPr lang="en-US" sz="2000" b="1" i="0" dirty="0">
                <a:solidFill>
                  <a:srgbClr val="1B1B1B"/>
                </a:solidFill>
                <a:effectLst/>
                <a:latin typeface="inherit"/>
              </a:rPr>
              <a:t>Jira:</a:t>
            </a:r>
            <a:r>
              <a:rPr lang="en-US" sz="2000" b="0" i="0" dirty="0">
                <a:solidFill>
                  <a:srgbClr val="1B1B1B"/>
                </a:solidFill>
                <a:effectLst/>
                <a:latin typeface="inherit"/>
              </a:rPr>
              <a:t> Used by agile teams and famous for its bug-tracking system.</a:t>
            </a:r>
          </a:p>
          <a:p>
            <a:pPr algn="l" fontAlgn="base">
              <a:buFont typeface="Arial" panose="020B0604020202020204" pitchFamily="34" charset="0"/>
              <a:buChar char="•"/>
            </a:pPr>
            <a:r>
              <a:rPr lang="en-US" sz="2000" b="1" i="0" dirty="0">
                <a:solidFill>
                  <a:srgbClr val="1B1B1B"/>
                </a:solidFill>
                <a:effectLst/>
                <a:latin typeface="inherit"/>
              </a:rPr>
              <a:t>Monday.com:</a:t>
            </a:r>
            <a:r>
              <a:rPr lang="en-US" sz="2000" b="0" i="0" dirty="0">
                <a:solidFill>
                  <a:srgbClr val="1B1B1B"/>
                </a:solidFill>
                <a:effectLst/>
                <a:latin typeface="inherit"/>
              </a:rPr>
              <a:t> Offers flexible planning and monitoring capabilities.</a:t>
            </a:r>
          </a:p>
          <a:p>
            <a:pPr algn="l" fontAlgn="base">
              <a:buFont typeface="Arial" panose="020B0604020202020204" pitchFamily="34" charset="0"/>
              <a:buChar char="•"/>
            </a:pPr>
            <a:r>
              <a:rPr lang="en-US" sz="2000" b="1" i="0" dirty="0">
                <a:solidFill>
                  <a:srgbClr val="1B1B1B"/>
                </a:solidFill>
                <a:effectLst/>
                <a:latin typeface="inherit"/>
              </a:rPr>
              <a:t>Wrike:</a:t>
            </a:r>
            <a:r>
              <a:rPr lang="en-US" sz="2000" b="0" i="0" dirty="0">
                <a:solidFill>
                  <a:srgbClr val="1B1B1B"/>
                </a:solidFill>
                <a:effectLst/>
                <a:latin typeface="inherit"/>
              </a:rPr>
              <a:t> Helps manage projects, organize tasks, and collaborate.</a:t>
            </a:r>
          </a:p>
          <a:p>
            <a:pPr algn="l" fontAlgn="base">
              <a:buFont typeface="Arial" panose="020B0604020202020204" pitchFamily="34" charset="0"/>
              <a:buChar char="•"/>
            </a:pPr>
            <a:r>
              <a:rPr lang="en-US" sz="2000" b="1" i="0" dirty="0">
                <a:solidFill>
                  <a:srgbClr val="1B1B1B"/>
                </a:solidFill>
                <a:effectLst/>
                <a:latin typeface="inherit"/>
              </a:rPr>
              <a:t>Asana:</a:t>
            </a:r>
            <a:r>
              <a:rPr lang="en-US" sz="2000" b="0" i="0" dirty="0">
                <a:solidFill>
                  <a:srgbClr val="1B1B1B"/>
                </a:solidFill>
                <a:effectLst/>
                <a:latin typeface="inherit"/>
              </a:rPr>
              <a:t> Known for its user-friendly interface and collaboration features, it is a popular choice for teams of all sizes.</a:t>
            </a:r>
          </a:p>
          <a:p>
            <a:pPr algn="l" fontAlgn="base">
              <a:buFont typeface="Arial" panose="020B0604020202020204" pitchFamily="34" charset="0"/>
              <a:buChar char="•"/>
            </a:pPr>
            <a:r>
              <a:rPr lang="en-US" sz="2000" b="1" i="0" dirty="0">
                <a:solidFill>
                  <a:srgbClr val="1B1B1B"/>
                </a:solidFill>
                <a:effectLst/>
                <a:latin typeface="inherit"/>
              </a:rPr>
              <a:t>Trello:</a:t>
            </a:r>
            <a:r>
              <a:rPr lang="en-US" sz="2000" b="0" i="0" dirty="0">
                <a:solidFill>
                  <a:srgbClr val="1B1B1B"/>
                </a:solidFill>
                <a:effectLst/>
                <a:latin typeface="inherit"/>
              </a:rPr>
              <a:t> Ideal for smaller teams and projects that require a Kanban-style workflow.</a:t>
            </a:r>
          </a:p>
          <a:p>
            <a:pPr algn="l" fontAlgn="base">
              <a:buFont typeface="Arial" panose="020B0604020202020204" pitchFamily="34" charset="0"/>
              <a:buChar char="•"/>
            </a:pPr>
            <a:r>
              <a:rPr lang="en-US" sz="2000" b="1" i="0" dirty="0">
                <a:solidFill>
                  <a:srgbClr val="1B1B1B"/>
                </a:solidFill>
                <a:effectLst/>
                <a:latin typeface="inherit"/>
              </a:rPr>
              <a:t>Smartsheet:</a:t>
            </a:r>
            <a:r>
              <a:rPr lang="en-US" sz="2000" b="0" i="0" dirty="0">
                <a:solidFill>
                  <a:srgbClr val="1B1B1B"/>
                </a:solidFill>
                <a:effectLst/>
                <a:latin typeface="inherit"/>
              </a:rPr>
              <a:t> Provides a spreadsheet-like interface for managing projects, tasks, and workflows.</a:t>
            </a:r>
          </a:p>
          <a:p>
            <a:pPr algn="l" fontAlgn="base">
              <a:buFont typeface="Arial" panose="020B0604020202020204" pitchFamily="34" charset="0"/>
              <a:buChar char="•"/>
            </a:pPr>
            <a:r>
              <a:rPr lang="en-US" sz="2000" b="1" i="0" dirty="0" err="1">
                <a:solidFill>
                  <a:srgbClr val="1B1B1B"/>
                </a:solidFill>
                <a:effectLst/>
                <a:latin typeface="inherit"/>
              </a:rPr>
              <a:t>ClickUp</a:t>
            </a:r>
            <a:r>
              <a:rPr lang="en-US" sz="2000" b="1" i="0" dirty="0">
                <a:solidFill>
                  <a:srgbClr val="1B1B1B"/>
                </a:solidFill>
                <a:effectLst/>
                <a:latin typeface="inherit"/>
              </a:rPr>
              <a:t>:</a:t>
            </a:r>
            <a:r>
              <a:rPr lang="en-US" sz="2000" b="0" i="0" dirty="0">
                <a:solidFill>
                  <a:srgbClr val="1B1B1B"/>
                </a:solidFill>
                <a:effectLst/>
                <a:latin typeface="inherit"/>
              </a:rPr>
              <a:t> A versatile tool with many features, including task management, project management, and document collaboration.</a:t>
            </a:r>
          </a:p>
          <a:p>
            <a:pPr algn="l" fontAlgn="base">
              <a:buFont typeface="Arial" panose="020B0604020202020204" pitchFamily="34" charset="0"/>
              <a:buChar char="•"/>
            </a:pPr>
            <a:r>
              <a:rPr lang="en-US" sz="2000" b="1" i="0" dirty="0">
                <a:solidFill>
                  <a:srgbClr val="1B1B1B"/>
                </a:solidFill>
                <a:effectLst/>
                <a:latin typeface="inherit"/>
              </a:rPr>
              <a:t>Microsoft Project:</a:t>
            </a:r>
            <a:r>
              <a:rPr lang="en-US" sz="2000" b="0" i="0" dirty="0">
                <a:solidFill>
                  <a:srgbClr val="1B1B1B"/>
                </a:solidFill>
                <a:effectLst/>
                <a:latin typeface="inherit"/>
              </a:rPr>
              <a:t> A classic project management tool with Gantt charts and resource allocation capabilities.</a:t>
            </a:r>
          </a:p>
          <a:p>
            <a:endParaRPr lang="en-US" sz="2000" dirty="0"/>
          </a:p>
        </p:txBody>
      </p:sp>
      <p:pic>
        <p:nvPicPr>
          <p:cNvPr id="4" name="Picture 2">
            <a:extLst>
              <a:ext uri="{FF2B5EF4-FFF2-40B4-BE49-F238E27FC236}">
                <a16:creationId xmlns:a16="http://schemas.microsoft.com/office/drawing/2014/main" id="{CE0D14E0-1E57-60FC-0CA5-0CDC1B6DC1D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73793" y="0"/>
            <a:ext cx="1618207" cy="8990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0076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315</TotalTime>
  <Words>5274</Words>
  <Application>Microsoft Office PowerPoint</Application>
  <PresentationFormat>Widescreen</PresentationFormat>
  <Paragraphs>383</Paragraphs>
  <Slides>33</Slides>
  <Notes>12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33</vt:i4>
      </vt:variant>
    </vt:vector>
  </HeadingPairs>
  <TitlesOfParts>
    <vt:vector size="43" baseType="lpstr">
      <vt:lpstr>Arial</vt:lpstr>
      <vt:lpstr>Arial MT</vt:lpstr>
      <vt:lpstr>Calibri</vt:lpstr>
      <vt:lpstr>Calibri Light</vt:lpstr>
      <vt:lpstr>Georgia</vt:lpstr>
      <vt:lpstr>Google Sans</vt:lpstr>
      <vt:lpstr>inherit</vt:lpstr>
      <vt:lpstr>museoSans</vt:lpstr>
      <vt:lpstr>Nunito</vt:lpstr>
      <vt:lpstr>Office Theme</vt:lpstr>
      <vt:lpstr>Project Management for computer engineers</vt:lpstr>
      <vt:lpstr>Course staff &amp; timing</vt:lpstr>
      <vt:lpstr>Course Assessment</vt:lpstr>
      <vt:lpstr>Text book</vt:lpstr>
      <vt:lpstr>References</vt:lpstr>
      <vt:lpstr>Course Objectives</vt:lpstr>
      <vt:lpstr>PowerPoint Presentation</vt:lpstr>
      <vt:lpstr>Contents</vt:lpstr>
      <vt:lpstr>Definitions (1/2)</vt:lpstr>
      <vt:lpstr>Definitions (2/2)</vt:lpstr>
      <vt:lpstr>Characteristics of project</vt:lpstr>
      <vt:lpstr>What a Project Is Not ?</vt:lpstr>
      <vt:lpstr>Examples</vt:lpstr>
      <vt:lpstr>Program versus Project</vt:lpstr>
      <vt:lpstr>What is a Proqram versus Project? </vt:lpstr>
      <vt:lpstr>What is a Proqram versus Project? </vt:lpstr>
      <vt:lpstr>Comparison of Routine Work with Projects</vt:lpstr>
      <vt:lpstr>Project Life Cycle</vt:lpstr>
      <vt:lpstr>Project Life Cycle (1/2)</vt:lpstr>
      <vt:lpstr>Project Life Cycle (2/2)</vt:lpstr>
      <vt:lpstr>Program vs Project Manager Skills </vt:lpstr>
      <vt:lpstr>Importance of project management (1/3)</vt:lpstr>
      <vt:lpstr>Importance of project management (2/3)</vt:lpstr>
      <vt:lpstr>Importance of project management (3/3)</vt:lpstr>
      <vt:lpstr>Why is Project Management Important? </vt:lpstr>
      <vt:lpstr>Who uses Project Management? </vt:lpstr>
      <vt:lpstr>Challenge of Project Management (PM): Project Manager</vt:lpstr>
      <vt:lpstr>Current Drivers of Project Management</vt:lpstr>
      <vt:lpstr>Project Management Today: A Socio-Technical Approach</vt:lpstr>
      <vt:lpstr>Examples of Projects</vt:lpstr>
      <vt:lpstr>Exercise</vt:lpstr>
      <vt:lpstr>Assignments “Important Points to consider”</vt:lpstr>
      <vt:lpstr>Commonly Used Program and Project Management Tools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Engineering Project Management</dc:title>
  <dc:creator>BASHA</dc:creator>
  <cp:lastModifiedBy>Zahraa.Ismail</cp:lastModifiedBy>
  <cp:revision>44</cp:revision>
  <dcterms:created xsi:type="dcterms:W3CDTF">2025-07-31T07:37:17Z</dcterms:created>
  <dcterms:modified xsi:type="dcterms:W3CDTF">2025-09-21T11:27:28Z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2024-02-14T00:00:00Z</vt:filetime>
  </property>
  <property fmtid="{D5CDD505-2E9C-101B-9397-08002B2CF9AE}" pid="3" name="LastSaved">
    <vt:filetime>2025-07-31T00:00:00Z</vt:filetime>
  </property>
  <property fmtid="{D5CDD505-2E9C-101B-9397-08002B2CF9AE}" pid="4" name="Producer">
    <vt:lpwstr>macOS Version 12.2.1 (Build 21D62) Quartz PDFContext</vt:lpwstr>
  </property>
</Properties>
</file>
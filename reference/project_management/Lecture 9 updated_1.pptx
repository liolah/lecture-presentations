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75" r:id="rId5"/>
    <p:sldId id="259" r:id="rId6"/>
    <p:sldId id="260" r:id="rId7"/>
    <p:sldId id="261" r:id="rId8"/>
    <p:sldId id="262" r:id="rId9"/>
    <p:sldId id="277" r:id="rId10"/>
    <p:sldId id="263" r:id="rId11"/>
    <p:sldId id="264" r:id="rId12"/>
    <p:sldId id="265" r:id="rId13"/>
    <p:sldId id="266" r:id="rId14"/>
    <p:sldId id="278" r:id="rId15"/>
    <p:sldId id="267" r:id="rId16"/>
    <p:sldId id="268" r:id="rId17"/>
    <p:sldId id="269" r:id="rId18"/>
    <p:sldId id="283" r:id="rId19"/>
    <p:sldId id="270" r:id="rId20"/>
    <p:sldId id="271" r:id="rId21"/>
    <p:sldId id="272" r:id="rId22"/>
    <p:sldId id="273" r:id="rId2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043" autoAdjust="0"/>
  </p:normalViewPr>
  <p:slideViewPr>
    <p:cSldViewPr>
      <p:cViewPr varScale="1">
        <p:scale>
          <a:sx n="71" d="100"/>
          <a:sy n="71" d="100"/>
        </p:scale>
        <p:origin x="1266"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33441A3-FA00-4F75-93C9-DEC6E797D9C1}" type="datetimeFigureOut">
              <a:rPr lang="en-US" smtClean="0"/>
              <a:t>11/25/2025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F918B81-DC6B-4E2C-9C70-C8AD005D2748}" type="slidenum">
              <a:rPr lang="en-US" smtClean="0"/>
              <a:t>‹#›</a:t>
            </a:fld>
            <a:endParaRPr lang="en-US"/>
          </a:p>
        </p:txBody>
      </p:sp>
    </p:spTree>
    <p:extLst>
      <p:ext uri="{BB962C8B-B14F-4D97-AF65-F5344CB8AC3E}">
        <p14:creationId xmlns:p14="http://schemas.microsoft.com/office/powerpoint/2010/main" val="2076370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ياس الأداء الفني مهم بنفس قدر أهمية قياس أداء الجدول الزمني والتكلفة. </a:t>
            </a:r>
            <a:br>
              <a:rPr lang="ar-EG" dirty="0"/>
            </a:br>
            <a:r>
              <a:rPr lang="ar-EG" sz="1200" b="0" i="0" kern="1200" dirty="0">
                <a:solidFill>
                  <a:schemeClr val="tx1"/>
                </a:solidFill>
                <a:effectLst/>
                <a:latin typeface="+mn-lt"/>
                <a:ea typeface="+mn-ea"/>
                <a:cs typeface="+mn-cs"/>
              </a:rPr>
              <a:t>غالبًا ما يتم تقييم الأداء الفني لنظام أو منشأة أو منتج من خلال فحص المستندات الموجودة في بيان نطاق العمل و/أو وثائق حزمة العمل. يجب أن تحدد هذه المستندات المعايير وحدود التسامح التي يمكن من خلالها قياس الأداء. غالبًا ما تُجرى اختبارات على أبعاد مختلفة من الأداء. تصبح هذه الاختبارات جزءًا لا يتجزأ من جدول المشروع. </a:t>
            </a:r>
            <a:br>
              <a:rPr lang="ar-EG" dirty="0"/>
            </a:br>
            <a:r>
              <a:rPr lang="ar-EG" sz="1200" b="0" i="0" kern="1200" dirty="0">
                <a:solidFill>
                  <a:schemeClr val="tx1"/>
                </a:solidFill>
                <a:effectLst/>
                <a:latin typeface="+mn-lt"/>
                <a:ea typeface="+mn-ea"/>
                <a:cs typeface="+mn-cs"/>
              </a:rPr>
              <a:t>من الصعب جدًا تحديد كيفية قياس الأداء الفني لأنه يعتمد على طبيعة المشروع. يكفي القول إنه يجب قياس الأداء الفني. غالبًا ما يكون الأداء الفني هو المجال الذي تحتاج فيه عمليات مراقبة الجودة ويتم استخدامه. يجب على مديري المشاريع أن يكونوا مبدعين في إيجاد طرق للتحكم في هذا المجال المهم جدًا.</a:t>
            </a:r>
            <a:endParaRPr lang="en-US" dirty="0"/>
          </a:p>
        </p:txBody>
      </p:sp>
      <p:sp>
        <p:nvSpPr>
          <p:cNvPr id="4" name="Slide Number Placeholder 3"/>
          <p:cNvSpPr>
            <a:spLocks noGrp="1"/>
          </p:cNvSpPr>
          <p:nvPr>
            <p:ph type="sldNum" sz="quarter" idx="5"/>
          </p:nvPr>
        </p:nvSpPr>
        <p:spPr/>
        <p:txBody>
          <a:bodyPr/>
          <a:lstStyle/>
          <a:p>
            <a:fld id="{1F918B81-DC6B-4E2C-9C70-C8AD005D2748}" type="slidenum">
              <a:rPr lang="en-US" smtClean="0"/>
              <a:t>6</a:t>
            </a:fld>
            <a:endParaRPr lang="en-US"/>
          </a:p>
        </p:txBody>
      </p:sp>
    </p:spTree>
    <p:extLst>
      <p:ext uri="{BB962C8B-B14F-4D97-AF65-F5344CB8AC3E}">
        <p14:creationId xmlns:p14="http://schemas.microsoft.com/office/powerpoint/2010/main" val="1697393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يمكن التعرف بسهولة على التغييرات الكبيرة في نطاق المشروع. المشكلة تكمن في "التحسينات الطفيفة" التي تتراكم في نهاية المطاف لتصبح تغييرات كبيرة في النطاق وقد تسبب مشكلات. تُعرف هذه التحسينات الصغيرة في هذا المجال باسم تمدد النطاق.</a:t>
            </a:r>
            <a:br>
              <a:rPr lang="ar-EG" dirty="0"/>
            </a:br>
            <a:r>
              <a:rPr lang="ar-EG" sz="1200" b="0" i="0" kern="1200" dirty="0">
                <a:solidFill>
                  <a:schemeClr val="tx1"/>
                </a:solidFill>
                <a:effectLst/>
                <a:latin typeface="+mn-lt"/>
                <a:ea typeface="+mn-ea"/>
                <a:cs typeface="+mn-cs"/>
              </a:rPr>
              <a:t>.</a:t>
            </a:r>
            <a:br>
              <a:rPr lang="ar-EG" dirty="0"/>
            </a:br>
            <a:r>
              <a:rPr lang="ar-EG" sz="1200" b="0" i="0" kern="1200" dirty="0">
                <a:solidFill>
                  <a:schemeClr val="tx1"/>
                </a:solidFill>
                <a:effectLst/>
                <a:latin typeface="+mn-lt"/>
                <a:ea typeface="+mn-ea"/>
                <a:cs typeface="+mn-cs"/>
              </a:rPr>
              <a:t>تمدد النطاق شائع في المراحل المبكرة من المشاريع؛ خاصة في مشاريع تطوير المنتجات الجديدة.</a:t>
            </a:r>
            <a:br>
              <a:rPr lang="ar-EG" dirty="0"/>
            </a:br>
            <a:r>
              <a:rPr lang="ar-EG" sz="1200" b="0" i="0" kern="1200" dirty="0">
                <a:solidFill>
                  <a:schemeClr val="tx1"/>
                </a:solidFill>
                <a:effectLst/>
                <a:latin typeface="+mn-lt"/>
                <a:ea typeface="+mn-ea"/>
                <a:cs typeface="+mn-cs"/>
              </a:rPr>
              <a:t>غالبًا ما تكون هذه التغييرات صغيرة ولا يلاحظها أحد حتى يتم ملاحظة تأخيرات في الوقت أو تجاوز التكاليف.</a:t>
            </a:r>
            <a:br>
              <a:rPr lang="ar-EG" dirty="0"/>
            </a:br>
            <a:r>
              <a:rPr lang="ar-EG" sz="1200" b="0" i="0" kern="1200" dirty="0">
                <a:solidFill>
                  <a:schemeClr val="tx1"/>
                </a:solidFill>
                <a:effectLst/>
                <a:latin typeface="+mn-lt"/>
                <a:ea typeface="+mn-ea"/>
                <a:cs typeface="+mn-cs"/>
              </a:rPr>
              <a:t>يمس تمدد النطاق المؤسسة وفريق المشروع والموردين.</a:t>
            </a:r>
            <a:endParaRPr lang="en-US" dirty="0"/>
          </a:p>
        </p:txBody>
      </p:sp>
      <p:sp>
        <p:nvSpPr>
          <p:cNvPr id="4" name="Slide Number Placeholder 3"/>
          <p:cNvSpPr>
            <a:spLocks noGrp="1"/>
          </p:cNvSpPr>
          <p:nvPr>
            <p:ph type="sldNum" sz="quarter" idx="5"/>
          </p:nvPr>
        </p:nvSpPr>
        <p:spPr/>
        <p:txBody>
          <a:bodyPr/>
          <a:lstStyle/>
          <a:p>
            <a:fld id="{1F918B81-DC6B-4E2C-9C70-C8AD005D2748}" type="slidenum">
              <a:rPr lang="en-US" smtClean="0"/>
              <a:t>7</a:t>
            </a:fld>
            <a:endParaRPr lang="en-US"/>
          </a:p>
        </p:txBody>
      </p:sp>
    </p:spTree>
    <p:extLst>
      <p:ext uri="{BB962C8B-B14F-4D97-AF65-F5344CB8AC3E}">
        <p14:creationId xmlns:p14="http://schemas.microsoft.com/office/powerpoint/2010/main" val="3391128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أفضل دفاع ضد توسع النطاق هو إما: بيان نطاق محدد بشكل جيد. تعتبر بيانات النطاق السيئة أحد الأسباب الرئيسية لتوسع النطاق. توضيح ما ليس عليه المشروع، مما يمكن أن يجنب سوء الفهم لاحقًا. التغييرات على النطاق مسموح بها فقط إذا: كان من الواضح أن المشروع سيفشل بدون التغيير. سيتم تحسين المشروع بشكل كبير مع التغيير. العميل يرغب في ذلك وسيقوم بالدفع مقابل ذلك.</a:t>
            </a:r>
            <a:endParaRPr lang="en-US" dirty="0"/>
          </a:p>
        </p:txBody>
      </p:sp>
      <p:sp>
        <p:nvSpPr>
          <p:cNvPr id="4" name="Slide Number Placeholder 3"/>
          <p:cNvSpPr>
            <a:spLocks noGrp="1"/>
          </p:cNvSpPr>
          <p:nvPr>
            <p:ph type="sldNum" sz="quarter" idx="5"/>
          </p:nvPr>
        </p:nvSpPr>
        <p:spPr/>
        <p:txBody>
          <a:bodyPr/>
          <a:lstStyle/>
          <a:p>
            <a:fld id="{1F918B81-DC6B-4E2C-9C70-C8AD005D2748}" type="slidenum">
              <a:rPr lang="en-US" smtClean="0"/>
              <a:t>8</a:t>
            </a:fld>
            <a:endParaRPr lang="en-US"/>
          </a:p>
        </p:txBody>
      </p:sp>
    </p:spTree>
    <p:extLst>
      <p:ext uri="{BB962C8B-B14F-4D97-AF65-F5344CB8AC3E}">
        <p14:creationId xmlns:p14="http://schemas.microsoft.com/office/powerpoint/2010/main" val="2094498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طبيعي</a:t>
            </a:r>
            <a:br>
              <a:rPr lang="ar-EG" dirty="0"/>
            </a:br>
            <a:r>
              <a:rPr lang="ar-EG" sz="1200" b="0" i="0" kern="1200" dirty="0">
                <a:solidFill>
                  <a:schemeClr val="tx1"/>
                </a:solidFill>
                <a:effectLst/>
                <a:latin typeface="+mn-lt"/>
                <a:ea typeface="+mn-ea"/>
                <a:cs typeface="+mn-cs"/>
              </a:rPr>
              <a:t>مبكر</a:t>
            </a:r>
            <a:br>
              <a:rPr lang="ar-EG" dirty="0"/>
            </a:br>
            <a:br>
              <a:rPr lang="ar-EG" dirty="0"/>
            </a:br>
            <a:r>
              <a:rPr lang="ar-EG" sz="1200" b="0" i="0" kern="1200" dirty="0">
                <a:solidFill>
                  <a:schemeClr val="tx1"/>
                </a:solidFill>
                <a:effectLst/>
                <a:latin typeface="+mn-lt"/>
                <a:ea typeface="+mn-ea"/>
                <a:cs typeface="+mn-cs"/>
              </a:rPr>
              <a:t>دائم: بعض المشاريع لا يبدو أن تنتهي أبدًا. السمة الرئيسية لهذا النوع من المشاريع هي الإضافات المستمرة، مما يشير إلى تحديد نطاق المشروع بشكل ضعيف.</a:t>
            </a:r>
            <a:br>
              <a:rPr lang="ar-EG" dirty="0"/>
            </a:br>
            <a:br>
              <a:rPr lang="ar-EG" dirty="0"/>
            </a:br>
            <a:r>
              <a:rPr lang="ar-EG" sz="1200" b="0" i="0" kern="1200" dirty="0">
                <a:solidFill>
                  <a:schemeClr val="tx1"/>
                </a:solidFill>
                <a:effectLst/>
                <a:latin typeface="+mn-lt"/>
                <a:ea typeface="+mn-ea"/>
                <a:cs typeface="+mn-cs"/>
              </a:rPr>
              <a:t>مشروع فاشل: يجب بذل كل جهد ممكن لتوضيح الأسباب التقنية (أو غيرها) لإنهاء المشروع.</a:t>
            </a:r>
            <a:br>
              <a:rPr lang="ar-EG" dirty="0"/>
            </a:br>
            <a:br>
              <a:rPr lang="ar-EG" dirty="0"/>
            </a:br>
            <a:r>
              <a:rPr lang="ar-EG" sz="1200" b="0" i="0" kern="1200" dirty="0">
                <a:solidFill>
                  <a:schemeClr val="tx1"/>
                </a:solidFill>
                <a:effectLst/>
                <a:latin typeface="+mn-lt"/>
                <a:ea typeface="+mn-ea"/>
                <a:cs typeface="+mn-cs"/>
              </a:rPr>
              <a:t>تغير الأولويات: على سبيل المثال، خلال الأزمة المالية في 10/2008، حولت المؤسسات تركيزها من المشاريع التي تهدف إلى جني الأرباح إلى المشاريع التي تهدف إلى خفض التكاليف.</a:t>
            </a:r>
            <a:endParaRPr lang="en-US" dirty="0"/>
          </a:p>
        </p:txBody>
      </p:sp>
      <p:sp>
        <p:nvSpPr>
          <p:cNvPr id="4" name="Slide Number Placeholder 3"/>
          <p:cNvSpPr>
            <a:spLocks noGrp="1"/>
          </p:cNvSpPr>
          <p:nvPr>
            <p:ph type="sldNum" sz="quarter" idx="5"/>
          </p:nvPr>
        </p:nvSpPr>
        <p:spPr/>
        <p:txBody>
          <a:bodyPr/>
          <a:lstStyle/>
          <a:p>
            <a:fld id="{1F918B81-DC6B-4E2C-9C70-C8AD005D2748}" type="slidenum">
              <a:rPr lang="en-US" smtClean="0"/>
              <a:t>11</a:t>
            </a:fld>
            <a:endParaRPr lang="en-US"/>
          </a:p>
        </p:txBody>
      </p:sp>
    </p:spTree>
    <p:extLst>
      <p:ext uri="{BB962C8B-B14F-4D97-AF65-F5344CB8AC3E}">
        <p14:creationId xmlns:p14="http://schemas.microsoft.com/office/powerpoint/2010/main" val="4223077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لغرض من تقييم المشروع هو تقييم مدى كفاءة فريق المشروع، وأعضاء الفريق، ومدير المشروع في أدائهم. تقييم الفريق: يعد تقييم الأداء أمرًا ضروريًا لتشجيع التغييرات في السلوك ودعم تطوير مسار الفرد المهني والتحسين المستمر من خلال التعلم التنظيمي. قبل أن يكون تقييم فريق المشروع فعالًا ومفيدًا، هناك بعض الظروف النموذجية التي يتم سردها هنا على شكل أسئلة: هل توجد معايير لقياس الأداء؟ (لا يمكنك إدارة ما لا يمكنك قياسه). هل الأهداف واضحة للفريق والأفراد؟ هل هي تحدٍ صعب؟ قابلة للتحقيق؟ تؤدي إلى نتائج إيجابية؟ هل يعرف جميع أعضاء الفريق المسؤوليات الفردية والجماعية ومعايير الأداء؟ هل المكافآت للفريق كافية؟ هل ترسل إشارة واضحة بأن الإدارة العليا تعتقد أن التآزر بين الفرق مهم؟ هل هناك مسار وظيفي واضح لمديري المشاريع الناجحين؟ هل تم تمكين الفريق لإدارة الصعوبات قصيرة المدى؟</a:t>
            </a:r>
            <a:endParaRPr lang="en-US" dirty="0"/>
          </a:p>
        </p:txBody>
      </p:sp>
      <p:sp>
        <p:nvSpPr>
          <p:cNvPr id="4" name="Slide Number Placeholder 3"/>
          <p:cNvSpPr>
            <a:spLocks noGrp="1"/>
          </p:cNvSpPr>
          <p:nvPr>
            <p:ph type="sldNum" sz="quarter" idx="5"/>
          </p:nvPr>
        </p:nvSpPr>
        <p:spPr/>
        <p:txBody>
          <a:bodyPr/>
          <a:lstStyle/>
          <a:p>
            <a:fld id="{1F918B81-DC6B-4E2C-9C70-C8AD005D2748}" type="slidenum">
              <a:rPr lang="en-US" smtClean="0"/>
              <a:t>15</a:t>
            </a:fld>
            <a:endParaRPr lang="en-US"/>
          </a:p>
        </p:txBody>
      </p:sp>
    </p:spTree>
    <p:extLst>
      <p:ext uri="{BB962C8B-B14F-4D97-AF65-F5344CB8AC3E}">
        <p14:creationId xmlns:p14="http://schemas.microsoft.com/office/powerpoint/2010/main" val="936185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مراجعات أداء الفرد وعضو الفريق ومدير المشروع:</a:t>
            </a:r>
            <a:br>
              <a:rPr lang="ar-EG" dirty="0"/>
            </a:br>
            <a:r>
              <a:rPr lang="ar-EG" sz="1200" b="0" i="0" kern="1200" dirty="0">
                <a:solidFill>
                  <a:schemeClr val="tx1"/>
                </a:solidFill>
                <a:effectLst/>
                <a:latin typeface="+mn-lt"/>
                <a:ea typeface="+mn-ea"/>
                <a:cs typeface="+mn-cs"/>
              </a:rPr>
              <a:t>تختلف المنظمات في مدى مشاركة مديري المشاريع لديهم في عملية تقييم أعضاء الفريق (اعتمادًا على ثقافة المنظمة).</a:t>
            </a:r>
            <a:br>
              <a:rPr lang="ar-EG" dirty="0"/>
            </a:br>
            <a:r>
              <a:rPr lang="ar-EG" sz="1200" b="0" i="0" kern="1200" dirty="0">
                <a:solidFill>
                  <a:schemeClr val="tx1"/>
                </a:solidFill>
                <a:effectLst/>
                <a:latin typeface="+mn-lt"/>
                <a:ea typeface="+mn-ea"/>
                <a:cs typeface="+mn-cs"/>
              </a:rPr>
              <a:t>واحدة من العمليات التي يبدو أنها تكتسب قبولًا أوسع هي التقييم متعدد المقيمين أو "تغذية راجعة 360 درجة"؛ بما في ذلك التقييم الذاتي للموظف.</a:t>
            </a:r>
            <a:br>
              <a:rPr lang="ar-EG" dirty="0"/>
            </a:br>
            <a:r>
              <a:rPr lang="ar-EG" sz="1200" b="0" i="0" kern="1200" dirty="0">
                <a:solidFill>
                  <a:schemeClr val="tx1"/>
                </a:solidFill>
                <a:effectLst/>
                <a:latin typeface="+mn-lt"/>
                <a:ea typeface="+mn-ea"/>
                <a:cs typeface="+mn-cs"/>
              </a:rPr>
              <a:t>عادةً ما تقوم تقييمات الأداء بتلبية وظيفتين مهمتين:</a:t>
            </a:r>
            <a:br>
              <a:rPr lang="ar-EG" dirty="0"/>
            </a:br>
            <a:r>
              <a:rPr lang="ar-EG" sz="1200" b="0" i="0" kern="1200" dirty="0">
                <a:solidFill>
                  <a:schemeClr val="tx1"/>
                </a:solidFill>
                <a:effectLst/>
                <a:latin typeface="+mn-lt"/>
                <a:ea typeface="+mn-ea"/>
                <a:cs typeface="+mn-cs"/>
              </a:rPr>
              <a:t>طبيعية تطويرية: يتركز الاهتمام على تحديد نقاط القوة والضعف الفردية ووضع خطط عمل لتحسين الأداء.</a:t>
            </a:r>
            <a:br>
              <a:rPr lang="ar-EG" dirty="0"/>
            </a:br>
            <a:r>
              <a:rPr lang="ar-EG" sz="1200" b="0" i="0" kern="1200" dirty="0">
                <a:solidFill>
                  <a:schemeClr val="tx1"/>
                </a:solidFill>
                <a:effectLst/>
                <a:latin typeface="+mn-lt"/>
                <a:ea typeface="+mn-ea"/>
                <a:cs typeface="+mn-cs"/>
              </a:rPr>
              <a:t>تقييمية وتشمل تقدير مدى أداء الشخص لتحديد الرواتب أو التعديلات المتعلقة بالاستحقاق.</a:t>
            </a:r>
            <a:endParaRPr lang="en-US" dirty="0"/>
          </a:p>
        </p:txBody>
      </p:sp>
      <p:sp>
        <p:nvSpPr>
          <p:cNvPr id="4" name="Slide Number Placeholder 3"/>
          <p:cNvSpPr>
            <a:spLocks noGrp="1"/>
          </p:cNvSpPr>
          <p:nvPr>
            <p:ph type="sldNum" sz="quarter" idx="5"/>
          </p:nvPr>
        </p:nvSpPr>
        <p:spPr/>
        <p:txBody>
          <a:bodyPr/>
          <a:lstStyle/>
          <a:p>
            <a:fld id="{1F918B81-DC6B-4E2C-9C70-C8AD005D2748}" type="slidenum">
              <a:rPr lang="en-US" smtClean="0"/>
              <a:t>16</a:t>
            </a:fld>
            <a:endParaRPr lang="en-US"/>
          </a:p>
        </p:txBody>
      </p:sp>
    </p:spTree>
    <p:extLst>
      <p:ext uri="{BB962C8B-B14F-4D97-AF65-F5344CB8AC3E}">
        <p14:creationId xmlns:p14="http://schemas.microsoft.com/office/powerpoint/2010/main" val="1027417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يحتاج مدير المشروع إلى الجلوس مع كل عضو في الفريق لمناقشة أدائه. بعض النصائح العامة لإجراء تقييمات الأداء:</a:t>
            </a:r>
            <a:br>
              <a:rPr lang="ar-EG" dirty="0"/>
            </a:br>
            <a:r>
              <a:rPr lang="ar-EG" sz="1200" b="0" i="0" kern="1200" dirty="0">
                <a:solidFill>
                  <a:schemeClr val="tx1"/>
                </a:solidFill>
                <a:effectLst/>
                <a:latin typeface="+mn-lt"/>
                <a:ea typeface="+mn-ea"/>
                <a:cs typeface="+mn-cs"/>
              </a:rPr>
              <a:t>ابدأ دائمًا العملية بسؤال الفرد عن تقييمه لمساهماته في المشروع.</a:t>
            </a:r>
            <a:br>
              <a:rPr lang="ar-EG" dirty="0"/>
            </a:br>
            <a:r>
              <a:rPr lang="ar-EG" sz="1200" b="0" i="0" kern="1200" dirty="0">
                <a:solidFill>
                  <a:schemeClr val="tx1"/>
                </a:solidFill>
                <a:effectLst/>
                <a:latin typeface="+mn-lt"/>
                <a:ea typeface="+mn-ea"/>
                <a:cs typeface="+mn-cs"/>
              </a:rPr>
              <a:t>قد يزودك هذا النهج بمعلومات قيمة لم تكن على علم بها.</a:t>
            </a:r>
            <a:br>
              <a:rPr lang="ar-EG" dirty="0"/>
            </a:br>
            <a:r>
              <a:rPr lang="ar-EG" sz="1200" b="0" i="0" kern="1200" dirty="0">
                <a:solidFill>
                  <a:schemeClr val="tx1"/>
                </a:solidFill>
                <a:effectLst/>
                <a:latin typeface="+mn-lt"/>
                <a:ea typeface="+mn-ea"/>
                <a:cs typeface="+mn-cs"/>
              </a:rPr>
              <a:t>قد يوفر إنذارًا مبكرًا في الحالات التي يكون فيها تفاوت في التقييمات.</a:t>
            </a:r>
            <a:br>
              <a:rPr lang="ar-EG" dirty="0"/>
            </a:br>
            <a:r>
              <a:rPr lang="ar-EG" sz="1200" b="0" i="0" kern="1200" dirty="0">
                <a:solidFill>
                  <a:schemeClr val="tx1"/>
                </a:solidFill>
                <a:effectLst/>
                <a:latin typeface="+mn-lt"/>
                <a:ea typeface="+mn-ea"/>
                <a:cs typeface="+mn-cs"/>
              </a:rPr>
              <a:t>يُقلل من الطبيعة الحكمية للنقاش.</a:t>
            </a:r>
            <a:br>
              <a:rPr lang="ar-EG" dirty="0"/>
            </a:br>
            <a:r>
              <a:rPr lang="ar-EG" sz="1200" b="0" i="0" kern="1200" dirty="0">
                <a:solidFill>
                  <a:schemeClr val="tx1"/>
                </a:solidFill>
                <a:effectLst/>
                <a:latin typeface="+mn-lt"/>
                <a:ea typeface="+mn-ea"/>
                <a:cs typeface="+mn-cs"/>
              </a:rPr>
              <a:t>تجنب، قدر الإمكان، المقارنات مع أعضاء الفريق الآخرين؛ وبدلاً من ذلك، قم بتقييم الفرد وفقًا للمعايير والتوقعات المحددة.</a:t>
            </a:r>
            <a:br>
              <a:rPr lang="ar-EG" dirty="0"/>
            </a:br>
            <a:r>
              <a:rPr lang="ar-EG" sz="1200" b="0" i="0" kern="1200" dirty="0">
                <a:solidFill>
                  <a:schemeClr val="tx1"/>
                </a:solidFill>
                <a:effectLst/>
                <a:latin typeface="+mn-lt"/>
                <a:ea typeface="+mn-ea"/>
                <a:cs typeface="+mn-cs"/>
              </a:rPr>
              <a:t>عندما تضطر إلى النقد، ركز النقد على أمثلة سلوكية محددة بدلًا من الشخص نفسه. صِف بشكل محدد كيف أثر هذا السلوك على المشروع.</a:t>
            </a:r>
            <a:br>
              <a:rPr lang="ar-EG" dirty="0"/>
            </a:br>
            <a:r>
              <a:rPr lang="ar-EG" sz="1200" b="0" i="0" kern="1200" dirty="0">
                <a:solidFill>
                  <a:schemeClr val="tx1"/>
                </a:solidFill>
                <a:effectLst/>
                <a:latin typeface="+mn-lt"/>
                <a:ea typeface="+mn-ea"/>
                <a:cs typeface="+mn-cs"/>
              </a:rPr>
              <a:t>كن متسقًا وعادلاً في معاملتك لجميع أعضاء الفريق. فإن شعور الأفراد بأنهم يُحاسبون بمعايير مختلفة عن أعضاء المشروع الآخرين يثير الاستياء بشكل أكبر.</a:t>
            </a:r>
            <a:endParaRPr lang="en-US" dirty="0"/>
          </a:p>
        </p:txBody>
      </p:sp>
      <p:sp>
        <p:nvSpPr>
          <p:cNvPr id="4" name="Slide Number Placeholder 3"/>
          <p:cNvSpPr>
            <a:spLocks noGrp="1"/>
          </p:cNvSpPr>
          <p:nvPr>
            <p:ph type="sldNum" sz="quarter" idx="5"/>
          </p:nvPr>
        </p:nvSpPr>
        <p:spPr/>
        <p:txBody>
          <a:bodyPr/>
          <a:lstStyle/>
          <a:p>
            <a:fld id="{1F918B81-DC6B-4E2C-9C70-C8AD005D2748}" type="slidenum">
              <a:rPr lang="en-US" smtClean="0"/>
              <a:t>17</a:t>
            </a:fld>
            <a:endParaRPr lang="en-US"/>
          </a:p>
        </p:txBody>
      </p:sp>
    </p:spTree>
    <p:extLst>
      <p:ext uri="{BB962C8B-B14F-4D97-AF65-F5344CB8AC3E}">
        <p14:creationId xmlns:p14="http://schemas.microsoft.com/office/powerpoint/2010/main" val="931769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تقوم مراجعات المشاريع بالآتي:</a:t>
            </a:r>
            <a:br>
              <a:rPr lang="ar-EG" dirty="0"/>
            </a:br>
            <a:r>
              <a:rPr lang="ar-EG" sz="1200" b="0" i="0" kern="1200" dirty="0">
                <a:solidFill>
                  <a:schemeClr val="tx1"/>
                </a:solidFill>
                <a:effectLst/>
                <a:latin typeface="+mn-lt"/>
                <a:ea typeface="+mn-ea"/>
                <a:cs typeface="+mn-cs"/>
              </a:rPr>
              <a:t>فحص نجاح المشروع.</a:t>
            </a:r>
            <a:br>
              <a:rPr lang="ar-EG" dirty="0"/>
            </a:br>
            <a:r>
              <a:rPr lang="ar-EG" sz="1200" b="0" i="0" kern="1200" dirty="0">
                <a:solidFill>
                  <a:schemeClr val="tx1"/>
                </a:solidFill>
                <a:effectLst/>
                <a:latin typeface="+mn-lt"/>
                <a:ea typeface="+mn-ea"/>
                <a:cs typeface="+mn-cs"/>
              </a:rPr>
              <a:t>مراجعة سبب اختيار المشروع.</a:t>
            </a:r>
            <a:br>
              <a:rPr lang="ar-EG" dirty="0"/>
            </a:br>
            <a:r>
              <a:rPr lang="ar-EG" sz="1200" b="0" i="0" kern="1200" dirty="0">
                <a:solidFill>
                  <a:schemeClr val="tx1"/>
                </a:solidFill>
                <a:effectLst/>
                <a:latin typeface="+mn-lt"/>
                <a:ea typeface="+mn-ea"/>
                <a:cs typeface="+mn-cs"/>
              </a:rPr>
              <a:t>إعادة تقييم دور المشروع في أولويات المنظمة.</a:t>
            </a:r>
            <a:br>
              <a:rPr lang="ar-EG" dirty="0"/>
            </a:br>
            <a:r>
              <a:rPr lang="ar-EG" sz="1200" b="0" i="0" kern="1200" dirty="0">
                <a:solidFill>
                  <a:schemeClr val="tx1"/>
                </a:solidFill>
                <a:effectLst/>
                <a:latin typeface="+mn-lt"/>
                <a:ea typeface="+mn-ea"/>
                <a:cs typeface="+mn-cs"/>
              </a:rPr>
              <a:t>التحقق من الثقافة التنظيمية لضمان أنها تسهل نوع المشروع الجاري تنفيذه.</a:t>
            </a:r>
            <a:br>
              <a:rPr lang="ar-EG" dirty="0"/>
            </a:br>
            <a:r>
              <a:rPr lang="ar-EG" sz="1200" b="0" i="0" kern="1200" dirty="0">
                <a:solidFill>
                  <a:schemeClr val="tx1"/>
                </a:solidFill>
                <a:effectLst/>
                <a:latin typeface="+mn-lt"/>
                <a:ea typeface="+mn-ea"/>
                <a:cs typeface="+mn-cs"/>
              </a:rPr>
              <a:t>تقييم ما إذا كان فريق المشروع يعمل بشكل جيد ولديه العدد الكافي من الموظفين.</a:t>
            </a:r>
            <a:br>
              <a:rPr lang="ar-EG" dirty="0"/>
            </a:br>
            <a:r>
              <a:rPr lang="ar-EG" sz="1200" b="0" i="0" kern="1200" dirty="0">
                <a:solidFill>
                  <a:schemeClr val="tx1"/>
                </a:solidFill>
                <a:effectLst/>
                <a:latin typeface="+mn-lt"/>
                <a:ea typeface="+mn-ea"/>
                <a:cs typeface="+mn-cs"/>
              </a:rPr>
              <a:t>يجب أن تشمل مراجعات المشاريع الجارية التحقق من العوامل الخارجية التي قد تغير اتجاه المشروع أو أهميته — مثل التكنولوجيا، القوانين الحكومية، المنتجات المنافسة.</a:t>
            </a:r>
            <a:br>
              <a:rPr lang="ar-EG" dirty="0"/>
            </a:br>
            <a:r>
              <a:rPr lang="ar-EG" sz="1200" b="0" i="0" kern="1200" dirty="0">
                <a:solidFill>
                  <a:schemeClr val="tx1"/>
                </a:solidFill>
                <a:effectLst/>
                <a:latin typeface="+mn-lt"/>
                <a:ea typeface="+mn-ea"/>
                <a:cs typeface="+mn-cs"/>
              </a:rPr>
              <a:t>مراجعة جميع العوامل ذات الصلة بالمشروع وإدارة المشاريع المستقبلية.</a:t>
            </a:r>
            <a:endParaRPr lang="en-US" dirty="0"/>
          </a:p>
        </p:txBody>
      </p:sp>
      <p:sp>
        <p:nvSpPr>
          <p:cNvPr id="4" name="Slide Number Placeholder 3"/>
          <p:cNvSpPr>
            <a:spLocks noGrp="1"/>
          </p:cNvSpPr>
          <p:nvPr>
            <p:ph type="sldNum" sz="quarter" idx="5"/>
          </p:nvPr>
        </p:nvSpPr>
        <p:spPr/>
        <p:txBody>
          <a:bodyPr/>
          <a:lstStyle/>
          <a:p>
            <a:fld id="{1F918B81-DC6B-4E2C-9C70-C8AD005D2748}" type="slidenum">
              <a:rPr lang="en-US" smtClean="0"/>
              <a:t>19</a:t>
            </a:fld>
            <a:endParaRPr lang="en-US"/>
          </a:p>
        </p:txBody>
      </p:sp>
    </p:spTree>
    <p:extLst>
      <p:ext uri="{BB962C8B-B14F-4D97-AF65-F5344CB8AC3E}">
        <p14:creationId xmlns:p14="http://schemas.microsoft.com/office/powerpoint/2010/main" val="70693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يمكن إجراء تدقيقات المشاريع أثناء تنفيذ المشروع وبعد الانتهاء منه. هناك بعض الاختلافات الطفيفة فقط بين هذه التدقيقات:</a:t>
            </a:r>
            <a:br>
              <a:rPr lang="ar-EG" dirty="0"/>
            </a:br>
            <a:br>
              <a:rPr lang="ar-EG" dirty="0"/>
            </a:br>
            <a:r>
              <a:rPr lang="ar-EG" sz="1200" b="0" i="0" kern="1200" dirty="0">
                <a:solidFill>
                  <a:schemeClr val="tx1"/>
                </a:solidFill>
                <a:effectLst/>
                <a:latin typeface="+mn-lt"/>
                <a:ea typeface="+mn-ea"/>
                <a:cs typeface="+mn-cs"/>
              </a:rPr>
              <a:t>تدقيقات المشاريع أثناء التنفيذ: تتيح تدقيقات المشاريع المبكرة إمكانية إجراء تغييرات تصحيحية إذا لزم الأمر. تركز تدقيقات المشاريع أثناء التنفيذ على تقدم المشروع وأدائه وتتحقق مما إذا كانت الظروف قد تغيرت. على سبيل المثال، هل تغيرت الأولويات؟ هل لا تزال مهمة المشروع ذات صلة؟ في حالات نادرة، قد يوصي تقرير التدقيق بإغلاق مشروع ما زال قيد التنفيذ.</a:t>
            </a:r>
            <a:br>
              <a:rPr lang="ar-EG" dirty="0"/>
            </a:br>
            <a:br>
              <a:rPr lang="ar-EG" dirty="0"/>
            </a:br>
            <a:r>
              <a:rPr lang="ar-EG" sz="1200" b="0" i="0" kern="1200" dirty="0">
                <a:solidFill>
                  <a:schemeClr val="tx1"/>
                </a:solidFill>
                <a:effectLst/>
                <a:latin typeface="+mn-lt"/>
                <a:ea typeface="+mn-ea"/>
                <a:cs typeface="+mn-cs"/>
              </a:rPr>
              <a:t>تدقيقات المشاريع بعد الانتهاء: تميل هذه التدقيقات إلى تضمين المزيد من التفاصيل والعمق مقارنةً بتدقيقات المشاريع أثناء التنفيذ. تركز تدقيقات المشاريع للمشاريع المكتملة على تحسين إدارة المشاريع المستقبلية. هذه التدقيقات تكون أكثر توجهًا نحو المدى الطويل مقارنةً بتدقيقات المشاريع أثناء التنفيذ. تقوم تدقيقات ما بعد المشروع بالتحقق من أداء المشروع، ولكن يمثل التدقيق نظرة أوسع لدور المشروع في المؤسسة؛ على سبيل المثال، هل تم تحقيق الفوائد الاستراتيجية المزعومة بالفعل؟ ...</a:t>
            </a:r>
            <a:endParaRPr lang="en-US" dirty="0"/>
          </a:p>
        </p:txBody>
      </p:sp>
      <p:sp>
        <p:nvSpPr>
          <p:cNvPr id="4" name="Slide Number Placeholder 3"/>
          <p:cNvSpPr>
            <a:spLocks noGrp="1"/>
          </p:cNvSpPr>
          <p:nvPr>
            <p:ph type="sldNum" sz="quarter" idx="5"/>
          </p:nvPr>
        </p:nvSpPr>
        <p:spPr/>
        <p:txBody>
          <a:bodyPr/>
          <a:lstStyle/>
          <a:p>
            <a:fld id="{1F918B81-DC6B-4E2C-9C70-C8AD005D2748}" type="slidenum">
              <a:rPr lang="en-US" smtClean="0"/>
              <a:t>20</a:t>
            </a:fld>
            <a:endParaRPr lang="en-US"/>
          </a:p>
        </p:txBody>
      </p:sp>
    </p:spTree>
    <p:extLst>
      <p:ext uri="{BB962C8B-B14F-4D97-AF65-F5344CB8AC3E}">
        <p14:creationId xmlns:p14="http://schemas.microsoft.com/office/powerpoint/2010/main" val="3630791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تحاول الدروس المستفادة التقاط التعلم الإيجابي والسلبي من المشروع. أي، ما الذي نجح وما الذي لم ينجح؟ تُستخدم الدروس المستفادة لإنشاء خطة عمل لتحسين الأداء في المشاريع المستقبلية ولضمان تجنب تكرار الأخطاء عبر المنظمة. </a:t>
            </a:r>
            <a:br>
              <a:rPr lang="ar-EG" dirty="0"/>
            </a:br>
            <a:r>
              <a:rPr lang="ar-EG" sz="1200" b="0" i="0" kern="1200" dirty="0">
                <a:solidFill>
                  <a:schemeClr val="tx1"/>
                </a:solidFill>
                <a:effectLst/>
                <a:latin typeface="+mn-lt"/>
                <a:ea typeface="+mn-ea"/>
                <a:cs typeface="+mn-cs"/>
              </a:rPr>
              <a:t>تستغرق عمليات التدقيق وقتًا ومالًا، لذلك يجب ألا تشمل أكثر من الوقت أو الموارد الضرورية والكافية. على سبيل المثال، في عمليات التدقيق بعد المشروع، لجميع المشاريع إلا الكبيرة جدًا، يعتبر حد أسبوع واحد معيارًا جيدًا. قد تتطلب المشاريع الصغيرة يومًا أو يومين فقط وشخصًا أو اثنين لإجراء التدقيق. عادةً ما يتم توكيل ذلك لمجموعات تدقيق مستقلة، وتكون نتيجة تدقيق المشروع تقريرًا.</a:t>
            </a:r>
            <a:endParaRPr lang="en-US" dirty="0"/>
          </a:p>
        </p:txBody>
      </p:sp>
      <p:sp>
        <p:nvSpPr>
          <p:cNvPr id="4" name="Slide Number Placeholder 3"/>
          <p:cNvSpPr>
            <a:spLocks noGrp="1"/>
          </p:cNvSpPr>
          <p:nvPr>
            <p:ph type="sldNum" sz="quarter" idx="5"/>
          </p:nvPr>
        </p:nvSpPr>
        <p:spPr/>
        <p:txBody>
          <a:bodyPr/>
          <a:lstStyle/>
          <a:p>
            <a:fld id="{1F918B81-DC6B-4E2C-9C70-C8AD005D2748}" type="slidenum">
              <a:rPr lang="en-US" smtClean="0"/>
              <a:t>21</a:t>
            </a:fld>
            <a:endParaRPr lang="en-US"/>
          </a:p>
        </p:txBody>
      </p:sp>
    </p:spTree>
    <p:extLst>
      <p:ext uri="{BB962C8B-B14F-4D97-AF65-F5344CB8AC3E}">
        <p14:creationId xmlns:p14="http://schemas.microsoft.com/office/powerpoint/2010/main" val="3952251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6" name="Holder 6"/>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6" name="Holder 6"/>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7" name="Holder 7"/>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533377"/>
            <a:ext cx="9959975" cy="0"/>
          </a:xfrm>
          <a:custGeom>
            <a:avLst/>
            <a:gdLst/>
            <a:ahLst/>
            <a:cxnLst/>
            <a:rect l="l" t="t" r="r" b="b"/>
            <a:pathLst>
              <a:path w="9959975">
                <a:moveTo>
                  <a:pt x="0" y="0"/>
                </a:moveTo>
                <a:lnTo>
                  <a:pt x="9959926" y="1"/>
                </a:lnTo>
              </a:path>
            </a:pathLst>
          </a:custGeom>
          <a:ln w="57150">
            <a:solidFill>
              <a:srgbClr val="4472C4"/>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5" name="Holder 5"/>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4" name="Holder 4"/>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533377"/>
            <a:ext cx="9959975" cy="0"/>
          </a:xfrm>
          <a:custGeom>
            <a:avLst/>
            <a:gdLst/>
            <a:ahLst/>
            <a:cxnLst/>
            <a:rect l="l" t="t" r="r" b="b"/>
            <a:pathLst>
              <a:path w="9959975">
                <a:moveTo>
                  <a:pt x="0" y="0"/>
                </a:moveTo>
                <a:lnTo>
                  <a:pt x="9959926" y="1"/>
                </a:lnTo>
              </a:path>
            </a:pathLst>
          </a:custGeom>
          <a:ln w="57150">
            <a:solidFill>
              <a:srgbClr val="4472C4"/>
            </a:solidFill>
          </a:ln>
        </p:spPr>
        <p:txBody>
          <a:bodyPr wrap="square" lIns="0" tIns="0" rIns="0" bIns="0" rtlCol="0"/>
          <a:lstStyle/>
          <a:p>
            <a:endParaRPr/>
          </a:p>
        </p:txBody>
      </p:sp>
      <p:pic>
        <p:nvPicPr>
          <p:cNvPr id="17" name="bg object 17"/>
          <p:cNvPicPr/>
          <p:nvPr/>
        </p:nvPicPr>
        <p:blipFill>
          <a:blip r:embed="rId7" cstate="print"/>
          <a:stretch>
            <a:fillRect/>
          </a:stretch>
        </p:blipFill>
        <p:spPr>
          <a:xfrm>
            <a:off x="10631358" y="58331"/>
            <a:ext cx="1491574" cy="534930"/>
          </a:xfrm>
          <a:prstGeom prst="rect">
            <a:avLst/>
          </a:prstGeom>
        </p:spPr>
      </p:pic>
      <p:sp>
        <p:nvSpPr>
          <p:cNvPr id="2" name="Holder 2"/>
          <p:cNvSpPr>
            <a:spLocks noGrp="1"/>
          </p:cNvSpPr>
          <p:nvPr>
            <p:ph type="title"/>
          </p:nvPr>
        </p:nvSpPr>
        <p:spPr>
          <a:xfrm>
            <a:off x="916939" y="615856"/>
            <a:ext cx="8779510" cy="683260"/>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16939" y="1617979"/>
            <a:ext cx="10356850" cy="4620895"/>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11/25/2025</a:t>
            </a:fld>
            <a:endParaRPr lang="en-US"/>
          </a:p>
        </p:txBody>
      </p:sp>
      <p:sp>
        <p:nvSpPr>
          <p:cNvPr id="6" name="Holder 6"/>
          <p:cNvSpPr>
            <a:spLocks noGrp="1"/>
          </p:cNvSpPr>
          <p:nvPr>
            <p:ph type="sldNum" sz="quarter" idx="7"/>
          </p:nvPr>
        </p:nvSpPr>
        <p:spPr>
          <a:xfrm>
            <a:off x="11713804" y="6428920"/>
            <a:ext cx="244475" cy="211454"/>
          </a:xfrm>
          <a:prstGeom prst="rect">
            <a:avLst/>
          </a:prstGeom>
        </p:spPr>
        <p:txBody>
          <a:bodyPr wrap="square" lIns="0" tIns="0" rIns="0" bIns="0">
            <a:spAutoFit/>
          </a:bodyPr>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425886" y="2801321"/>
            <a:ext cx="3340735" cy="1896032"/>
          </a:xfrm>
          <a:prstGeom prst="rect">
            <a:avLst/>
          </a:prstGeom>
        </p:spPr>
        <p:txBody>
          <a:bodyPr vert="horz" wrap="square" lIns="0" tIns="114935" rIns="0" bIns="0" rtlCol="0">
            <a:spAutoFit/>
          </a:bodyPr>
          <a:lstStyle/>
          <a:p>
            <a:pPr marL="892810">
              <a:lnSpc>
                <a:spcPct val="100000"/>
              </a:lnSpc>
              <a:spcBef>
                <a:spcPts val="905"/>
              </a:spcBef>
            </a:pPr>
            <a:r>
              <a:rPr sz="2350" spc="55" dirty="0">
                <a:latin typeface="Calibri Light"/>
                <a:cs typeface="Calibri Light"/>
              </a:rPr>
              <a:t>(</a:t>
            </a:r>
            <a:r>
              <a:rPr lang="en-US" sz="2000" spc="65" dirty="0">
                <a:latin typeface="Calibri Light"/>
                <a:cs typeface="Calibri Light"/>
              </a:rPr>
              <a:t>25CPE4602</a:t>
            </a:r>
            <a:r>
              <a:rPr sz="2350" spc="55" dirty="0">
                <a:latin typeface="Calibri Light"/>
                <a:cs typeface="Calibri Light"/>
              </a:rPr>
              <a:t>)</a:t>
            </a:r>
            <a:endParaRPr sz="2350" dirty="0">
              <a:latin typeface="Calibri Light"/>
              <a:cs typeface="Calibri Light"/>
            </a:endParaRPr>
          </a:p>
          <a:p>
            <a:pPr marL="802640">
              <a:lnSpc>
                <a:spcPct val="100000"/>
              </a:lnSpc>
              <a:spcBef>
                <a:spcPts val="1370"/>
              </a:spcBef>
            </a:pPr>
            <a:r>
              <a:rPr sz="4000" b="1" dirty="0">
                <a:solidFill>
                  <a:srgbClr val="2F5597"/>
                </a:solidFill>
                <a:latin typeface="Calibri"/>
                <a:cs typeface="Calibri"/>
              </a:rPr>
              <a:t>Lecture</a:t>
            </a:r>
            <a:r>
              <a:rPr sz="4000" b="1" spc="-135" dirty="0">
                <a:solidFill>
                  <a:srgbClr val="2F5597"/>
                </a:solidFill>
                <a:latin typeface="Calibri"/>
                <a:cs typeface="Calibri"/>
              </a:rPr>
              <a:t> </a:t>
            </a:r>
            <a:r>
              <a:rPr sz="4000" b="1" spc="-50" dirty="0">
                <a:solidFill>
                  <a:srgbClr val="2F5597"/>
                </a:solidFill>
                <a:latin typeface="Calibri"/>
                <a:cs typeface="Calibri"/>
              </a:rPr>
              <a:t>9</a:t>
            </a:r>
            <a:endParaRPr sz="4000" dirty="0">
              <a:latin typeface="Calibri"/>
              <a:cs typeface="Calibri"/>
            </a:endParaRPr>
          </a:p>
          <a:p>
            <a:pPr algn="ctr">
              <a:lnSpc>
                <a:spcPct val="100000"/>
              </a:lnSpc>
              <a:spcBef>
                <a:spcPts val="1485"/>
              </a:spcBef>
            </a:pPr>
            <a:r>
              <a:rPr lang="en-US" sz="2800" spc="150" dirty="0">
                <a:latin typeface="Georgia"/>
                <a:cs typeface="Georgia"/>
              </a:rPr>
              <a:t>Dr.</a:t>
            </a:r>
            <a:r>
              <a:rPr lang="en-US" sz="2800" spc="254" dirty="0">
                <a:latin typeface="Georgia"/>
                <a:cs typeface="Georgia"/>
              </a:rPr>
              <a:t> </a:t>
            </a:r>
            <a:r>
              <a:rPr lang="en-US" sz="2800" spc="210" dirty="0">
                <a:latin typeface="Georgia"/>
                <a:cs typeface="Georgia"/>
              </a:rPr>
              <a:t>Zahraa Ismail</a:t>
            </a:r>
            <a:endParaRPr lang="en-US" sz="2800" dirty="0">
              <a:latin typeface="Georgia"/>
              <a:cs typeface="Georgia"/>
            </a:endParaRPr>
          </a:p>
        </p:txBody>
      </p:sp>
      <p:sp>
        <p:nvSpPr>
          <p:cNvPr id="3" name="object 3"/>
          <p:cNvSpPr txBox="1">
            <a:spLocks noGrp="1"/>
          </p:cNvSpPr>
          <p:nvPr>
            <p:ph type="title"/>
          </p:nvPr>
        </p:nvSpPr>
        <p:spPr>
          <a:xfrm>
            <a:off x="2184855" y="1102748"/>
            <a:ext cx="8009890" cy="1570355"/>
          </a:xfrm>
          <a:prstGeom prst="rect">
            <a:avLst/>
          </a:prstGeom>
        </p:spPr>
        <p:txBody>
          <a:bodyPr vert="horz" wrap="square" lIns="0" tIns="93980" rIns="0" bIns="0" rtlCol="0">
            <a:spAutoFit/>
          </a:bodyPr>
          <a:lstStyle/>
          <a:p>
            <a:pPr marL="2314575" marR="5080" indent="-2302510">
              <a:lnSpc>
                <a:spcPts val="5810"/>
              </a:lnSpc>
              <a:spcBef>
                <a:spcPts val="740"/>
              </a:spcBef>
            </a:pPr>
            <a:r>
              <a:rPr sz="5300" spc="100" dirty="0">
                <a:solidFill>
                  <a:srgbClr val="C00000"/>
                </a:solidFill>
              </a:rPr>
              <a:t>Project</a:t>
            </a:r>
            <a:r>
              <a:rPr sz="5300" spc="145" dirty="0">
                <a:solidFill>
                  <a:srgbClr val="C00000"/>
                </a:solidFill>
              </a:rPr>
              <a:t> </a:t>
            </a:r>
            <a:r>
              <a:rPr sz="5300" spc="100" dirty="0">
                <a:solidFill>
                  <a:srgbClr val="C00000"/>
                </a:solidFill>
              </a:rPr>
              <a:t>progress</a:t>
            </a:r>
            <a:r>
              <a:rPr sz="5300" spc="150" dirty="0">
                <a:solidFill>
                  <a:srgbClr val="C00000"/>
                </a:solidFill>
              </a:rPr>
              <a:t> </a:t>
            </a:r>
            <a:r>
              <a:rPr sz="5300" spc="114" dirty="0">
                <a:solidFill>
                  <a:srgbClr val="C00000"/>
                </a:solidFill>
              </a:rPr>
              <a:t>monitoring </a:t>
            </a:r>
            <a:r>
              <a:rPr sz="5300" spc="95" dirty="0">
                <a:solidFill>
                  <a:srgbClr val="C00000"/>
                </a:solidFill>
              </a:rPr>
              <a:t>and</a:t>
            </a:r>
            <a:r>
              <a:rPr sz="5300" spc="125" dirty="0">
                <a:solidFill>
                  <a:srgbClr val="C00000"/>
                </a:solidFill>
              </a:rPr>
              <a:t> </a:t>
            </a:r>
            <a:r>
              <a:rPr sz="5300" spc="95" dirty="0">
                <a:solidFill>
                  <a:srgbClr val="C00000"/>
                </a:solidFill>
              </a:rPr>
              <a:t>Closure</a:t>
            </a:r>
            <a:endParaRPr sz="5300"/>
          </a:p>
        </p:txBody>
      </p:sp>
      <p:pic>
        <p:nvPicPr>
          <p:cNvPr id="4" name="object 4"/>
          <p:cNvPicPr/>
          <p:nvPr/>
        </p:nvPicPr>
        <p:blipFill>
          <a:blip r:embed="rId2" cstate="print"/>
          <a:stretch>
            <a:fillRect/>
          </a:stretch>
        </p:blipFill>
        <p:spPr>
          <a:xfrm>
            <a:off x="3708164" y="4723403"/>
            <a:ext cx="4545091" cy="2134595"/>
          </a:xfrm>
          <a:prstGeom prst="rect">
            <a:avLst/>
          </a:prstGeom>
        </p:spPr>
      </p:pic>
      <p:pic>
        <p:nvPicPr>
          <p:cNvPr id="5" name="object 5"/>
          <p:cNvPicPr/>
          <p:nvPr/>
        </p:nvPicPr>
        <p:blipFill>
          <a:blip r:embed="rId3" cstate="print"/>
          <a:stretch>
            <a:fillRect/>
          </a:stretch>
        </p:blipFill>
        <p:spPr>
          <a:xfrm>
            <a:off x="4633952" y="337959"/>
            <a:ext cx="2324408" cy="834561"/>
          </a:xfrm>
          <a:prstGeom prst="rect">
            <a:avLst/>
          </a:prstGeom>
        </p:spPr>
      </p:pic>
      <p:pic>
        <p:nvPicPr>
          <p:cNvPr id="6" name="Picture 5">
            <a:extLst>
              <a:ext uri="{FF2B5EF4-FFF2-40B4-BE49-F238E27FC236}">
                <a16:creationId xmlns:a16="http://schemas.microsoft.com/office/drawing/2014/main" id="{ACB40C3A-4A00-4687-4ED3-84F82EA89D5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33952" y="60686"/>
            <a:ext cx="2324408" cy="13076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68811" y="657013"/>
            <a:ext cx="11316335" cy="623570"/>
          </a:xfrm>
          <a:prstGeom prst="rect">
            <a:avLst/>
          </a:prstGeom>
        </p:spPr>
        <p:txBody>
          <a:bodyPr vert="horz" wrap="square" lIns="0" tIns="15240" rIns="0" bIns="0" rtlCol="0">
            <a:spAutoFit/>
          </a:bodyPr>
          <a:lstStyle/>
          <a:p>
            <a:pPr marL="12700">
              <a:lnSpc>
                <a:spcPct val="100000"/>
              </a:lnSpc>
              <a:spcBef>
                <a:spcPts val="120"/>
              </a:spcBef>
            </a:pPr>
            <a:r>
              <a:rPr sz="3900" spc="95" dirty="0"/>
              <a:t>Structure</a:t>
            </a:r>
            <a:r>
              <a:rPr sz="3900" spc="125" dirty="0"/>
              <a:t> </a:t>
            </a:r>
            <a:r>
              <a:rPr sz="3900" spc="65" dirty="0"/>
              <a:t>of</a:t>
            </a:r>
            <a:r>
              <a:rPr sz="3900" spc="125" dirty="0"/>
              <a:t> </a:t>
            </a:r>
            <a:r>
              <a:rPr sz="3900" dirty="0"/>
              <a:t>a</a:t>
            </a:r>
            <a:r>
              <a:rPr sz="3900" spc="125" dirty="0"/>
              <a:t> </a:t>
            </a:r>
            <a:r>
              <a:rPr sz="3900" spc="80" dirty="0"/>
              <a:t>Project</a:t>
            </a:r>
            <a:r>
              <a:rPr sz="3900" spc="130" dirty="0"/>
              <a:t> </a:t>
            </a:r>
            <a:r>
              <a:rPr sz="3900" spc="100" dirty="0"/>
              <a:t>Monitoring</a:t>
            </a:r>
            <a:r>
              <a:rPr sz="3900" spc="120" dirty="0"/>
              <a:t> </a:t>
            </a:r>
            <a:r>
              <a:rPr sz="3900" spc="90" dirty="0"/>
              <a:t>Information</a:t>
            </a:r>
            <a:r>
              <a:rPr sz="3900" spc="130" dirty="0"/>
              <a:t> </a:t>
            </a:r>
            <a:r>
              <a:rPr sz="3900" spc="60" dirty="0"/>
              <a:t>System</a:t>
            </a:r>
            <a:endParaRPr sz="3900"/>
          </a:p>
        </p:txBody>
      </p:sp>
      <p:sp>
        <p:nvSpPr>
          <p:cNvPr id="3" name="object 3"/>
          <p:cNvSpPr/>
          <p:nvPr/>
        </p:nvSpPr>
        <p:spPr>
          <a:xfrm>
            <a:off x="1397699" y="3231272"/>
            <a:ext cx="4698365" cy="904875"/>
          </a:xfrm>
          <a:custGeom>
            <a:avLst/>
            <a:gdLst/>
            <a:ahLst/>
            <a:cxnLst/>
            <a:rect l="l" t="t" r="r" b="b"/>
            <a:pathLst>
              <a:path w="4698365" h="904875">
                <a:moveTo>
                  <a:pt x="0" y="150773"/>
                </a:moveTo>
                <a:lnTo>
                  <a:pt x="7686" y="103117"/>
                </a:lnTo>
                <a:lnTo>
                  <a:pt x="29090" y="61728"/>
                </a:lnTo>
                <a:lnTo>
                  <a:pt x="61728" y="29090"/>
                </a:lnTo>
                <a:lnTo>
                  <a:pt x="103117" y="7686"/>
                </a:lnTo>
                <a:lnTo>
                  <a:pt x="150773" y="0"/>
                </a:lnTo>
                <a:lnTo>
                  <a:pt x="4547527" y="0"/>
                </a:lnTo>
                <a:lnTo>
                  <a:pt x="4595183" y="7686"/>
                </a:lnTo>
                <a:lnTo>
                  <a:pt x="4636571" y="29090"/>
                </a:lnTo>
                <a:lnTo>
                  <a:pt x="4669209" y="61728"/>
                </a:lnTo>
                <a:lnTo>
                  <a:pt x="4690613" y="103117"/>
                </a:lnTo>
                <a:lnTo>
                  <a:pt x="4698300" y="150773"/>
                </a:lnTo>
                <a:lnTo>
                  <a:pt x="4698300" y="753855"/>
                </a:lnTo>
                <a:lnTo>
                  <a:pt x="4690613" y="801511"/>
                </a:lnTo>
                <a:lnTo>
                  <a:pt x="4669209" y="842900"/>
                </a:lnTo>
                <a:lnTo>
                  <a:pt x="4636571" y="875538"/>
                </a:lnTo>
                <a:lnTo>
                  <a:pt x="4595183" y="896942"/>
                </a:lnTo>
                <a:lnTo>
                  <a:pt x="4547527" y="904629"/>
                </a:lnTo>
                <a:lnTo>
                  <a:pt x="150773" y="904629"/>
                </a:lnTo>
                <a:lnTo>
                  <a:pt x="103117" y="896942"/>
                </a:lnTo>
                <a:lnTo>
                  <a:pt x="61728" y="875538"/>
                </a:lnTo>
                <a:lnTo>
                  <a:pt x="29090" y="842900"/>
                </a:lnTo>
                <a:lnTo>
                  <a:pt x="7686" y="801511"/>
                </a:lnTo>
                <a:lnTo>
                  <a:pt x="0" y="753855"/>
                </a:lnTo>
                <a:lnTo>
                  <a:pt x="0" y="150773"/>
                </a:lnTo>
                <a:close/>
              </a:path>
            </a:pathLst>
          </a:custGeom>
          <a:ln w="28575">
            <a:solidFill>
              <a:srgbClr val="4472C4"/>
            </a:solidFill>
          </a:ln>
        </p:spPr>
        <p:txBody>
          <a:bodyPr wrap="square" lIns="0" tIns="0" rIns="0" bIns="0" rtlCol="0"/>
          <a:lstStyle/>
          <a:p>
            <a:endParaRPr/>
          </a:p>
        </p:txBody>
      </p:sp>
      <p:sp>
        <p:nvSpPr>
          <p:cNvPr id="4" name="object 4"/>
          <p:cNvSpPr/>
          <p:nvPr/>
        </p:nvSpPr>
        <p:spPr>
          <a:xfrm>
            <a:off x="3196018" y="4270838"/>
            <a:ext cx="4721225" cy="904875"/>
          </a:xfrm>
          <a:custGeom>
            <a:avLst/>
            <a:gdLst/>
            <a:ahLst/>
            <a:cxnLst/>
            <a:rect l="l" t="t" r="r" b="b"/>
            <a:pathLst>
              <a:path w="4721225" h="904875">
                <a:moveTo>
                  <a:pt x="0" y="150776"/>
                </a:moveTo>
                <a:lnTo>
                  <a:pt x="7686" y="103119"/>
                </a:lnTo>
                <a:lnTo>
                  <a:pt x="29091" y="61729"/>
                </a:lnTo>
                <a:lnTo>
                  <a:pt x="61729" y="29091"/>
                </a:lnTo>
                <a:lnTo>
                  <a:pt x="103119" y="7686"/>
                </a:lnTo>
                <a:lnTo>
                  <a:pt x="150776" y="0"/>
                </a:lnTo>
                <a:lnTo>
                  <a:pt x="4569983" y="0"/>
                </a:lnTo>
                <a:lnTo>
                  <a:pt x="4617639" y="7686"/>
                </a:lnTo>
                <a:lnTo>
                  <a:pt x="4659029" y="29091"/>
                </a:lnTo>
                <a:lnTo>
                  <a:pt x="4691667" y="61729"/>
                </a:lnTo>
                <a:lnTo>
                  <a:pt x="4713072" y="103119"/>
                </a:lnTo>
                <a:lnTo>
                  <a:pt x="4720759" y="150776"/>
                </a:lnTo>
                <a:lnTo>
                  <a:pt x="4720759" y="753852"/>
                </a:lnTo>
                <a:lnTo>
                  <a:pt x="4713072" y="801509"/>
                </a:lnTo>
                <a:lnTo>
                  <a:pt x="4691667" y="842899"/>
                </a:lnTo>
                <a:lnTo>
                  <a:pt x="4659029" y="875537"/>
                </a:lnTo>
                <a:lnTo>
                  <a:pt x="4617639" y="896942"/>
                </a:lnTo>
                <a:lnTo>
                  <a:pt x="4569983" y="904629"/>
                </a:lnTo>
                <a:lnTo>
                  <a:pt x="150776" y="904629"/>
                </a:lnTo>
                <a:lnTo>
                  <a:pt x="103119" y="896942"/>
                </a:lnTo>
                <a:lnTo>
                  <a:pt x="61729" y="875537"/>
                </a:lnTo>
                <a:lnTo>
                  <a:pt x="29091" y="842899"/>
                </a:lnTo>
                <a:lnTo>
                  <a:pt x="7686" y="801509"/>
                </a:lnTo>
                <a:lnTo>
                  <a:pt x="0" y="753852"/>
                </a:lnTo>
                <a:lnTo>
                  <a:pt x="0" y="150776"/>
                </a:lnTo>
                <a:close/>
              </a:path>
            </a:pathLst>
          </a:custGeom>
          <a:ln w="28575">
            <a:solidFill>
              <a:srgbClr val="4472C4"/>
            </a:solidFill>
          </a:ln>
        </p:spPr>
        <p:txBody>
          <a:bodyPr wrap="square" lIns="0" tIns="0" rIns="0" bIns="0" rtlCol="0"/>
          <a:lstStyle/>
          <a:p>
            <a:endParaRPr/>
          </a:p>
        </p:txBody>
      </p:sp>
      <p:sp>
        <p:nvSpPr>
          <p:cNvPr id="5" name="object 5"/>
          <p:cNvSpPr/>
          <p:nvPr/>
        </p:nvSpPr>
        <p:spPr>
          <a:xfrm>
            <a:off x="5686000" y="5320766"/>
            <a:ext cx="4625340" cy="904875"/>
          </a:xfrm>
          <a:custGeom>
            <a:avLst/>
            <a:gdLst/>
            <a:ahLst/>
            <a:cxnLst/>
            <a:rect l="l" t="t" r="r" b="b"/>
            <a:pathLst>
              <a:path w="4625340" h="904875">
                <a:moveTo>
                  <a:pt x="0" y="150774"/>
                </a:moveTo>
                <a:lnTo>
                  <a:pt x="7686" y="103118"/>
                </a:lnTo>
                <a:lnTo>
                  <a:pt x="29090" y="61729"/>
                </a:lnTo>
                <a:lnTo>
                  <a:pt x="61729" y="29090"/>
                </a:lnTo>
                <a:lnTo>
                  <a:pt x="103118" y="7686"/>
                </a:lnTo>
                <a:lnTo>
                  <a:pt x="150774" y="0"/>
                </a:lnTo>
                <a:lnTo>
                  <a:pt x="4474286" y="0"/>
                </a:lnTo>
                <a:lnTo>
                  <a:pt x="4521942" y="7686"/>
                </a:lnTo>
                <a:lnTo>
                  <a:pt x="4563331" y="29090"/>
                </a:lnTo>
                <a:lnTo>
                  <a:pt x="4595970" y="61729"/>
                </a:lnTo>
                <a:lnTo>
                  <a:pt x="4617374" y="103118"/>
                </a:lnTo>
                <a:lnTo>
                  <a:pt x="4625061" y="150774"/>
                </a:lnTo>
                <a:lnTo>
                  <a:pt x="4625061" y="753854"/>
                </a:lnTo>
                <a:lnTo>
                  <a:pt x="4617374" y="801510"/>
                </a:lnTo>
                <a:lnTo>
                  <a:pt x="4595970" y="842899"/>
                </a:lnTo>
                <a:lnTo>
                  <a:pt x="4563331" y="875538"/>
                </a:lnTo>
                <a:lnTo>
                  <a:pt x="4521942" y="896942"/>
                </a:lnTo>
                <a:lnTo>
                  <a:pt x="4474286" y="904629"/>
                </a:lnTo>
                <a:lnTo>
                  <a:pt x="150774" y="904629"/>
                </a:lnTo>
                <a:lnTo>
                  <a:pt x="103118" y="896942"/>
                </a:lnTo>
                <a:lnTo>
                  <a:pt x="61729" y="875538"/>
                </a:lnTo>
                <a:lnTo>
                  <a:pt x="29090" y="842899"/>
                </a:lnTo>
                <a:lnTo>
                  <a:pt x="7686" y="801510"/>
                </a:lnTo>
                <a:lnTo>
                  <a:pt x="0" y="753854"/>
                </a:lnTo>
                <a:lnTo>
                  <a:pt x="0" y="150774"/>
                </a:lnTo>
                <a:close/>
              </a:path>
            </a:pathLst>
          </a:custGeom>
          <a:ln w="28575">
            <a:solidFill>
              <a:srgbClr val="4472C4"/>
            </a:solidFill>
          </a:ln>
        </p:spPr>
        <p:txBody>
          <a:bodyPr wrap="square" lIns="0" tIns="0" rIns="0" bIns="0" rtlCol="0"/>
          <a:lstStyle/>
          <a:p>
            <a:endParaRPr/>
          </a:p>
        </p:txBody>
      </p:sp>
      <p:sp>
        <p:nvSpPr>
          <p:cNvPr id="6" name="object 6"/>
          <p:cNvSpPr txBox="1">
            <a:spLocks noGrp="1"/>
          </p:cNvSpPr>
          <p:nvPr>
            <p:ph type="body" idx="1"/>
          </p:nvPr>
        </p:nvSpPr>
        <p:spPr>
          <a:prstGeom prst="rect">
            <a:avLst/>
          </a:prstGeom>
        </p:spPr>
        <p:txBody>
          <a:bodyPr vert="horz" wrap="square" lIns="0" tIns="241299" rIns="0" bIns="0" rtlCol="0">
            <a:spAutoFit/>
          </a:bodyPr>
          <a:lstStyle/>
          <a:p>
            <a:pPr marL="241300" marR="5080" indent="-228600" algn="just">
              <a:lnSpc>
                <a:spcPts val="3000"/>
              </a:lnSpc>
              <a:spcBef>
                <a:spcPts val="500"/>
              </a:spcBef>
              <a:buFont typeface="Arial MT"/>
              <a:buChar char="•"/>
              <a:tabLst>
                <a:tab pos="241300" algn="l"/>
              </a:tabLst>
            </a:pPr>
            <a:r>
              <a:rPr sz="2800" dirty="0"/>
              <a:t>A</a:t>
            </a:r>
            <a:r>
              <a:rPr sz="2800" spc="145" dirty="0"/>
              <a:t>  </a:t>
            </a:r>
            <a:r>
              <a:rPr sz="2800" dirty="0"/>
              <a:t>project</a:t>
            </a:r>
            <a:r>
              <a:rPr sz="2800" spc="150" dirty="0"/>
              <a:t>  </a:t>
            </a:r>
            <a:r>
              <a:rPr sz="2800" dirty="0"/>
              <a:t>monitoring</a:t>
            </a:r>
            <a:r>
              <a:rPr sz="2800" spc="140" dirty="0"/>
              <a:t>  </a:t>
            </a:r>
            <a:r>
              <a:rPr sz="2800" dirty="0"/>
              <a:t>system</a:t>
            </a:r>
            <a:r>
              <a:rPr sz="2800" spc="150" dirty="0"/>
              <a:t>  </a:t>
            </a:r>
            <a:r>
              <a:rPr sz="2800" dirty="0"/>
              <a:t>involves</a:t>
            </a:r>
            <a:r>
              <a:rPr sz="2800" spc="150" dirty="0"/>
              <a:t>  </a:t>
            </a:r>
            <a:r>
              <a:rPr sz="2800" i="1" dirty="0">
                <a:latin typeface="Calibri"/>
                <a:cs typeface="Calibri"/>
              </a:rPr>
              <a:t>determining</a:t>
            </a:r>
            <a:r>
              <a:rPr sz="2800" i="1" spc="150" dirty="0">
                <a:latin typeface="Calibri"/>
                <a:cs typeface="Calibri"/>
              </a:rPr>
              <a:t>  </a:t>
            </a:r>
            <a:r>
              <a:rPr sz="2800" i="1" dirty="0">
                <a:latin typeface="Calibri"/>
                <a:cs typeface="Calibri"/>
              </a:rPr>
              <a:t>what</a:t>
            </a:r>
            <a:r>
              <a:rPr sz="2800" i="1" spc="145" dirty="0">
                <a:latin typeface="Calibri"/>
                <a:cs typeface="Calibri"/>
              </a:rPr>
              <a:t>  </a:t>
            </a:r>
            <a:r>
              <a:rPr sz="2800" dirty="0"/>
              <a:t>data</a:t>
            </a:r>
            <a:r>
              <a:rPr sz="2800" spc="145" dirty="0"/>
              <a:t>  </a:t>
            </a:r>
            <a:r>
              <a:rPr sz="2800" spc="-25" dirty="0"/>
              <a:t>to </a:t>
            </a:r>
            <a:r>
              <a:rPr sz="2800" dirty="0"/>
              <a:t>collect;</a:t>
            </a:r>
            <a:r>
              <a:rPr sz="2800" spc="-20" dirty="0"/>
              <a:t> </a:t>
            </a:r>
            <a:r>
              <a:rPr sz="2800" i="1" dirty="0">
                <a:latin typeface="Calibri"/>
                <a:cs typeface="Calibri"/>
              </a:rPr>
              <a:t>how,</a:t>
            </a:r>
            <a:r>
              <a:rPr sz="2800" i="1" spc="-15" dirty="0">
                <a:latin typeface="Calibri"/>
                <a:cs typeface="Calibri"/>
              </a:rPr>
              <a:t> </a:t>
            </a:r>
            <a:r>
              <a:rPr sz="2800" i="1" dirty="0">
                <a:latin typeface="Calibri"/>
                <a:cs typeface="Calibri"/>
              </a:rPr>
              <a:t>when,</a:t>
            </a:r>
            <a:r>
              <a:rPr sz="2800" i="1" spc="-15" dirty="0">
                <a:latin typeface="Calibri"/>
                <a:cs typeface="Calibri"/>
              </a:rPr>
              <a:t> </a:t>
            </a:r>
            <a:r>
              <a:rPr sz="2800" dirty="0"/>
              <a:t>and</a:t>
            </a:r>
            <a:r>
              <a:rPr sz="2800" spc="-15" dirty="0"/>
              <a:t> </a:t>
            </a:r>
            <a:r>
              <a:rPr sz="2800" i="1" dirty="0">
                <a:latin typeface="Calibri"/>
                <a:cs typeface="Calibri"/>
              </a:rPr>
              <a:t>who</a:t>
            </a:r>
            <a:r>
              <a:rPr sz="2800" i="1" spc="-15" dirty="0">
                <a:latin typeface="Calibri"/>
                <a:cs typeface="Calibri"/>
              </a:rPr>
              <a:t> </a:t>
            </a:r>
            <a:r>
              <a:rPr sz="2800" dirty="0"/>
              <a:t>will</a:t>
            </a:r>
            <a:r>
              <a:rPr sz="2800" spc="-15" dirty="0"/>
              <a:t> </a:t>
            </a:r>
            <a:r>
              <a:rPr sz="2800" dirty="0"/>
              <a:t>collect</a:t>
            </a:r>
            <a:r>
              <a:rPr sz="2800" spc="-20" dirty="0"/>
              <a:t> </a:t>
            </a:r>
            <a:r>
              <a:rPr sz="2800" dirty="0"/>
              <a:t>the</a:t>
            </a:r>
            <a:r>
              <a:rPr sz="2800" spc="-15" dirty="0"/>
              <a:t> </a:t>
            </a:r>
            <a:r>
              <a:rPr sz="2800" dirty="0"/>
              <a:t>data;</a:t>
            </a:r>
            <a:r>
              <a:rPr sz="2800" spc="-15" dirty="0"/>
              <a:t> </a:t>
            </a:r>
            <a:r>
              <a:rPr sz="2800" i="1" dirty="0">
                <a:latin typeface="Calibri"/>
                <a:cs typeface="Calibri"/>
              </a:rPr>
              <a:t>analysis</a:t>
            </a:r>
            <a:r>
              <a:rPr sz="2800" i="1" spc="-15" dirty="0">
                <a:latin typeface="Calibri"/>
                <a:cs typeface="Calibri"/>
              </a:rPr>
              <a:t> </a:t>
            </a:r>
            <a:r>
              <a:rPr sz="2800" dirty="0"/>
              <a:t>of</a:t>
            </a:r>
            <a:r>
              <a:rPr sz="2800" spc="-20" dirty="0"/>
              <a:t> </a:t>
            </a:r>
            <a:r>
              <a:rPr sz="2800" dirty="0"/>
              <a:t>the</a:t>
            </a:r>
            <a:r>
              <a:rPr sz="2800" spc="-20" dirty="0"/>
              <a:t> </a:t>
            </a:r>
            <a:r>
              <a:rPr sz="2800" spc="-10" dirty="0"/>
              <a:t>data; </a:t>
            </a:r>
            <a:r>
              <a:rPr sz="2800" dirty="0"/>
              <a:t>and</a:t>
            </a:r>
            <a:r>
              <a:rPr sz="2800" spc="-80" dirty="0"/>
              <a:t> </a:t>
            </a:r>
            <a:r>
              <a:rPr sz="2800" i="1" dirty="0">
                <a:latin typeface="Calibri"/>
                <a:cs typeface="Calibri"/>
              </a:rPr>
              <a:t>reporting</a:t>
            </a:r>
            <a:r>
              <a:rPr sz="2800" i="1" spc="-85" dirty="0">
                <a:latin typeface="Calibri"/>
                <a:cs typeface="Calibri"/>
              </a:rPr>
              <a:t> </a:t>
            </a:r>
            <a:r>
              <a:rPr sz="2800" dirty="0"/>
              <a:t>current</a:t>
            </a:r>
            <a:r>
              <a:rPr sz="2800" spc="-80" dirty="0"/>
              <a:t> </a:t>
            </a:r>
            <a:r>
              <a:rPr sz="2800" spc="-10" dirty="0"/>
              <a:t>progress.</a:t>
            </a:r>
            <a:endParaRPr sz="2800">
              <a:latin typeface="Calibri"/>
              <a:cs typeface="Calibri"/>
            </a:endParaRPr>
          </a:p>
          <a:p>
            <a:pPr>
              <a:lnSpc>
                <a:spcPct val="100000"/>
              </a:lnSpc>
              <a:spcBef>
                <a:spcPts val="70"/>
              </a:spcBef>
              <a:buFont typeface="Arial MT"/>
              <a:buChar char="•"/>
            </a:pPr>
            <a:endParaRPr sz="2800"/>
          </a:p>
          <a:p>
            <a:pPr marL="1158240" lvl="1" indent="-370840">
              <a:lnSpc>
                <a:spcPct val="100000"/>
              </a:lnSpc>
              <a:buAutoNum type="arabicPlain"/>
              <a:tabLst>
                <a:tab pos="1158240" algn="l"/>
              </a:tabLst>
            </a:pPr>
            <a:r>
              <a:rPr sz="2800" dirty="0">
                <a:latin typeface="Calibri"/>
                <a:cs typeface="Calibri"/>
              </a:rPr>
              <a:t>What</a:t>
            </a:r>
            <a:r>
              <a:rPr sz="2800" spc="-60" dirty="0">
                <a:latin typeface="Calibri"/>
                <a:cs typeface="Calibri"/>
              </a:rPr>
              <a:t> </a:t>
            </a:r>
            <a:r>
              <a:rPr sz="2800" dirty="0">
                <a:latin typeface="Calibri"/>
                <a:cs typeface="Calibri"/>
              </a:rPr>
              <a:t>Data</a:t>
            </a:r>
            <a:r>
              <a:rPr sz="2800" spc="-65" dirty="0">
                <a:latin typeface="Calibri"/>
                <a:cs typeface="Calibri"/>
              </a:rPr>
              <a:t> </a:t>
            </a:r>
            <a:r>
              <a:rPr sz="2800" dirty="0">
                <a:latin typeface="Calibri"/>
                <a:cs typeface="Calibri"/>
              </a:rPr>
              <a:t>Are</a:t>
            </a:r>
            <a:r>
              <a:rPr sz="2800" spc="-65" dirty="0">
                <a:latin typeface="Calibri"/>
                <a:cs typeface="Calibri"/>
              </a:rPr>
              <a:t> </a:t>
            </a:r>
            <a:r>
              <a:rPr sz="2800" spc="-10" dirty="0">
                <a:latin typeface="Calibri"/>
                <a:cs typeface="Calibri"/>
              </a:rPr>
              <a:t>Collected?</a:t>
            </a:r>
            <a:endParaRPr sz="2800">
              <a:latin typeface="Calibri"/>
              <a:cs typeface="Calibri"/>
            </a:endParaRPr>
          </a:p>
          <a:p>
            <a:pPr lvl="1">
              <a:lnSpc>
                <a:spcPct val="100000"/>
              </a:lnSpc>
              <a:spcBef>
                <a:spcPts val="1405"/>
              </a:spcBef>
              <a:buFont typeface="Calibri"/>
              <a:buAutoNum type="arabicPlain"/>
            </a:pPr>
            <a:endParaRPr sz="2800"/>
          </a:p>
          <a:p>
            <a:pPr marL="2804795" lvl="1" indent="-370840">
              <a:lnSpc>
                <a:spcPct val="100000"/>
              </a:lnSpc>
              <a:buAutoNum type="arabicPlain"/>
              <a:tabLst>
                <a:tab pos="2804795" algn="l"/>
              </a:tabLst>
            </a:pPr>
            <a:r>
              <a:rPr sz="2800" dirty="0">
                <a:latin typeface="Calibri"/>
                <a:cs typeface="Calibri"/>
              </a:rPr>
              <a:t>Collecting</a:t>
            </a:r>
            <a:r>
              <a:rPr sz="2800" spc="-65" dirty="0">
                <a:latin typeface="Calibri"/>
                <a:cs typeface="Calibri"/>
              </a:rPr>
              <a:t> </a:t>
            </a:r>
            <a:r>
              <a:rPr sz="2800" dirty="0">
                <a:latin typeface="Calibri"/>
                <a:cs typeface="Calibri"/>
              </a:rPr>
              <a:t>Data</a:t>
            </a:r>
            <a:r>
              <a:rPr sz="2800" spc="-60" dirty="0">
                <a:latin typeface="Calibri"/>
                <a:cs typeface="Calibri"/>
              </a:rPr>
              <a:t> </a:t>
            </a:r>
            <a:r>
              <a:rPr sz="2800" dirty="0">
                <a:latin typeface="Calibri"/>
                <a:cs typeface="Calibri"/>
              </a:rPr>
              <a:t>and</a:t>
            </a:r>
            <a:r>
              <a:rPr sz="2800" spc="-50" dirty="0">
                <a:latin typeface="Calibri"/>
                <a:cs typeface="Calibri"/>
              </a:rPr>
              <a:t> </a:t>
            </a:r>
            <a:r>
              <a:rPr sz="2800" spc="-10" dirty="0">
                <a:latin typeface="Calibri"/>
                <a:cs typeface="Calibri"/>
              </a:rPr>
              <a:t>Analysis</a:t>
            </a:r>
            <a:endParaRPr sz="2800">
              <a:latin typeface="Calibri"/>
              <a:cs typeface="Calibri"/>
            </a:endParaRPr>
          </a:p>
          <a:p>
            <a:pPr lvl="1">
              <a:lnSpc>
                <a:spcPct val="100000"/>
              </a:lnSpc>
              <a:spcBef>
                <a:spcPts val="1475"/>
              </a:spcBef>
              <a:buFont typeface="Calibri"/>
              <a:buAutoNum type="arabicPlain"/>
            </a:pPr>
            <a:endParaRPr sz="2800"/>
          </a:p>
          <a:p>
            <a:pPr marL="5644515" lvl="1" indent="-370840">
              <a:lnSpc>
                <a:spcPct val="100000"/>
              </a:lnSpc>
              <a:spcBef>
                <a:spcPts val="5"/>
              </a:spcBef>
              <a:buAutoNum type="arabicPlain"/>
              <a:tabLst>
                <a:tab pos="5644515" algn="l"/>
              </a:tabLst>
            </a:pPr>
            <a:r>
              <a:rPr sz="2800" dirty="0">
                <a:latin typeface="Calibri"/>
                <a:cs typeface="Calibri"/>
              </a:rPr>
              <a:t>Reports</a:t>
            </a:r>
            <a:r>
              <a:rPr sz="2800" spc="-55" dirty="0">
                <a:latin typeface="Calibri"/>
                <a:cs typeface="Calibri"/>
              </a:rPr>
              <a:t> </a:t>
            </a:r>
            <a:r>
              <a:rPr sz="2800" dirty="0">
                <a:latin typeface="Calibri"/>
                <a:cs typeface="Calibri"/>
              </a:rPr>
              <a:t>and</a:t>
            </a:r>
            <a:r>
              <a:rPr sz="2800" spc="-55" dirty="0">
                <a:latin typeface="Calibri"/>
                <a:cs typeface="Calibri"/>
              </a:rPr>
              <a:t> </a:t>
            </a:r>
            <a:r>
              <a:rPr sz="2800" spc="-10" dirty="0">
                <a:latin typeface="Calibri"/>
                <a:cs typeface="Calibri"/>
              </a:rPr>
              <a:t>Reporting</a:t>
            </a:r>
            <a:endParaRPr sz="2800">
              <a:latin typeface="Calibri"/>
              <a:cs typeface="Calibri"/>
            </a:endParaRPr>
          </a:p>
        </p:txBody>
      </p:sp>
      <p:sp>
        <p:nvSpPr>
          <p:cNvPr id="7" name="object 7"/>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2</a:t>
            </a:fld>
            <a:endParaRPr spc="-50" dirty="0"/>
          </a:p>
        </p:txBody>
      </p:sp>
      <p:pic>
        <p:nvPicPr>
          <p:cNvPr id="8" name="Picture 7">
            <a:extLst>
              <a:ext uri="{FF2B5EF4-FFF2-40B4-BE49-F238E27FC236}">
                <a16:creationId xmlns:a16="http://schemas.microsoft.com/office/drawing/2014/main" id="{3730632B-58EF-14AF-0378-7EE7DBB2B8E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91800" y="1"/>
            <a:ext cx="16002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95" dirty="0"/>
              <a:t>The</a:t>
            </a:r>
            <a:r>
              <a:rPr spc="120" dirty="0"/>
              <a:t> </a:t>
            </a:r>
            <a:r>
              <a:rPr spc="85" dirty="0"/>
              <a:t>Project</a:t>
            </a:r>
            <a:r>
              <a:rPr spc="125" dirty="0"/>
              <a:t> </a:t>
            </a:r>
            <a:r>
              <a:rPr spc="90" dirty="0"/>
              <a:t>Control</a:t>
            </a:r>
            <a:r>
              <a:rPr spc="125" dirty="0"/>
              <a:t> </a:t>
            </a:r>
            <a:r>
              <a:rPr spc="90" dirty="0"/>
              <a:t>Process</a:t>
            </a:r>
            <a:r>
              <a:rPr spc="140" dirty="0"/>
              <a:t> </a:t>
            </a:r>
            <a:r>
              <a:rPr sz="1950" spc="-10" dirty="0"/>
              <a:t>(1/2)</a:t>
            </a:r>
            <a:endParaRPr sz="1950" dirty="0"/>
          </a:p>
        </p:txBody>
      </p:sp>
      <p:sp>
        <p:nvSpPr>
          <p:cNvPr id="12" name="object 12"/>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3</a:t>
            </a:fld>
            <a:endParaRPr spc="-50" dirty="0"/>
          </a:p>
        </p:txBody>
      </p:sp>
      <p:sp>
        <p:nvSpPr>
          <p:cNvPr id="3" name="object 3"/>
          <p:cNvSpPr txBox="1"/>
          <p:nvPr/>
        </p:nvSpPr>
        <p:spPr>
          <a:xfrm>
            <a:off x="916939" y="1559052"/>
            <a:ext cx="10358755" cy="2124710"/>
          </a:xfrm>
          <a:prstGeom prst="rect">
            <a:avLst/>
          </a:prstGeom>
        </p:spPr>
        <p:txBody>
          <a:bodyPr vert="horz" wrap="square" lIns="0" tIns="12700" rIns="0" bIns="0" rtlCol="0">
            <a:spAutoFit/>
          </a:bodyPr>
          <a:lstStyle/>
          <a:p>
            <a:pPr marL="241300" indent="-228600">
              <a:lnSpc>
                <a:spcPts val="2650"/>
              </a:lnSpc>
              <a:spcBef>
                <a:spcPts val="100"/>
              </a:spcBef>
              <a:buFont typeface="Arial MT"/>
              <a:buChar char="•"/>
              <a:tabLst>
                <a:tab pos="241300" algn="l"/>
                <a:tab pos="1329055" algn="l"/>
                <a:tab pos="2422525" algn="l"/>
                <a:tab pos="3580765" algn="l"/>
                <a:tab pos="3925570" algn="l"/>
                <a:tab pos="4512310" algn="l"/>
                <a:tab pos="5670550" algn="l"/>
                <a:tab pos="6085205" algn="l"/>
                <a:tab pos="7652384" algn="l"/>
                <a:tab pos="8609330" algn="l"/>
              </a:tabLst>
            </a:pPr>
            <a:r>
              <a:rPr sz="2600" spc="-10" dirty="0">
                <a:latin typeface="Calibri"/>
                <a:cs typeface="Calibri"/>
              </a:rPr>
              <a:t>Project</a:t>
            </a:r>
            <a:r>
              <a:rPr sz="2600" dirty="0">
                <a:latin typeface="Calibri"/>
                <a:cs typeface="Calibri"/>
              </a:rPr>
              <a:t>	</a:t>
            </a:r>
            <a:r>
              <a:rPr sz="2600" spc="-10" dirty="0">
                <a:latin typeface="Calibri"/>
                <a:cs typeface="Calibri"/>
              </a:rPr>
              <a:t>control</a:t>
            </a:r>
            <a:r>
              <a:rPr sz="2600" dirty="0">
                <a:latin typeface="Calibri"/>
                <a:cs typeface="Calibri"/>
              </a:rPr>
              <a:t>	</a:t>
            </a:r>
            <a:r>
              <a:rPr sz="2600" spc="-10" dirty="0">
                <a:latin typeface="Calibri"/>
                <a:cs typeface="Calibri"/>
              </a:rPr>
              <a:t>process</a:t>
            </a:r>
            <a:r>
              <a:rPr sz="2600" dirty="0">
                <a:latin typeface="Calibri"/>
                <a:cs typeface="Calibri"/>
              </a:rPr>
              <a:t>	</a:t>
            </a:r>
            <a:r>
              <a:rPr sz="2600" spc="-25" dirty="0">
                <a:latin typeface="Calibri"/>
                <a:cs typeface="Calibri"/>
              </a:rPr>
              <a:t>is</a:t>
            </a:r>
            <a:r>
              <a:rPr sz="2600" dirty="0">
                <a:latin typeface="Calibri"/>
                <a:cs typeface="Calibri"/>
              </a:rPr>
              <a:t>	</a:t>
            </a:r>
            <a:r>
              <a:rPr sz="2600" spc="-25" dirty="0">
                <a:latin typeface="Calibri"/>
                <a:cs typeface="Calibri"/>
              </a:rPr>
              <a:t>the</a:t>
            </a:r>
            <a:r>
              <a:rPr sz="2600" dirty="0">
                <a:latin typeface="Calibri"/>
                <a:cs typeface="Calibri"/>
              </a:rPr>
              <a:t>	</a:t>
            </a:r>
            <a:r>
              <a:rPr sz="2600" spc="-10" dirty="0">
                <a:latin typeface="Calibri"/>
                <a:cs typeface="Calibri"/>
              </a:rPr>
              <a:t>process</a:t>
            </a:r>
            <a:r>
              <a:rPr sz="2600" dirty="0">
                <a:latin typeface="Calibri"/>
                <a:cs typeface="Calibri"/>
              </a:rPr>
              <a:t>	</a:t>
            </a:r>
            <a:r>
              <a:rPr sz="2600" spc="-25" dirty="0">
                <a:latin typeface="Calibri"/>
                <a:cs typeface="Calibri"/>
              </a:rPr>
              <a:t>of</a:t>
            </a:r>
            <a:r>
              <a:rPr sz="2600" dirty="0">
                <a:latin typeface="Calibri"/>
                <a:cs typeface="Calibri"/>
              </a:rPr>
              <a:t>	</a:t>
            </a:r>
            <a:r>
              <a:rPr sz="2600" spc="-10" dirty="0">
                <a:latin typeface="Calibri"/>
                <a:cs typeface="Calibri"/>
              </a:rPr>
              <a:t>comparing</a:t>
            </a:r>
            <a:r>
              <a:rPr sz="2600" dirty="0">
                <a:latin typeface="Calibri"/>
                <a:cs typeface="Calibri"/>
              </a:rPr>
              <a:t>	</a:t>
            </a:r>
            <a:r>
              <a:rPr sz="2600" spc="-10" dirty="0">
                <a:latin typeface="Calibri"/>
                <a:cs typeface="Calibri"/>
              </a:rPr>
              <a:t>actual</a:t>
            </a:r>
            <a:r>
              <a:rPr sz="2600" dirty="0">
                <a:latin typeface="Calibri"/>
                <a:cs typeface="Calibri"/>
              </a:rPr>
              <a:t>	</a:t>
            </a:r>
            <a:r>
              <a:rPr sz="2600" spc="-10" dirty="0">
                <a:latin typeface="Calibri"/>
                <a:cs typeface="Calibri"/>
              </a:rPr>
              <a:t>performance</a:t>
            </a:r>
            <a:endParaRPr sz="2600" dirty="0">
              <a:latin typeface="Calibri"/>
              <a:cs typeface="Calibri"/>
            </a:endParaRPr>
          </a:p>
          <a:p>
            <a:pPr marL="241300" marR="5080">
              <a:lnSpc>
                <a:spcPct val="70800"/>
              </a:lnSpc>
              <a:spcBef>
                <a:spcPts val="440"/>
              </a:spcBef>
            </a:pPr>
            <a:r>
              <a:rPr sz="2600" dirty="0">
                <a:latin typeface="Calibri"/>
                <a:cs typeface="Calibri"/>
              </a:rPr>
              <a:t>against</a:t>
            </a:r>
            <a:r>
              <a:rPr sz="2600" spc="35" dirty="0">
                <a:latin typeface="Calibri"/>
                <a:cs typeface="Calibri"/>
              </a:rPr>
              <a:t> </a:t>
            </a:r>
            <a:r>
              <a:rPr sz="2600" dirty="0">
                <a:latin typeface="Calibri"/>
                <a:cs typeface="Calibri"/>
              </a:rPr>
              <a:t>plan</a:t>
            </a:r>
            <a:r>
              <a:rPr sz="2600" spc="35" dirty="0">
                <a:latin typeface="Calibri"/>
                <a:cs typeface="Calibri"/>
              </a:rPr>
              <a:t> </a:t>
            </a:r>
            <a:r>
              <a:rPr sz="2600" dirty="0">
                <a:latin typeface="Calibri"/>
                <a:cs typeface="Calibri"/>
              </a:rPr>
              <a:t>to</a:t>
            </a:r>
            <a:r>
              <a:rPr sz="2600" spc="35" dirty="0">
                <a:latin typeface="Calibri"/>
                <a:cs typeface="Calibri"/>
              </a:rPr>
              <a:t> </a:t>
            </a:r>
            <a:r>
              <a:rPr sz="2600" dirty="0">
                <a:latin typeface="Calibri"/>
                <a:cs typeface="Calibri"/>
              </a:rPr>
              <a:t>identify</a:t>
            </a:r>
            <a:r>
              <a:rPr sz="2600" spc="35" dirty="0">
                <a:latin typeface="Calibri"/>
                <a:cs typeface="Calibri"/>
              </a:rPr>
              <a:t> </a:t>
            </a:r>
            <a:r>
              <a:rPr sz="2600" dirty="0">
                <a:latin typeface="Calibri"/>
                <a:cs typeface="Calibri"/>
              </a:rPr>
              <a:t>deviations,</a:t>
            </a:r>
            <a:r>
              <a:rPr sz="2600" spc="35" dirty="0">
                <a:latin typeface="Calibri"/>
                <a:cs typeface="Calibri"/>
              </a:rPr>
              <a:t> </a:t>
            </a:r>
            <a:r>
              <a:rPr sz="2600" dirty="0">
                <a:latin typeface="Calibri"/>
                <a:cs typeface="Calibri"/>
              </a:rPr>
              <a:t>evaluate</a:t>
            </a:r>
            <a:r>
              <a:rPr sz="2600" spc="35" dirty="0">
                <a:latin typeface="Calibri"/>
                <a:cs typeface="Calibri"/>
              </a:rPr>
              <a:t> </a:t>
            </a:r>
            <a:r>
              <a:rPr sz="2600" dirty="0">
                <a:latin typeface="Calibri"/>
                <a:cs typeface="Calibri"/>
              </a:rPr>
              <a:t>possible</a:t>
            </a:r>
            <a:r>
              <a:rPr sz="2600" spc="30" dirty="0">
                <a:latin typeface="Calibri"/>
                <a:cs typeface="Calibri"/>
              </a:rPr>
              <a:t> </a:t>
            </a:r>
            <a:r>
              <a:rPr sz="2600" dirty="0">
                <a:latin typeface="Calibri"/>
                <a:cs typeface="Calibri"/>
              </a:rPr>
              <a:t>alternative</a:t>
            </a:r>
            <a:r>
              <a:rPr sz="2600" spc="35" dirty="0">
                <a:latin typeface="Calibri"/>
                <a:cs typeface="Calibri"/>
              </a:rPr>
              <a:t> </a:t>
            </a:r>
            <a:r>
              <a:rPr sz="2600" dirty="0">
                <a:latin typeface="Calibri"/>
                <a:cs typeface="Calibri"/>
              </a:rPr>
              <a:t>courses</a:t>
            </a:r>
            <a:r>
              <a:rPr sz="2600" spc="35" dirty="0">
                <a:latin typeface="Calibri"/>
                <a:cs typeface="Calibri"/>
              </a:rPr>
              <a:t> </a:t>
            </a:r>
            <a:r>
              <a:rPr sz="2600" spc="-25" dirty="0">
                <a:latin typeface="Calibri"/>
                <a:cs typeface="Calibri"/>
              </a:rPr>
              <a:t>of </a:t>
            </a:r>
            <a:r>
              <a:rPr sz="2600" dirty="0">
                <a:latin typeface="Calibri"/>
                <a:cs typeface="Calibri"/>
              </a:rPr>
              <a:t>actions,</a:t>
            </a:r>
            <a:r>
              <a:rPr sz="2600" spc="-80" dirty="0">
                <a:latin typeface="Calibri"/>
                <a:cs typeface="Calibri"/>
              </a:rPr>
              <a:t> </a:t>
            </a:r>
            <a:r>
              <a:rPr sz="2600" dirty="0">
                <a:latin typeface="Calibri"/>
                <a:cs typeface="Calibri"/>
              </a:rPr>
              <a:t>and</a:t>
            </a:r>
            <a:r>
              <a:rPr sz="2600" spc="-80" dirty="0">
                <a:latin typeface="Calibri"/>
                <a:cs typeface="Calibri"/>
              </a:rPr>
              <a:t> </a:t>
            </a:r>
            <a:r>
              <a:rPr sz="2600" spc="-10" dirty="0">
                <a:latin typeface="Calibri"/>
                <a:cs typeface="Calibri"/>
              </a:rPr>
              <a:t>take</a:t>
            </a:r>
            <a:r>
              <a:rPr sz="2600" spc="-85" dirty="0">
                <a:latin typeface="Calibri"/>
                <a:cs typeface="Calibri"/>
              </a:rPr>
              <a:t> </a:t>
            </a:r>
            <a:r>
              <a:rPr sz="2600" spc="-10" dirty="0">
                <a:latin typeface="Calibri"/>
                <a:cs typeface="Calibri"/>
              </a:rPr>
              <a:t>appropriate</a:t>
            </a:r>
            <a:r>
              <a:rPr sz="2600" spc="-80" dirty="0">
                <a:latin typeface="Calibri"/>
                <a:cs typeface="Calibri"/>
              </a:rPr>
              <a:t> </a:t>
            </a:r>
            <a:r>
              <a:rPr sz="2600" spc="-10" dirty="0">
                <a:latin typeface="Calibri"/>
                <a:cs typeface="Calibri"/>
              </a:rPr>
              <a:t>corrective</a:t>
            </a:r>
            <a:r>
              <a:rPr sz="2600" spc="-85" dirty="0">
                <a:latin typeface="Calibri"/>
                <a:cs typeface="Calibri"/>
              </a:rPr>
              <a:t> </a:t>
            </a:r>
            <a:r>
              <a:rPr sz="2600" spc="-10" dirty="0">
                <a:latin typeface="Calibri"/>
                <a:cs typeface="Calibri"/>
              </a:rPr>
              <a:t>action.</a:t>
            </a:r>
            <a:endParaRPr sz="2600" dirty="0">
              <a:latin typeface="Calibri"/>
              <a:cs typeface="Calibri"/>
            </a:endParaRPr>
          </a:p>
          <a:p>
            <a:pPr marL="241300" marR="6350" indent="-228600">
              <a:lnSpc>
                <a:spcPct val="70800"/>
              </a:lnSpc>
              <a:spcBef>
                <a:spcPts val="2280"/>
              </a:spcBef>
              <a:buFont typeface="Arial MT"/>
              <a:buChar char="•"/>
              <a:tabLst>
                <a:tab pos="241300" algn="l"/>
                <a:tab pos="1033780" algn="l"/>
                <a:tab pos="2282190" algn="l"/>
                <a:tab pos="3532504" algn="l"/>
                <a:tab pos="4525010" algn="l"/>
                <a:tab pos="5204460" algn="l"/>
                <a:tab pos="6908800" algn="l"/>
                <a:tab pos="7709534" algn="l"/>
                <a:tab pos="9391650" algn="l"/>
              </a:tabLst>
            </a:pPr>
            <a:r>
              <a:rPr sz="2600" spc="-25" dirty="0">
                <a:latin typeface="Calibri"/>
                <a:cs typeface="Calibri"/>
              </a:rPr>
              <a:t>The</a:t>
            </a:r>
            <a:r>
              <a:rPr sz="2600" dirty="0">
                <a:latin typeface="Calibri"/>
                <a:cs typeface="Calibri"/>
              </a:rPr>
              <a:t>	</a:t>
            </a:r>
            <a:r>
              <a:rPr sz="2600" spc="-10" dirty="0">
                <a:latin typeface="Calibri"/>
                <a:cs typeface="Calibri"/>
              </a:rPr>
              <a:t>project</a:t>
            </a:r>
            <a:r>
              <a:rPr sz="2600" dirty="0">
                <a:latin typeface="Calibri"/>
                <a:cs typeface="Calibri"/>
              </a:rPr>
              <a:t>	</a:t>
            </a:r>
            <a:r>
              <a:rPr sz="2600" spc="-10" dirty="0">
                <a:latin typeface="Calibri"/>
                <a:cs typeface="Calibri"/>
              </a:rPr>
              <a:t>control</a:t>
            </a:r>
            <a:r>
              <a:rPr sz="2600" dirty="0">
                <a:latin typeface="Calibri"/>
                <a:cs typeface="Calibri"/>
              </a:rPr>
              <a:t>	</a:t>
            </a:r>
            <a:r>
              <a:rPr sz="2600" spc="-10" dirty="0">
                <a:latin typeface="Calibri"/>
                <a:cs typeface="Calibri"/>
              </a:rPr>
              <a:t>steps</a:t>
            </a:r>
            <a:r>
              <a:rPr sz="2600" dirty="0">
                <a:latin typeface="Calibri"/>
                <a:cs typeface="Calibri"/>
              </a:rPr>
              <a:t>	</a:t>
            </a:r>
            <a:r>
              <a:rPr sz="2600" spc="-25" dirty="0">
                <a:latin typeface="Calibri"/>
                <a:cs typeface="Calibri"/>
              </a:rPr>
              <a:t>for</a:t>
            </a:r>
            <a:r>
              <a:rPr sz="2600" dirty="0">
                <a:latin typeface="Calibri"/>
                <a:cs typeface="Calibri"/>
              </a:rPr>
              <a:t>	</a:t>
            </a:r>
            <a:r>
              <a:rPr sz="2600" spc="-10" dirty="0">
                <a:latin typeface="Calibri"/>
                <a:cs typeface="Calibri"/>
              </a:rPr>
              <a:t>measuring</a:t>
            </a:r>
            <a:r>
              <a:rPr sz="2600" dirty="0">
                <a:latin typeface="Calibri"/>
                <a:cs typeface="Calibri"/>
              </a:rPr>
              <a:t>	</a:t>
            </a:r>
            <a:r>
              <a:rPr sz="2600" spc="-25" dirty="0">
                <a:latin typeface="Calibri"/>
                <a:cs typeface="Calibri"/>
              </a:rPr>
              <a:t>and</a:t>
            </a:r>
            <a:r>
              <a:rPr sz="2600" dirty="0">
                <a:latin typeface="Calibri"/>
                <a:cs typeface="Calibri"/>
              </a:rPr>
              <a:t>	</a:t>
            </a:r>
            <a:r>
              <a:rPr sz="2600" spc="-10" dirty="0">
                <a:latin typeface="Calibri"/>
                <a:cs typeface="Calibri"/>
              </a:rPr>
              <a:t>evaluating</a:t>
            </a:r>
            <a:r>
              <a:rPr sz="2600" dirty="0">
                <a:latin typeface="Calibri"/>
                <a:cs typeface="Calibri"/>
              </a:rPr>
              <a:t>	</a:t>
            </a:r>
            <a:r>
              <a:rPr sz="2600" spc="-20" dirty="0">
                <a:latin typeface="Calibri"/>
                <a:cs typeface="Calibri"/>
              </a:rPr>
              <a:t>project </a:t>
            </a:r>
            <a:r>
              <a:rPr sz="2600" spc="-10" dirty="0">
                <a:latin typeface="Calibri"/>
                <a:cs typeface="Calibri"/>
              </a:rPr>
              <a:t>performance</a:t>
            </a:r>
            <a:r>
              <a:rPr sz="2600" spc="-60" dirty="0">
                <a:latin typeface="Calibri"/>
                <a:cs typeface="Calibri"/>
              </a:rPr>
              <a:t> </a:t>
            </a:r>
            <a:r>
              <a:rPr sz="2600" dirty="0">
                <a:latin typeface="Calibri"/>
                <a:cs typeface="Calibri"/>
              </a:rPr>
              <a:t>are</a:t>
            </a:r>
            <a:r>
              <a:rPr sz="2600" spc="-60" dirty="0">
                <a:latin typeface="Calibri"/>
                <a:cs typeface="Calibri"/>
              </a:rPr>
              <a:t> </a:t>
            </a:r>
            <a:r>
              <a:rPr sz="2600" spc="-10" dirty="0">
                <a:latin typeface="Calibri"/>
                <a:cs typeface="Calibri"/>
              </a:rPr>
              <a:t>presented</a:t>
            </a:r>
            <a:r>
              <a:rPr sz="2600" spc="-55" dirty="0">
                <a:latin typeface="Calibri"/>
                <a:cs typeface="Calibri"/>
              </a:rPr>
              <a:t> </a:t>
            </a:r>
            <a:r>
              <a:rPr sz="2600" spc="-10" dirty="0">
                <a:latin typeface="Calibri"/>
                <a:cs typeface="Calibri"/>
              </a:rPr>
              <a:t>below.</a:t>
            </a:r>
            <a:endParaRPr sz="2600" dirty="0">
              <a:latin typeface="Calibri"/>
              <a:cs typeface="Calibri"/>
            </a:endParaRPr>
          </a:p>
          <a:p>
            <a:pPr marL="773430" lvl="1" indent="-265430">
              <a:lnSpc>
                <a:spcPts val="2320"/>
              </a:lnSpc>
              <a:buAutoNum type="arabicPeriod"/>
              <a:tabLst>
                <a:tab pos="773430" algn="l"/>
              </a:tabLst>
            </a:pPr>
            <a:r>
              <a:rPr sz="2200" u="sng" dirty="0">
                <a:solidFill>
                  <a:srgbClr val="C00000"/>
                </a:solidFill>
                <a:uFill>
                  <a:solidFill>
                    <a:srgbClr val="C00000"/>
                  </a:solidFill>
                </a:uFill>
                <a:latin typeface="Calibri"/>
                <a:cs typeface="Calibri"/>
              </a:rPr>
              <a:t>Setting</a:t>
            </a:r>
            <a:r>
              <a:rPr sz="2200" u="sng" spc="-60" dirty="0">
                <a:solidFill>
                  <a:srgbClr val="C00000"/>
                </a:solidFill>
                <a:uFill>
                  <a:solidFill>
                    <a:srgbClr val="C00000"/>
                  </a:solidFill>
                </a:uFill>
                <a:latin typeface="Calibri"/>
                <a:cs typeface="Calibri"/>
              </a:rPr>
              <a:t> </a:t>
            </a:r>
            <a:r>
              <a:rPr sz="2200" u="sng" dirty="0">
                <a:solidFill>
                  <a:srgbClr val="C00000"/>
                </a:solidFill>
                <a:uFill>
                  <a:solidFill>
                    <a:srgbClr val="C00000"/>
                  </a:solidFill>
                </a:uFill>
                <a:latin typeface="Calibri"/>
                <a:cs typeface="Calibri"/>
              </a:rPr>
              <a:t>a</a:t>
            </a:r>
            <a:r>
              <a:rPr sz="2200" u="sng" spc="-60" dirty="0">
                <a:solidFill>
                  <a:srgbClr val="C00000"/>
                </a:solidFill>
                <a:uFill>
                  <a:solidFill>
                    <a:srgbClr val="C00000"/>
                  </a:solidFill>
                </a:uFill>
                <a:latin typeface="Calibri"/>
                <a:cs typeface="Calibri"/>
              </a:rPr>
              <a:t> </a:t>
            </a:r>
            <a:r>
              <a:rPr sz="2200" u="sng" dirty="0">
                <a:solidFill>
                  <a:srgbClr val="C00000"/>
                </a:solidFill>
                <a:uFill>
                  <a:solidFill>
                    <a:srgbClr val="C00000"/>
                  </a:solidFill>
                </a:uFill>
                <a:latin typeface="Calibri"/>
                <a:cs typeface="Calibri"/>
              </a:rPr>
              <a:t>baseline</a:t>
            </a:r>
            <a:r>
              <a:rPr sz="2200" u="sng" spc="-55" dirty="0">
                <a:solidFill>
                  <a:srgbClr val="C00000"/>
                </a:solidFill>
                <a:uFill>
                  <a:solidFill>
                    <a:srgbClr val="C00000"/>
                  </a:solidFill>
                </a:uFill>
                <a:latin typeface="Calibri"/>
                <a:cs typeface="Calibri"/>
              </a:rPr>
              <a:t> </a:t>
            </a:r>
            <a:r>
              <a:rPr sz="2200" u="sng" spc="-20" dirty="0">
                <a:solidFill>
                  <a:srgbClr val="C00000"/>
                </a:solidFill>
                <a:uFill>
                  <a:solidFill>
                    <a:srgbClr val="C00000"/>
                  </a:solidFill>
                </a:uFill>
                <a:latin typeface="Calibri"/>
                <a:cs typeface="Calibri"/>
              </a:rPr>
              <a:t>plan</a:t>
            </a:r>
            <a:r>
              <a:rPr sz="2200" spc="-20" dirty="0">
                <a:latin typeface="Calibri"/>
                <a:cs typeface="Calibri"/>
              </a:rPr>
              <a:t>.</a:t>
            </a:r>
            <a:endParaRPr sz="2200" dirty="0">
              <a:latin typeface="Calibri"/>
              <a:cs typeface="Calibri"/>
            </a:endParaRPr>
          </a:p>
        </p:txBody>
      </p:sp>
      <p:sp>
        <p:nvSpPr>
          <p:cNvPr id="4" name="object 4"/>
          <p:cNvSpPr txBox="1"/>
          <p:nvPr/>
        </p:nvSpPr>
        <p:spPr>
          <a:xfrm>
            <a:off x="1412239" y="3627628"/>
            <a:ext cx="9861550"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C00000"/>
                </a:solidFill>
                <a:latin typeface="Calibri"/>
                <a:cs typeface="Calibri"/>
              </a:rPr>
              <a:t>2.</a:t>
            </a:r>
            <a:r>
              <a:rPr sz="2200" spc="-105" dirty="0">
                <a:solidFill>
                  <a:srgbClr val="C00000"/>
                </a:solidFill>
                <a:latin typeface="Calibri"/>
                <a:cs typeface="Calibri"/>
              </a:rPr>
              <a:t> </a:t>
            </a:r>
            <a:r>
              <a:rPr sz="2200" u="sng" dirty="0">
                <a:solidFill>
                  <a:srgbClr val="C00000"/>
                </a:solidFill>
                <a:uFill>
                  <a:solidFill>
                    <a:srgbClr val="C00000"/>
                  </a:solidFill>
                </a:uFill>
                <a:latin typeface="Calibri"/>
                <a:cs typeface="Calibri"/>
              </a:rPr>
              <a:t>Measuring</a:t>
            </a:r>
            <a:r>
              <a:rPr sz="2200" u="sng" spc="395" dirty="0">
                <a:solidFill>
                  <a:srgbClr val="C00000"/>
                </a:solidFill>
                <a:uFill>
                  <a:solidFill>
                    <a:srgbClr val="C00000"/>
                  </a:solidFill>
                </a:uFill>
                <a:latin typeface="Calibri"/>
                <a:cs typeface="Calibri"/>
              </a:rPr>
              <a:t> </a:t>
            </a:r>
            <a:r>
              <a:rPr sz="2200" u="sng" dirty="0">
                <a:solidFill>
                  <a:srgbClr val="C00000"/>
                </a:solidFill>
                <a:uFill>
                  <a:solidFill>
                    <a:srgbClr val="C00000"/>
                  </a:solidFill>
                </a:uFill>
                <a:latin typeface="Calibri"/>
                <a:cs typeface="Calibri"/>
              </a:rPr>
              <a:t>progress</a:t>
            </a:r>
            <a:r>
              <a:rPr sz="2200" u="sng" spc="400" dirty="0">
                <a:solidFill>
                  <a:srgbClr val="C00000"/>
                </a:solidFill>
                <a:uFill>
                  <a:solidFill>
                    <a:srgbClr val="C00000"/>
                  </a:solidFill>
                </a:uFill>
                <a:latin typeface="Calibri"/>
                <a:cs typeface="Calibri"/>
              </a:rPr>
              <a:t> </a:t>
            </a:r>
            <a:r>
              <a:rPr sz="2200" u="sng" dirty="0">
                <a:solidFill>
                  <a:srgbClr val="C00000"/>
                </a:solidFill>
                <a:uFill>
                  <a:solidFill>
                    <a:srgbClr val="C00000"/>
                  </a:solidFill>
                </a:uFill>
                <a:latin typeface="Calibri"/>
                <a:cs typeface="Calibri"/>
              </a:rPr>
              <a:t>and</a:t>
            </a:r>
            <a:r>
              <a:rPr sz="2200" u="sng" spc="390" dirty="0">
                <a:solidFill>
                  <a:srgbClr val="C00000"/>
                </a:solidFill>
                <a:uFill>
                  <a:solidFill>
                    <a:srgbClr val="C00000"/>
                  </a:solidFill>
                </a:uFill>
                <a:latin typeface="Calibri"/>
                <a:cs typeface="Calibri"/>
              </a:rPr>
              <a:t> </a:t>
            </a:r>
            <a:r>
              <a:rPr sz="2200" u="sng" dirty="0">
                <a:solidFill>
                  <a:srgbClr val="C00000"/>
                </a:solidFill>
                <a:uFill>
                  <a:solidFill>
                    <a:srgbClr val="C00000"/>
                  </a:solidFill>
                </a:uFill>
                <a:latin typeface="Calibri"/>
                <a:cs typeface="Calibri"/>
              </a:rPr>
              <a:t>performance</a:t>
            </a:r>
            <a:r>
              <a:rPr sz="2200" dirty="0">
                <a:latin typeface="Calibri"/>
                <a:cs typeface="Calibri"/>
              </a:rPr>
              <a:t>:</a:t>
            </a:r>
            <a:r>
              <a:rPr sz="2200" spc="390" dirty="0">
                <a:latin typeface="Calibri"/>
                <a:cs typeface="Calibri"/>
              </a:rPr>
              <a:t> </a:t>
            </a:r>
            <a:r>
              <a:rPr sz="2200" dirty="0">
                <a:latin typeface="Calibri"/>
                <a:cs typeface="Calibri"/>
              </a:rPr>
              <a:t>Is</a:t>
            </a:r>
            <a:r>
              <a:rPr sz="2200" spc="400" dirty="0">
                <a:latin typeface="Calibri"/>
                <a:cs typeface="Calibri"/>
              </a:rPr>
              <a:t> </a:t>
            </a:r>
            <a:r>
              <a:rPr sz="2200" dirty="0">
                <a:latin typeface="Calibri"/>
                <a:cs typeface="Calibri"/>
              </a:rPr>
              <a:t>critical</a:t>
            </a:r>
            <a:r>
              <a:rPr sz="2200" spc="390" dirty="0">
                <a:latin typeface="Calibri"/>
                <a:cs typeface="Calibri"/>
              </a:rPr>
              <a:t> </a:t>
            </a:r>
            <a:r>
              <a:rPr sz="2200" dirty="0">
                <a:latin typeface="Calibri"/>
                <a:cs typeface="Calibri"/>
              </a:rPr>
              <a:t>path</a:t>
            </a:r>
            <a:r>
              <a:rPr sz="2200" spc="390" dirty="0">
                <a:latin typeface="Calibri"/>
                <a:cs typeface="Calibri"/>
              </a:rPr>
              <a:t> </a:t>
            </a:r>
            <a:r>
              <a:rPr sz="2200" dirty="0">
                <a:latin typeface="Calibri"/>
                <a:cs typeface="Calibri"/>
              </a:rPr>
              <a:t>early,</a:t>
            </a:r>
            <a:r>
              <a:rPr sz="2200" spc="395" dirty="0">
                <a:latin typeface="Calibri"/>
                <a:cs typeface="Calibri"/>
              </a:rPr>
              <a:t> </a:t>
            </a:r>
            <a:r>
              <a:rPr sz="2200" dirty="0">
                <a:latin typeface="Calibri"/>
                <a:cs typeface="Calibri"/>
              </a:rPr>
              <a:t>on</a:t>
            </a:r>
            <a:r>
              <a:rPr sz="2200" spc="395" dirty="0">
                <a:latin typeface="Calibri"/>
                <a:cs typeface="Calibri"/>
              </a:rPr>
              <a:t> </a:t>
            </a:r>
            <a:r>
              <a:rPr sz="2200" dirty="0">
                <a:latin typeface="Calibri"/>
                <a:cs typeface="Calibri"/>
              </a:rPr>
              <a:t>schedule,</a:t>
            </a:r>
            <a:r>
              <a:rPr sz="2200" spc="395" dirty="0">
                <a:latin typeface="Calibri"/>
                <a:cs typeface="Calibri"/>
              </a:rPr>
              <a:t> </a:t>
            </a:r>
            <a:r>
              <a:rPr sz="2200" dirty="0">
                <a:latin typeface="Calibri"/>
                <a:cs typeface="Calibri"/>
              </a:rPr>
              <a:t>or</a:t>
            </a:r>
            <a:r>
              <a:rPr sz="2200" spc="385" dirty="0">
                <a:latin typeface="Calibri"/>
                <a:cs typeface="Calibri"/>
              </a:rPr>
              <a:t> </a:t>
            </a:r>
            <a:r>
              <a:rPr sz="2200" spc="-20" dirty="0">
                <a:latin typeface="Calibri"/>
                <a:cs typeface="Calibri"/>
              </a:rPr>
              <a:t>late</a:t>
            </a:r>
            <a:endParaRPr sz="2200" dirty="0">
              <a:latin typeface="Calibri"/>
              <a:cs typeface="Calibri"/>
            </a:endParaRPr>
          </a:p>
        </p:txBody>
      </p:sp>
      <p:sp>
        <p:nvSpPr>
          <p:cNvPr id="5" name="object 5"/>
          <p:cNvSpPr txBox="1"/>
          <p:nvPr/>
        </p:nvSpPr>
        <p:spPr>
          <a:xfrm>
            <a:off x="1677670" y="3856228"/>
            <a:ext cx="5329555"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Calibri"/>
                <a:cs typeface="Calibri"/>
              </a:rPr>
              <a:t>(slack),</a:t>
            </a:r>
            <a:r>
              <a:rPr sz="2200" spc="-90" dirty="0">
                <a:latin typeface="Calibri"/>
                <a:cs typeface="Calibri"/>
              </a:rPr>
              <a:t> </a:t>
            </a:r>
            <a:r>
              <a:rPr sz="2200" dirty="0">
                <a:latin typeface="Calibri"/>
                <a:cs typeface="Calibri"/>
              </a:rPr>
              <a:t>measuring</a:t>
            </a:r>
            <a:r>
              <a:rPr sz="2200" spc="-85" dirty="0">
                <a:latin typeface="Calibri"/>
                <a:cs typeface="Calibri"/>
              </a:rPr>
              <a:t> </a:t>
            </a:r>
            <a:r>
              <a:rPr sz="2200" dirty="0">
                <a:latin typeface="Calibri"/>
                <a:cs typeface="Calibri"/>
              </a:rPr>
              <a:t>performance</a:t>
            </a:r>
            <a:r>
              <a:rPr sz="2200" spc="-85" dirty="0">
                <a:latin typeface="Calibri"/>
                <a:cs typeface="Calibri"/>
              </a:rPr>
              <a:t> </a:t>
            </a:r>
            <a:r>
              <a:rPr sz="2200" dirty="0">
                <a:latin typeface="Calibri"/>
                <a:cs typeface="Calibri"/>
              </a:rPr>
              <a:t>against</a:t>
            </a:r>
            <a:r>
              <a:rPr sz="2200" spc="-90" dirty="0">
                <a:latin typeface="Calibri"/>
                <a:cs typeface="Calibri"/>
              </a:rPr>
              <a:t> </a:t>
            </a:r>
            <a:r>
              <a:rPr sz="2200" spc="-10" dirty="0">
                <a:latin typeface="Calibri"/>
                <a:cs typeface="Calibri"/>
              </a:rPr>
              <a:t>budget</a:t>
            </a:r>
            <a:endParaRPr sz="2200">
              <a:latin typeface="Calibri"/>
              <a:cs typeface="Calibri"/>
            </a:endParaRPr>
          </a:p>
        </p:txBody>
      </p:sp>
      <p:sp>
        <p:nvSpPr>
          <p:cNvPr id="6" name="object 6"/>
          <p:cNvSpPr txBox="1"/>
          <p:nvPr/>
        </p:nvSpPr>
        <p:spPr>
          <a:xfrm>
            <a:off x="1412239" y="4161028"/>
            <a:ext cx="9860915" cy="360680"/>
          </a:xfrm>
          <a:prstGeom prst="rect">
            <a:avLst/>
          </a:prstGeom>
        </p:spPr>
        <p:txBody>
          <a:bodyPr vert="horz" wrap="square" lIns="0" tIns="12700" rIns="0" bIns="0" rtlCol="0">
            <a:spAutoFit/>
          </a:bodyPr>
          <a:lstStyle/>
          <a:p>
            <a:pPr marL="12700">
              <a:lnSpc>
                <a:spcPct val="100000"/>
              </a:lnSpc>
              <a:spcBef>
                <a:spcPts val="100"/>
              </a:spcBef>
            </a:pPr>
            <a:r>
              <a:rPr sz="2200" dirty="0">
                <a:solidFill>
                  <a:srgbClr val="C00000"/>
                </a:solidFill>
                <a:latin typeface="Calibri"/>
                <a:cs typeface="Calibri"/>
              </a:rPr>
              <a:t>3.</a:t>
            </a:r>
            <a:r>
              <a:rPr sz="2200" spc="-125" dirty="0">
                <a:solidFill>
                  <a:srgbClr val="C00000"/>
                </a:solidFill>
                <a:latin typeface="Calibri"/>
                <a:cs typeface="Calibri"/>
              </a:rPr>
              <a:t> </a:t>
            </a:r>
            <a:r>
              <a:rPr sz="2200" u="sng" dirty="0">
                <a:solidFill>
                  <a:srgbClr val="C00000"/>
                </a:solidFill>
                <a:uFill>
                  <a:solidFill>
                    <a:srgbClr val="C00000"/>
                  </a:solidFill>
                </a:uFill>
                <a:latin typeface="Calibri"/>
                <a:cs typeface="Calibri"/>
              </a:rPr>
              <a:t>Comparing</a:t>
            </a:r>
            <a:r>
              <a:rPr sz="2200" u="sng" spc="25" dirty="0">
                <a:solidFill>
                  <a:srgbClr val="C00000"/>
                </a:solidFill>
                <a:uFill>
                  <a:solidFill>
                    <a:srgbClr val="C00000"/>
                  </a:solidFill>
                </a:uFill>
                <a:latin typeface="Calibri"/>
                <a:cs typeface="Calibri"/>
              </a:rPr>
              <a:t> </a:t>
            </a:r>
            <a:r>
              <a:rPr sz="2200" u="sng" dirty="0">
                <a:solidFill>
                  <a:srgbClr val="C00000"/>
                </a:solidFill>
                <a:uFill>
                  <a:solidFill>
                    <a:srgbClr val="C00000"/>
                  </a:solidFill>
                </a:uFill>
                <a:latin typeface="Calibri"/>
                <a:cs typeface="Calibri"/>
              </a:rPr>
              <a:t>plan</a:t>
            </a:r>
            <a:r>
              <a:rPr sz="2200" u="sng" spc="15" dirty="0">
                <a:solidFill>
                  <a:srgbClr val="C00000"/>
                </a:solidFill>
                <a:uFill>
                  <a:solidFill>
                    <a:srgbClr val="C00000"/>
                  </a:solidFill>
                </a:uFill>
                <a:latin typeface="Calibri"/>
                <a:cs typeface="Calibri"/>
              </a:rPr>
              <a:t> </a:t>
            </a:r>
            <a:r>
              <a:rPr sz="2200" u="sng" dirty="0">
                <a:solidFill>
                  <a:srgbClr val="C00000"/>
                </a:solidFill>
                <a:uFill>
                  <a:solidFill>
                    <a:srgbClr val="C00000"/>
                  </a:solidFill>
                </a:uFill>
                <a:latin typeface="Calibri"/>
                <a:cs typeface="Calibri"/>
              </a:rPr>
              <a:t>against</a:t>
            </a:r>
            <a:r>
              <a:rPr sz="2200" u="sng" spc="25" dirty="0">
                <a:solidFill>
                  <a:srgbClr val="C00000"/>
                </a:solidFill>
                <a:uFill>
                  <a:solidFill>
                    <a:srgbClr val="C00000"/>
                  </a:solidFill>
                </a:uFill>
                <a:latin typeface="Calibri"/>
                <a:cs typeface="Calibri"/>
              </a:rPr>
              <a:t> </a:t>
            </a:r>
            <a:r>
              <a:rPr sz="2200" u="sng" dirty="0">
                <a:solidFill>
                  <a:srgbClr val="C00000"/>
                </a:solidFill>
                <a:uFill>
                  <a:solidFill>
                    <a:srgbClr val="C00000"/>
                  </a:solidFill>
                </a:uFill>
                <a:latin typeface="Calibri"/>
                <a:cs typeface="Calibri"/>
              </a:rPr>
              <a:t>actu</a:t>
            </a:r>
            <a:r>
              <a:rPr sz="2200" dirty="0">
                <a:solidFill>
                  <a:srgbClr val="C00000"/>
                </a:solidFill>
                <a:latin typeface="Calibri"/>
                <a:cs typeface="Calibri"/>
              </a:rPr>
              <a:t>al</a:t>
            </a:r>
            <a:r>
              <a:rPr sz="2200" dirty="0">
                <a:latin typeface="Calibri"/>
                <a:cs typeface="Calibri"/>
              </a:rPr>
              <a:t>:</a:t>
            </a:r>
            <a:r>
              <a:rPr sz="2200" spc="25" dirty="0">
                <a:latin typeface="Calibri"/>
                <a:cs typeface="Calibri"/>
              </a:rPr>
              <a:t> </a:t>
            </a:r>
            <a:r>
              <a:rPr sz="2200" dirty="0">
                <a:latin typeface="Calibri"/>
                <a:cs typeface="Calibri"/>
              </a:rPr>
              <a:t>Periodic</a:t>
            </a:r>
            <a:r>
              <a:rPr sz="2200" spc="20" dirty="0">
                <a:latin typeface="Calibri"/>
                <a:cs typeface="Calibri"/>
              </a:rPr>
              <a:t> </a:t>
            </a:r>
            <a:r>
              <a:rPr sz="2200" dirty="0">
                <a:latin typeface="Calibri"/>
                <a:cs typeface="Calibri"/>
              </a:rPr>
              <a:t>monitoring</a:t>
            </a:r>
            <a:r>
              <a:rPr sz="2200" spc="30" dirty="0">
                <a:latin typeface="Calibri"/>
                <a:cs typeface="Calibri"/>
              </a:rPr>
              <a:t> </a:t>
            </a:r>
            <a:r>
              <a:rPr sz="2200" dirty="0">
                <a:latin typeface="Calibri"/>
                <a:cs typeface="Calibri"/>
              </a:rPr>
              <a:t>and</a:t>
            </a:r>
            <a:r>
              <a:rPr sz="2200" spc="20" dirty="0">
                <a:latin typeface="Calibri"/>
                <a:cs typeface="Calibri"/>
              </a:rPr>
              <a:t> </a:t>
            </a:r>
            <a:r>
              <a:rPr sz="2200" dirty="0">
                <a:latin typeface="Calibri"/>
                <a:cs typeface="Calibri"/>
              </a:rPr>
              <a:t>measuring</a:t>
            </a:r>
            <a:r>
              <a:rPr sz="2200" spc="25" dirty="0">
                <a:latin typeface="Calibri"/>
                <a:cs typeface="Calibri"/>
              </a:rPr>
              <a:t> </a:t>
            </a:r>
            <a:r>
              <a:rPr sz="2200" dirty="0">
                <a:latin typeface="Calibri"/>
                <a:cs typeface="Calibri"/>
              </a:rPr>
              <a:t>the</a:t>
            </a:r>
            <a:r>
              <a:rPr sz="2200" spc="25" dirty="0">
                <a:latin typeface="Calibri"/>
                <a:cs typeface="Calibri"/>
              </a:rPr>
              <a:t> </a:t>
            </a:r>
            <a:r>
              <a:rPr sz="2200" dirty="0">
                <a:latin typeface="Calibri"/>
                <a:cs typeface="Calibri"/>
              </a:rPr>
              <a:t>status</a:t>
            </a:r>
            <a:r>
              <a:rPr sz="2200" spc="25" dirty="0">
                <a:latin typeface="Calibri"/>
                <a:cs typeface="Calibri"/>
              </a:rPr>
              <a:t> </a:t>
            </a:r>
            <a:r>
              <a:rPr sz="2200" dirty="0">
                <a:latin typeface="Calibri"/>
                <a:cs typeface="Calibri"/>
              </a:rPr>
              <a:t>of</a:t>
            </a:r>
            <a:r>
              <a:rPr sz="2200" spc="25" dirty="0">
                <a:latin typeface="Calibri"/>
                <a:cs typeface="Calibri"/>
              </a:rPr>
              <a:t> </a:t>
            </a:r>
            <a:r>
              <a:rPr sz="2200" spc="-25" dirty="0">
                <a:latin typeface="Calibri"/>
                <a:cs typeface="Calibri"/>
              </a:rPr>
              <a:t>the</a:t>
            </a:r>
            <a:endParaRPr sz="2200">
              <a:latin typeface="Calibri"/>
              <a:cs typeface="Calibri"/>
            </a:endParaRPr>
          </a:p>
        </p:txBody>
      </p:sp>
      <p:sp>
        <p:nvSpPr>
          <p:cNvPr id="7" name="object 7"/>
          <p:cNvSpPr txBox="1"/>
          <p:nvPr/>
        </p:nvSpPr>
        <p:spPr>
          <a:xfrm>
            <a:off x="1677670" y="4389628"/>
            <a:ext cx="959612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Calibri"/>
                <a:cs typeface="Calibri"/>
              </a:rPr>
              <a:t>project</a:t>
            </a:r>
            <a:r>
              <a:rPr sz="2200" spc="-5" dirty="0">
                <a:latin typeface="Calibri"/>
                <a:cs typeface="Calibri"/>
              </a:rPr>
              <a:t> </a:t>
            </a:r>
            <a:r>
              <a:rPr sz="2200" dirty="0">
                <a:latin typeface="Calibri"/>
                <a:cs typeface="Calibri"/>
              </a:rPr>
              <a:t>must be</a:t>
            </a:r>
            <a:r>
              <a:rPr sz="2200" spc="5" dirty="0">
                <a:latin typeface="Calibri"/>
                <a:cs typeface="Calibri"/>
              </a:rPr>
              <a:t> </a:t>
            </a:r>
            <a:r>
              <a:rPr sz="2200" dirty="0">
                <a:latin typeface="Calibri"/>
                <a:cs typeface="Calibri"/>
              </a:rPr>
              <a:t>performed.</a:t>
            </a:r>
            <a:r>
              <a:rPr sz="2200" spc="-5" dirty="0">
                <a:latin typeface="Calibri"/>
                <a:cs typeface="Calibri"/>
              </a:rPr>
              <a:t> </a:t>
            </a:r>
            <a:r>
              <a:rPr sz="2200" dirty="0">
                <a:latin typeface="Calibri"/>
                <a:cs typeface="Calibri"/>
              </a:rPr>
              <a:t>It</a:t>
            </a:r>
            <a:r>
              <a:rPr sz="2200" spc="5" dirty="0">
                <a:latin typeface="Calibri"/>
                <a:cs typeface="Calibri"/>
              </a:rPr>
              <a:t> </a:t>
            </a:r>
            <a:r>
              <a:rPr sz="2200" dirty="0">
                <a:latin typeface="Calibri"/>
                <a:cs typeface="Calibri"/>
              </a:rPr>
              <a:t>is crucial</a:t>
            </a:r>
            <a:r>
              <a:rPr sz="2200" spc="5" dirty="0">
                <a:latin typeface="Calibri"/>
                <a:cs typeface="Calibri"/>
              </a:rPr>
              <a:t> </a:t>
            </a:r>
            <a:r>
              <a:rPr sz="2200" dirty="0">
                <a:latin typeface="Calibri"/>
                <a:cs typeface="Calibri"/>
              </a:rPr>
              <a:t>that the</a:t>
            </a:r>
            <a:r>
              <a:rPr sz="2200" spc="10" dirty="0">
                <a:latin typeface="Calibri"/>
                <a:cs typeface="Calibri"/>
              </a:rPr>
              <a:t> </a:t>
            </a:r>
            <a:r>
              <a:rPr sz="2200" dirty="0">
                <a:latin typeface="Calibri"/>
                <a:cs typeface="Calibri"/>
              </a:rPr>
              <a:t>timing</a:t>
            </a:r>
            <a:r>
              <a:rPr sz="2200" spc="5" dirty="0">
                <a:latin typeface="Calibri"/>
                <a:cs typeface="Calibri"/>
              </a:rPr>
              <a:t> </a:t>
            </a:r>
            <a:r>
              <a:rPr sz="2200" dirty="0">
                <a:latin typeface="Calibri"/>
                <a:cs typeface="Calibri"/>
              </a:rPr>
              <a:t>of status</a:t>
            </a:r>
            <a:r>
              <a:rPr sz="2200" spc="5" dirty="0">
                <a:latin typeface="Calibri"/>
                <a:cs typeface="Calibri"/>
              </a:rPr>
              <a:t> </a:t>
            </a:r>
            <a:r>
              <a:rPr sz="2200" dirty="0">
                <a:latin typeface="Calibri"/>
                <a:cs typeface="Calibri"/>
              </a:rPr>
              <a:t>reports be</a:t>
            </a:r>
            <a:r>
              <a:rPr sz="2200" spc="5" dirty="0">
                <a:latin typeface="Calibri"/>
                <a:cs typeface="Calibri"/>
              </a:rPr>
              <a:t> </a:t>
            </a:r>
            <a:r>
              <a:rPr sz="2200" spc="-10" dirty="0">
                <a:latin typeface="Calibri"/>
                <a:cs typeface="Calibri"/>
              </a:rPr>
              <a:t>frequent</a:t>
            </a:r>
            <a:endParaRPr sz="2200">
              <a:latin typeface="Calibri"/>
              <a:cs typeface="Calibri"/>
            </a:endParaRPr>
          </a:p>
        </p:txBody>
      </p:sp>
      <p:sp>
        <p:nvSpPr>
          <p:cNvPr id="8" name="object 8"/>
          <p:cNvSpPr txBox="1"/>
          <p:nvPr/>
        </p:nvSpPr>
        <p:spPr>
          <a:xfrm>
            <a:off x="1677670" y="4630420"/>
            <a:ext cx="959612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Calibri"/>
                <a:cs typeface="Calibri"/>
              </a:rPr>
              <a:t>enough</a:t>
            </a:r>
            <a:r>
              <a:rPr sz="2200" spc="125" dirty="0">
                <a:latin typeface="Calibri"/>
                <a:cs typeface="Calibri"/>
              </a:rPr>
              <a:t> </a:t>
            </a:r>
            <a:r>
              <a:rPr sz="2200" dirty="0">
                <a:latin typeface="Calibri"/>
                <a:cs typeface="Calibri"/>
              </a:rPr>
              <a:t>to</a:t>
            </a:r>
            <a:r>
              <a:rPr sz="2200" spc="140" dirty="0">
                <a:latin typeface="Calibri"/>
                <a:cs typeface="Calibri"/>
              </a:rPr>
              <a:t> </a:t>
            </a:r>
            <a:r>
              <a:rPr sz="2200" dirty="0">
                <a:latin typeface="Calibri"/>
                <a:cs typeface="Calibri"/>
              </a:rPr>
              <a:t>allow</a:t>
            </a:r>
            <a:r>
              <a:rPr sz="2200" spc="140" dirty="0">
                <a:latin typeface="Calibri"/>
                <a:cs typeface="Calibri"/>
              </a:rPr>
              <a:t> </a:t>
            </a:r>
            <a:r>
              <a:rPr sz="2200" dirty="0">
                <a:latin typeface="Calibri"/>
                <a:cs typeface="Calibri"/>
              </a:rPr>
              <a:t>for</a:t>
            </a:r>
            <a:r>
              <a:rPr sz="2200" spc="130" dirty="0">
                <a:latin typeface="Calibri"/>
                <a:cs typeface="Calibri"/>
              </a:rPr>
              <a:t> </a:t>
            </a:r>
            <a:r>
              <a:rPr sz="2200" dirty="0">
                <a:latin typeface="Calibri"/>
                <a:cs typeface="Calibri"/>
              </a:rPr>
              <a:t>early</a:t>
            </a:r>
            <a:r>
              <a:rPr sz="2200" spc="140" dirty="0">
                <a:latin typeface="Calibri"/>
                <a:cs typeface="Calibri"/>
              </a:rPr>
              <a:t> </a:t>
            </a:r>
            <a:r>
              <a:rPr sz="2200" dirty="0">
                <a:latin typeface="Calibri"/>
                <a:cs typeface="Calibri"/>
              </a:rPr>
              <a:t>detection</a:t>
            </a:r>
            <a:r>
              <a:rPr sz="2200" spc="125" dirty="0">
                <a:latin typeface="Calibri"/>
                <a:cs typeface="Calibri"/>
              </a:rPr>
              <a:t> </a:t>
            </a:r>
            <a:r>
              <a:rPr sz="2200" dirty="0">
                <a:latin typeface="Calibri"/>
                <a:cs typeface="Calibri"/>
              </a:rPr>
              <a:t>of</a:t>
            </a:r>
            <a:r>
              <a:rPr sz="2200" spc="140" dirty="0">
                <a:latin typeface="Calibri"/>
                <a:cs typeface="Calibri"/>
              </a:rPr>
              <a:t> </a:t>
            </a:r>
            <a:r>
              <a:rPr sz="2200" dirty="0">
                <a:latin typeface="Calibri"/>
                <a:cs typeface="Calibri"/>
              </a:rPr>
              <a:t>variations</a:t>
            </a:r>
            <a:r>
              <a:rPr sz="2200" spc="140" dirty="0">
                <a:latin typeface="Calibri"/>
                <a:cs typeface="Calibri"/>
              </a:rPr>
              <a:t> </a:t>
            </a:r>
            <a:r>
              <a:rPr sz="2200" dirty="0">
                <a:latin typeface="Calibri"/>
                <a:cs typeface="Calibri"/>
              </a:rPr>
              <a:t>from</a:t>
            </a:r>
            <a:r>
              <a:rPr sz="2200" spc="140" dirty="0">
                <a:latin typeface="Calibri"/>
                <a:cs typeface="Calibri"/>
              </a:rPr>
              <a:t> </a:t>
            </a:r>
            <a:r>
              <a:rPr sz="2200" dirty="0">
                <a:latin typeface="Calibri"/>
                <a:cs typeface="Calibri"/>
              </a:rPr>
              <a:t>plan</a:t>
            </a:r>
            <a:r>
              <a:rPr sz="2200" spc="130" dirty="0">
                <a:latin typeface="Calibri"/>
                <a:cs typeface="Calibri"/>
              </a:rPr>
              <a:t> </a:t>
            </a:r>
            <a:r>
              <a:rPr sz="2200" dirty="0">
                <a:latin typeface="Calibri"/>
                <a:cs typeface="Calibri"/>
              </a:rPr>
              <a:t>and</a:t>
            </a:r>
            <a:r>
              <a:rPr sz="2200" spc="130" dirty="0">
                <a:latin typeface="Calibri"/>
                <a:cs typeface="Calibri"/>
              </a:rPr>
              <a:t> </a:t>
            </a:r>
            <a:r>
              <a:rPr sz="2200" dirty="0">
                <a:latin typeface="Calibri"/>
                <a:cs typeface="Calibri"/>
              </a:rPr>
              <a:t>early</a:t>
            </a:r>
            <a:r>
              <a:rPr sz="2200" spc="145" dirty="0">
                <a:latin typeface="Calibri"/>
                <a:cs typeface="Calibri"/>
              </a:rPr>
              <a:t> </a:t>
            </a:r>
            <a:r>
              <a:rPr sz="2200" dirty="0">
                <a:latin typeface="Calibri"/>
                <a:cs typeface="Calibri"/>
              </a:rPr>
              <a:t>correction</a:t>
            </a:r>
            <a:r>
              <a:rPr sz="2200" spc="135" dirty="0">
                <a:latin typeface="Calibri"/>
                <a:cs typeface="Calibri"/>
              </a:rPr>
              <a:t> </a:t>
            </a:r>
            <a:r>
              <a:rPr sz="2200" spc="-25" dirty="0">
                <a:latin typeface="Calibri"/>
                <a:cs typeface="Calibri"/>
              </a:rPr>
              <a:t>of</a:t>
            </a:r>
            <a:endParaRPr sz="2200">
              <a:latin typeface="Calibri"/>
              <a:cs typeface="Calibri"/>
            </a:endParaRPr>
          </a:p>
        </p:txBody>
      </p:sp>
      <p:sp>
        <p:nvSpPr>
          <p:cNvPr id="9" name="object 9"/>
          <p:cNvSpPr txBox="1"/>
          <p:nvPr/>
        </p:nvSpPr>
        <p:spPr>
          <a:xfrm>
            <a:off x="1412239" y="4859020"/>
            <a:ext cx="9862185" cy="894080"/>
          </a:xfrm>
          <a:prstGeom prst="rect">
            <a:avLst/>
          </a:prstGeom>
        </p:spPr>
        <p:txBody>
          <a:bodyPr vert="horz" wrap="square" lIns="0" tIns="107315" rIns="0" bIns="0" rtlCol="0">
            <a:spAutoFit/>
          </a:bodyPr>
          <a:lstStyle/>
          <a:p>
            <a:pPr marL="277495" marR="5080">
              <a:lnSpc>
                <a:spcPct val="71800"/>
              </a:lnSpc>
              <a:spcBef>
                <a:spcPts val="845"/>
              </a:spcBef>
            </a:pPr>
            <a:r>
              <a:rPr sz="2200" dirty="0">
                <a:latin typeface="Calibri"/>
                <a:cs typeface="Calibri"/>
              </a:rPr>
              <a:t>causes.</a:t>
            </a:r>
            <a:r>
              <a:rPr sz="2200" spc="-20" dirty="0">
                <a:latin typeface="Calibri"/>
                <a:cs typeface="Calibri"/>
              </a:rPr>
              <a:t> </a:t>
            </a:r>
            <a:r>
              <a:rPr sz="2200" spc="-10" dirty="0">
                <a:latin typeface="Calibri"/>
                <a:cs typeface="Calibri"/>
              </a:rPr>
              <a:t>Usually,</a:t>
            </a:r>
            <a:r>
              <a:rPr sz="2200" spc="-20" dirty="0">
                <a:latin typeface="Calibri"/>
                <a:cs typeface="Calibri"/>
              </a:rPr>
              <a:t> </a:t>
            </a:r>
            <a:r>
              <a:rPr sz="2200" dirty="0">
                <a:latin typeface="Calibri"/>
                <a:cs typeface="Calibri"/>
              </a:rPr>
              <a:t>status</a:t>
            </a:r>
            <a:r>
              <a:rPr sz="2200" spc="-15" dirty="0">
                <a:latin typeface="Calibri"/>
                <a:cs typeface="Calibri"/>
              </a:rPr>
              <a:t> </a:t>
            </a:r>
            <a:r>
              <a:rPr sz="2200" dirty="0">
                <a:latin typeface="Calibri"/>
                <a:cs typeface="Calibri"/>
              </a:rPr>
              <a:t>reports</a:t>
            </a:r>
            <a:r>
              <a:rPr sz="2200" spc="-15" dirty="0">
                <a:latin typeface="Calibri"/>
                <a:cs typeface="Calibri"/>
              </a:rPr>
              <a:t> </a:t>
            </a:r>
            <a:r>
              <a:rPr sz="2200" dirty="0">
                <a:latin typeface="Calibri"/>
                <a:cs typeface="Calibri"/>
              </a:rPr>
              <a:t>should</a:t>
            </a:r>
            <a:r>
              <a:rPr sz="2200" spc="-20" dirty="0">
                <a:latin typeface="Calibri"/>
                <a:cs typeface="Calibri"/>
              </a:rPr>
              <a:t> </a:t>
            </a:r>
            <a:r>
              <a:rPr sz="2200" dirty="0">
                <a:latin typeface="Calibri"/>
                <a:cs typeface="Calibri"/>
              </a:rPr>
              <a:t>take</a:t>
            </a:r>
            <a:r>
              <a:rPr sz="2200" spc="-10" dirty="0">
                <a:latin typeface="Calibri"/>
                <a:cs typeface="Calibri"/>
              </a:rPr>
              <a:t> </a:t>
            </a:r>
            <a:r>
              <a:rPr sz="2200" dirty="0">
                <a:latin typeface="Calibri"/>
                <a:cs typeface="Calibri"/>
              </a:rPr>
              <a:t>place</a:t>
            </a:r>
            <a:r>
              <a:rPr sz="2200" spc="-20" dirty="0">
                <a:latin typeface="Calibri"/>
                <a:cs typeface="Calibri"/>
              </a:rPr>
              <a:t> </a:t>
            </a:r>
            <a:r>
              <a:rPr sz="2200" dirty="0">
                <a:latin typeface="Calibri"/>
                <a:cs typeface="Calibri"/>
              </a:rPr>
              <a:t>every</a:t>
            </a:r>
            <a:r>
              <a:rPr sz="2200" spc="-10" dirty="0">
                <a:latin typeface="Calibri"/>
                <a:cs typeface="Calibri"/>
              </a:rPr>
              <a:t> </a:t>
            </a:r>
            <a:r>
              <a:rPr sz="2200" dirty="0">
                <a:latin typeface="Calibri"/>
                <a:cs typeface="Calibri"/>
              </a:rPr>
              <a:t>1</a:t>
            </a:r>
            <a:r>
              <a:rPr sz="2200" spc="-20" dirty="0">
                <a:latin typeface="Calibri"/>
                <a:cs typeface="Calibri"/>
              </a:rPr>
              <a:t> </a:t>
            </a:r>
            <a:r>
              <a:rPr sz="2200" dirty="0">
                <a:latin typeface="Calibri"/>
                <a:cs typeface="Calibri"/>
              </a:rPr>
              <a:t>to</a:t>
            </a:r>
            <a:r>
              <a:rPr sz="2200" spc="-15" dirty="0">
                <a:latin typeface="Calibri"/>
                <a:cs typeface="Calibri"/>
              </a:rPr>
              <a:t> </a:t>
            </a:r>
            <a:r>
              <a:rPr sz="2200" dirty="0">
                <a:latin typeface="Calibri"/>
                <a:cs typeface="Calibri"/>
              </a:rPr>
              <a:t>4</a:t>
            </a:r>
            <a:r>
              <a:rPr sz="2200" spc="-20" dirty="0">
                <a:latin typeface="Calibri"/>
                <a:cs typeface="Calibri"/>
              </a:rPr>
              <a:t> </a:t>
            </a:r>
            <a:r>
              <a:rPr sz="2200" dirty="0">
                <a:latin typeface="Calibri"/>
                <a:cs typeface="Calibri"/>
              </a:rPr>
              <a:t>weeks</a:t>
            </a:r>
            <a:r>
              <a:rPr sz="2200" spc="-15" dirty="0">
                <a:latin typeface="Calibri"/>
                <a:cs typeface="Calibri"/>
              </a:rPr>
              <a:t> </a:t>
            </a:r>
            <a:r>
              <a:rPr sz="2200" dirty="0">
                <a:latin typeface="Calibri"/>
                <a:cs typeface="Calibri"/>
              </a:rPr>
              <a:t>to</a:t>
            </a:r>
            <a:r>
              <a:rPr sz="2200" spc="-15" dirty="0">
                <a:latin typeface="Calibri"/>
                <a:cs typeface="Calibri"/>
              </a:rPr>
              <a:t> </a:t>
            </a:r>
            <a:r>
              <a:rPr sz="2200" dirty="0">
                <a:latin typeface="Calibri"/>
                <a:cs typeface="Calibri"/>
              </a:rPr>
              <a:t>be</a:t>
            </a:r>
            <a:r>
              <a:rPr sz="2200" spc="-10" dirty="0">
                <a:latin typeface="Calibri"/>
                <a:cs typeface="Calibri"/>
              </a:rPr>
              <a:t> </a:t>
            </a:r>
            <a:r>
              <a:rPr sz="2200" dirty="0">
                <a:latin typeface="Calibri"/>
                <a:cs typeface="Calibri"/>
              </a:rPr>
              <a:t>useful</a:t>
            </a:r>
            <a:r>
              <a:rPr sz="2200" spc="-20" dirty="0">
                <a:latin typeface="Calibri"/>
                <a:cs typeface="Calibri"/>
              </a:rPr>
              <a:t> </a:t>
            </a:r>
            <a:r>
              <a:rPr sz="2200" spc="-25" dirty="0">
                <a:latin typeface="Calibri"/>
                <a:cs typeface="Calibri"/>
              </a:rPr>
              <a:t>and </a:t>
            </a:r>
            <a:r>
              <a:rPr sz="2200" dirty="0">
                <a:latin typeface="Calibri"/>
                <a:cs typeface="Calibri"/>
              </a:rPr>
              <a:t>allow</a:t>
            </a:r>
            <a:r>
              <a:rPr sz="2200" spc="-70" dirty="0">
                <a:latin typeface="Calibri"/>
                <a:cs typeface="Calibri"/>
              </a:rPr>
              <a:t> </a:t>
            </a:r>
            <a:r>
              <a:rPr sz="2200" dirty="0">
                <a:latin typeface="Calibri"/>
                <a:cs typeface="Calibri"/>
              </a:rPr>
              <a:t>for</a:t>
            </a:r>
            <a:r>
              <a:rPr sz="2200" spc="-75" dirty="0">
                <a:latin typeface="Calibri"/>
                <a:cs typeface="Calibri"/>
              </a:rPr>
              <a:t> </a:t>
            </a:r>
            <a:r>
              <a:rPr sz="2200" dirty="0">
                <a:latin typeface="Calibri"/>
                <a:cs typeface="Calibri"/>
              </a:rPr>
              <a:t>proactive</a:t>
            </a:r>
            <a:r>
              <a:rPr sz="2200" spc="-75" dirty="0">
                <a:latin typeface="Calibri"/>
                <a:cs typeface="Calibri"/>
              </a:rPr>
              <a:t> </a:t>
            </a:r>
            <a:r>
              <a:rPr sz="2200" spc="-10" dirty="0">
                <a:latin typeface="Calibri"/>
                <a:cs typeface="Calibri"/>
              </a:rPr>
              <a:t>correction</a:t>
            </a:r>
            <a:endParaRPr sz="2200" dirty="0">
              <a:latin typeface="Calibri"/>
              <a:cs typeface="Calibri"/>
            </a:endParaRPr>
          </a:p>
          <a:p>
            <a:pPr marL="12700">
              <a:lnSpc>
                <a:spcPts val="2305"/>
              </a:lnSpc>
              <a:tabLst>
                <a:tab pos="1132205" algn="l"/>
                <a:tab pos="2045970" algn="l"/>
                <a:tab pos="2339975" algn="l"/>
                <a:tab pos="3642360" algn="l"/>
                <a:tab pos="4329430" algn="l"/>
                <a:tab pos="5066030" algn="l"/>
                <a:tab pos="5570220" algn="l"/>
                <a:tab pos="6927215" algn="l"/>
                <a:tab pos="8194675" algn="l"/>
                <a:tab pos="9034145" algn="l"/>
                <a:tab pos="9562465" algn="l"/>
              </a:tabLst>
            </a:pPr>
            <a:r>
              <a:rPr sz="2200" dirty="0">
                <a:solidFill>
                  <a:srgbClr val="C00000"/>
                </a:solidFill>
                <a:latin typeface="Calibri"/>
                <a:cs typeface="Calibri"/>
              </a:rPr>
              <a:t>4.</a:t>
            </a:r>
            <a:r>
              <a:rPr sz="2200" spc="-80" dirty="0">
                <a:solidFill>
                  <a:srgbClr val="C00000"/>
                </a:solidFill>
                <a:latin typeface="Calibri"/>
                <a:cs typeface="Calibri"/>
              </a:rPr>
              <a:t> </a:t>
            </a:r>
            <a:r>
              <a:rPr sz="2200" u="sng" spc="-10" dirty="0">
                <a:solidFill>
                  <a:srgbClr val="C00000"/>
                </a:solidFill>
                <a:uFill>
                  <a:solidFill>
                    <a:srgbClr val="C00000"/>
                  </a:solidFill>
                </a:uFill>
                <a:latin typeface="Calibri"/>
                <a:cs typeface="Calibri"/>
              </a:rPr>
              <a:t>Taking</a:t>
            </a:r>
            <a:r>
              <a:rPr sz="2200" u="sng" dirty="0">
                <a:solidFill>
                  <a:srgbClr val="C00000"/>
                </a:solidFill>
                <a:uFill>
                  <a:solidFill>
                    <a:srgbClr val="C00000"/>
                  </a:solidFill>
                </a:uFill>
                <a:latin typeface="Calibri"/>
                <a:cs typeface="Calibri"/>
              </a:rPr>
              <a:t>	</a:t>
            </a:r>
            <a:r>
              <a:rPr sz="2200" u="sng" spc="-10" dirty="0">
                <a:solidFill>
                  <a:srgbClr val="C00000"/>
                </a:solidFill>
                <a:uFill>
                  <a:solidFill>
                    <a:srgbClr val="C00000"/>
                  </a:solidFill>
                </a:uFill>
                <a:latin typeface="Calibri"/>
                <a:cs typeface="Calibri"/>
              </a:rPr>
              <a:t>action:</a:t>
            </a:r>
            <a:r>
              <a:rPr sz="2200" dirty="0">
                <a:solidFill>
                  <a:srgbClr val="C00000"/>
                </a:solidFill>
                <a:latin typeface="Calibri"/>
                <a:cs typeface="Calibri"/>
              </a:rPr>
              <a:t>	</a:t>
            </a:r>
            <a:r>
              <a:rPr sz="2200" spc="-25" dirty="0">
                <a:latin typeface="Calibri"/>
                <a:cs typeface="Calibri"/>
              </a:rPr>
              <a:t>If</a:t>
            </a:r>
            <a:r>
              <a:rPr sz="2200" dirty="0">
                <a:latin typeface="Calibri"/>
                <a:cs typeface="Calibri"/>
              </a:rPr>
              <a:t>	</a:t>
            </a:r>
            <a:r>
              <a:rPr sz="2200" spc="-10" dirty="0">
                <a:latin typeface="Calibri"/>
                <a:cs typeface="Calibri"/>
              </a:rPr>
              <a:t>deviations</a:t>
            </a:r>
            <a:r>
              <a:rPr sz="2200" dirty="0">
                <a:latin typeface="Calibri"/>
                <a:cs typeface="Calibri"/>
              </a:rPr>
              <a:t>	</a:t>
            </a:r>
            <a:r>
              <a:rPr sz="2200" spc="-20" dirty="0">
                <a:latin typeface="Calibri"/>
                <a:cs typeface="Calibri"/>
              </a:rPr>
              <a:t>from</a:t>
            </a:r>
            <a:r>
              <a:rPr sz="2200" dirty="0">
                <a:latin typeface="Calibri"/>
                <a:cs typeface="Calibri"/>
              </a:rPr>
              <a:t>	</a:t>
            </a:r>
            <a:r>
              <a:rPr sz="2200" spc="-10" dirty="0">
                <a:latin typeface="Calibri"/>
                <a:cs typeface="Calibri"/>
              </a:rPr>
              <a:t>plans</a:t>
            </a:r>
            <a:r>
              <a:rPr sz="2200" dirty="0">
                <a:latin typeface="Calibri"/>
                <a:cs typeface="Calibri"/>
              </a:rPr>
              <a:t>	</a:t>
            </a:r>
            <a:r>
              <a:rPr sz="2200" spc="-25" dirty="0">
                <a:latin typeface="Calibri"/>
                <a:cs typeface="Calibri"/>
              </a:rPr>
              <a:t>are</a:t>
            </a:r>
            <a:r>
              <a:rPr sz="2200" dirty="0">
                <a:latin typeface="Calibri"/>
                <a:cs typeface="Calibri"/>
              </a:rPr>
              <a:t>	</a:t>
            </a:r>
            <a:r>
              <a:rPr sz="2200" spc="-10" dirty="0">
                <a:latin typeface="Calibri"/>
                <a:cs typeface="Calibri"/>
              </a:rPr>
              <a:t>significant,</a:t>
            </a:r>
            <a:r>
              <a:rPr sz="2200" dirty="0">
                <a:latin typeface="Calibri"/>
                <a:cs typeface="Calibri"/>
              </a:rPr>
              <a:t>	</a:t>
            </a:r>
            <a:r>
              <a:rPr sz="2200" spc="-10" dirty="0">
                <a:latin typeface="Calibri"/>
                <a:cs typeface="Calibri"/>
              </a:rPr>
              <a:t>corrective</a:t>
            </a:r>
            <a:r>
              <a:rPr sz="2200" dirty="0">
                <a:latin typeface="Calibri"/>
                <a:cs typeface="Calibri"/>
              </a:rPr>
              <a:t>	</a:t>
            </a:r>
            <a:r>
              <a:rPr sz="2200" spc="-10" dirty="0">
                <a:latin typeface="Calibri"/>
                <a:cs typeface="Calibri"/>
              </a:rPr>
              <a:t>action</a:t>
            </a:r>
            <a:r>
              <a:rPr sz="2200" dirty="0">
                <a:latin typeface="Calibri"/>
                <a:cs typeface="Calibri"/>
              </a:rPr>
              <a:t>	</a:t>
            </a:r>
            <a:r>
              <a:rPr sz="2200" spc="-20" dirty="0">
                <a:latin typeface="Calibri"/>
                <a:cs typeface="Calibri"/>
              </a:rPr>
              <a:t>will</a:t>
            </a:r>
            <a:r>
              <a:rPr sz="2200" dirty="0">
                <a:latin typeface="Calibri"/>
                <a:cs typeface="Calibri"/>
              </a:rPr>
              <a:t>	</a:t>
            </a:r>
            <a:r>
              <a:rPr sz="2200" spc="-25" dirty="0">
                <a:latin typeface="Calibri"/>
                <a:cs typeface="Calibri"/>
              </a:rPr>
              <a:t>be</a:t>
            </a:r>
            <a:endParaRPr sz="2200" dirty="0">
              <a:latin typeface="Calibri"/>
              <a:cs typeface="Calibri"/>
            </a:endParaRPr>
          </a:p>
        </p:txBody>
      </p:sp>
      <p:sp>
        <p:nvSpPr>
          <p:cNvPr id="10" name="object 10"/>
          <p:cNvSpPr txBox="1"/>
          <p:nvPr/>
        </p:nvSpPr>
        <p:spPr>
          <a:xfrm>
            <a:off x="1677670" y="5633211"/>
            <a:ext cx="9596120"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Calibri"/>
                <a:cs typeface="Calibri"/>
              </a:rPr>
              <a:t>needed</a:t>
            </a:r>
            <a:r>
              <a:rPr sz="2200" spc="180" dirty="0">
                <a:latin typeface="Calibri"/>
                <a:cs typeface="Calibri"/>
              </a:rPr>
              <a:t> </a:t>
            </a:r>
            <a:r>
              <a:rPr sz="2200" dirty="0">
                <a:latin typeface="Calibri"/>
                <a:cs typeface="Calibri"/>
              </a:rPr>
              <a:t>to</a:t>
            </a:r>
            <a:r>
              <a:rPr sz="2200" spc="195" dirty="0">
                <a:latin typeface="Calibri"/>
                <a:cs typeface="Calibri"/>
              </a:rPr>
              <a:t> </a:t>
            </a:r>
            <a:r>
              <a:rPr sz="2200" dirty="0">
                <a:latin typeface="Calibri"/>
                <a:cs typeface="Calibri"/>
              </a:rPr>
              <a:t>bring</a:t>
            </a:r>
            <a:r>
              <a:rPr sz="2200" spc="195" dirty="0">
                <a:latin typeface="Calibri"/>
                <a:cs typeface="Calibri"/>
              </a:rPr>
              <a:t> </a:t>
            </a:r>
            <a:r>
              <a:rPr sz="2200" dirty="0">
                <a:latin typeface="Calibri"/>
                <a:cs typeface="Calibri"/>
              </a:rPr>
              <a:t>the</a:t>
            </a:r>
            <a:r>
              <a:rPr sz="2200" spc="200" dirty="0">
                <a:latin typeface="Calibri"/>
                <a:cs typeface="Calibri"/>
              </a:rPr>
              <a:t> </a:t>
            </a:r>
            <a:r>
              <a:rPr sz="2200" dirty="0">
                <a:latin typeface="Calibri"/>
                <a:cs typeface="Calibri"/>
              </a:rPr>
              <a:t>project</a:t>
            </a:r>
            <a:r>
              <a:rPr sz="2200" spc="185" dirty="0">
                <a:latin typeface="Calibri"/>
                <a:cs typeface="Calibri"/>
              </a:rPr>
              <a:t> </a:t>
            </a:r>
            <a:r>
              <a:rPr sz="2200" dirty="0">
                <a:latin typeface="Calibri"/>
                <a:cs typeface="Calibri"/>
              </a:rPr>
              <a:t>back</a:t>
            </a:r>
            <a:r>
              <a:rPr sz="2200" spc="190" dirty="0">
                <a:latin typeface="Calibri"/>
                <a:cs typeface="Calibri"/>
              </a:rPr>
              <a:t> </a:t>
            </a:r>
            <a:r>
              <a:rPr sz="2200" dirty="0">
                <a:latin typeface="Calibri"/>
                <a:cs typeface="Calibri"/>
              </a:rPr>
              <a:t>in</a:t>
            </a:r>
            <a:r>
              <a:rPr sz="2200" spc="185" dirty="0">
                <a:latin typeface="Calibri"/>
                <a:cs typeface="Calibri"/>
              </a:rPr>
              <a:t> </a:t>
            </a:r>
            <a:r>
              <a:rPr sz="2200" dirty="0">
                <a:latin typeface="Calibri"/>
                <a:cs typeface="Calibri"/>
              </a:rPr>
              <a:t>line</a:t>
            </a:r>
            <a:r>
              <a:rPr sz="2200" spc="200" dirty="0">
                <a:latin typeface="Calibri"/>
                <a:cs typeface="Calibri"/>
              </a:rPr>
              <a:t> </a:t>
            </a:r>
            <a:r>
              <a:rPr sz="2200" dirty="0">
                <a:latin typeface="Calibri"/>
                <a:cs typeface="Calibri"/>
              </a:rPr>
              <a:t>with</a:t>
            </a:r>
            <a:r>
              <a:rPr sz="2200" spc="185" dirty="0">
                <a:latin typeface="Calibri"/>
                <a:cs typeface="Calibri"/>
              </a:rPr>
              <a:t> </a:t>
            </a:r>
            <a:r>
              <a:rPr sz="2200" dirty="0">
                <a:latin typeface="Calibri"/>
                <a:cs typeface="Calibri"/>
              </a:rPr>
              <a:t>the</a:t>
            </a:r>
            <a:r>
              <a:rPr sz="2200" spc="200" dirty="0">
                <a:latin typeface="Calibri"/>
                <a:cs typeface="Calibri"/>
              </a:rPr>
              <a:t> </a:t>
            </a:r>
            <a:r>
              <a:rPr sz="2200" dirty="0">
                <a:latin typeface="Calibri"/>
                <a:cs typeface="Calibri"/>
              </a:rPr>
              <a:t>original</a:t>
            </a:r>
            <a:r>
              <a:rPr sz="2200" spc="185" dirty="0">
                <a:latin typeface="Calibri"/>
                <a:cs typeface="Calibri"/>
              </a:rPr>
              <a:t> </a:t>
            </a:r>
            <a:r>
              <a:rPr sz="2200" dirty="0">
                <a:latin typeface="Calibri"/>
                <a:cs typeface="Calibri"/>
              </a:rPr>
              <a:t>or</a:t>
            </a:r>
            <a:r>
              <a:rPr sz="2200" spc="185" dirty="0">
                <a:latin typeface="Calibri"/>
                <a:cs typeface="Calibri"/>
              </a:rPr>
              <a:t> </a:t>
            </a:r>
            <a:r>
              <a:rPr sz="2200" dirty="0">
                <a:latin typeface="Calibri"/>
                <a:cs typeface="Calibri"/>
              </a:rPr>
              <a:t>revised</a:t>
            </a:r>
            <a:r>
              <a:rPr sz="2200" spc="185" dirty="0">
                <a:latin typeface="Calibri"/>
                <a:cs typeface="Calibri"/>
              </a:rPr>
              <a:t> </a:t>
            </a:r>
            <a:r>
              <a:rPr sz="2200" dirty="0">
                <a:latin typeface="Calibri"/>
                <a:cs typeface="Calibri"/>
              </a:rPr>
              <a:t>plan.</a:t>
            </a:r>
            <a:r>
              <a:rPr sz="2200" spc="185" dirty="0">
                <a:latin typeface="Calibri"/>
                <a:cs typeface="Calibri"/>
              </a:rPr>
              <a:t> </a:t>
            </a:r>
            <a:r>
              <a:rPr sz="2200" dirty="0">
                <a:latin typeface="Calibri"/>
                <a:cs typeface="Calibri"/>
              </a:rPr>
              <a:t>In</a:t>
            </a:r>
            <a:r>
              <a:rPr sz="2200" spc="190" dirty="0">
                <a:latin typeface="Calibri"/>
                <a:cs typeface="Calibri"/>
              </a:rPr>
              <a:t> </a:t>
            </a:r>
            <a:r>
              <a:rPr sz="2200" spc="-20" dirty="0">
                <a:latin typeface="Calibri"/>
                <a:cs typeface="Calibri"/>
              </a:rPr>
              <a:t>some</a:t>
            </a:r>
            <a:endParaRPr sz="2200" dirty="0">
              <a:latin typeface="Calibri"/>
              <a:cs typeface="Calibri"/>
            </a:endParaRPr>
          </a:p>
        </p:txBody>
      </p:sp>
      <p:sp>
        <p:nvSpPr>
          <p:cNvPr id="11" name="object 11"/>
          <p:cNvSpPr txBox="1"/>
          <p:nvPr/>
        </p:nvSpPr>
        <p:spPr>
          <a:xfrm>
            <a:off x="1677670" y="5861811"/>
            <a:ext cx="9595485" cy="604520"/>
          </a:xfrm>
          <a:prstGeom prst="rect">
            <a:avLst/>
          </a:prstGeom>
        </p:spPr>
        <p:txBody>
          <a:bodyPr vert="horz" wrap="square" lIns="0" tIns="104139" rIns="0" bIns="0" rtlCol="0">
            <a:spAutoFit/>
          </a:bodyPr>
          <a:lstStyle/>
          <a:p>
            <a:pPr marL="12700" marR="5080">
              <a:lnSpc>
                <a:spcPct val="72700"/>
              </a:lnSpc>
              <a:spcBef>
                <a:spcPts val="819"/>
              </a:spcBef>
            </a:pPr>
            <a:r>
              <a:rPr sz="2200" dirty="0">
                <a:latin typeface="Calibri"/>
                <a:cs typeface="Calibri"/>
              </a:rPr>
              <a:t>cases,</a:t>
            </a:r>
            <a:r>
              <a:rPr sz="2200" spc="180" dirty="0">
                <a:latin typeface="Calibri"/>
                <a:cs typeface="Calibri"/>
              </a:rPr>
              <a:t> </a:t>
            </a:r>
            <a:r>
              <a:rPr sz="2200" dirty="0">
                <a:latin typeface="Calibri"/>
                <a:cs typeface="Calibri"/>
              </a:rPr>
              <a:t>conditions</a:t>
            </a:r>
            <a:r>
              <a:rPr sz="2200" spc="185" dirty="0">
                <a:latin typeface="Calibri"/>
                <a:cs typeface="Calibri"/>
              </a:rPr>
              <a:t> </a:t>
            </a:r>
            <a:r>
              <a:rPr sz="2200" dirty="0">
                <a:latin typeface="Calibri"/>
                <a:cs typeface="Calibri"/>
              </a:rPr>
              <a:t>or</a:t>
            </a:r>
            <a:r>
              <a:rPr sz="2200" spc="175" dirty="0">
                <a:latin typeface="Calibri"/>
                <a:cs typeface="Calibri"/>
              </a:rPr>
              <a:t> </a:t>
            </a:r>
            <a:r>
              <a:rPr sz="2200" dirty="0">
                <a:latin typeface="Calibri"/>
                <a:cs typeface="Calibri"/>
              </a:rPr>
              <a:t>scope</a:t>
            </a:r>
            <a:r>
              <a:rPr sz="2200" spc="185" dirty="0">
                <a:latin typeface="Calibri"/>
                <a:cs typeface="Calibri"/>
              </a:rPr>
              <a:t> </a:t>
            </a:r>
            <a:r>
              <a:rPr sz="2200" dirty="0">
                <a:latin typeface="Calibri"/>
                <a:cs typeface="Calibri"/>
              </a:rPr>
              <a:t>can</a:t>
            </a:r>
            <a:r>
              <a:rPr sz="2200" spc="180" dirty="0">
                <a:latin typeface="Calibri"/>
                <a:cs typeface="Calibri"/>
              </a:rPr>
              <a:t> </a:t>
            </a:r>
            <a:r>
              <a:rPr sz="2200" dirty="0">
                <a:latin typeface="Calibri"/>
                <a:cs typeface="Calibri"/>
              </a:rPr>
              <a:t>change,</a:t>
            </a:r>
            <a:r>
              <a:rPr sz="2200" spc="175" dirty="0">
                <a:latin typeface="Calibri"/>
                <a:cs typeface="Calibri"/>
              </a:rPr>
              <a:t> </a:t>
            </a:r>
            <a:r>
              <a:rPr sz="2200" dirty="0">
                <a:latin typeface="Calibri"/>
                <a:cs typeface="Calibri"/>
              </a:rPr>
              <a:t>which,</a:t>
            </a:r>
            <a:r>
              <a:rPr sz="2200" spc="185" dirty="0">
                <a:latin typeface="Calibri"/>
                <a:cs typeface="Calibri"/>
              </a:rPr>
              <a:t> </a:t>
            </a:r>
            <a:r>
              <a:rPr sz="2200" dirty="0">
                <a:latin typeface="Calibri"/>
                <a:cs typeface="Calibri"/>
              </a:rPr>
              <a:t>in</a:t>
            </a:r>
            <a:r>
              <a:rPr sz="2200" spc="170" dirty="0">
                <a:latin typeface="Calibri"/>
                <a:cs typeface="Calibri"/>
              </a:rPr>
              <a:t> </a:t>
            </a:r>
            <a:r>
              <a:rPr sz="2200" dirty="0">
                <a:latin typeface="Calibri"/>
                <a:cs typeface="Calibri"/>
              </a:rPr>
              <a:t>turn,</a:t>
            </a:r>
            <a:r>
              <a:rPr sz="2200" spc="190" dirty="0">
                <a:latin typeface="Calibri"/>
                <a:cs typeface="Calibri"/>
              </a:rPr>
              <a:t> </a:t>
            </a:r>
            <a:r>
              <a:rPr sz="2200" dirty="0">
                <a:latin typeface="Calibri"/>
                <a:cs typeface="Calibri"/>
              </a:rPr>
              <a:t>will</a:t>
            </a:r>
            <a:r>
              <a:rPr sz="2200" spc="175" dirty="0">
                <a:latin typeface="Calibri"/>
                <a:cs typeface="Calibri"/>
              </a:rPr>
              <a:t> </a:t>
            </a:r>
            <a:r>
              <a:rPr sz="2200" dirty="0">
                <a:latin typeface="Calibri"/>
                <a:cs typeface="Calibri"/>
              </a:rPr>
              <a:t>require</a:t>
            </a:r>
            <a:r>
              <a:rPr sz="2200" spc="185" dirty="0">
                <a:latin typeface="Calibri"/>
                <a:cs typeface="Calibri"/>
              </a:rPr>
              <a:t> </a:t>
            </a:r>
            <a:r>
              <a:rPr sz="2200" dirty="0">
                <a:latin typeface="Calibri"/>
                <a:cs typeface="Calibri"/>
              </a:rPr>
              <a:t>a</a:t>
            </a:r>
            <a:r>
              <a:rPr sz="2200" spc="180" dirty="0">
                <a:latin typeface="Calibri"/>
                <a:cs typeface="Calibri"/>
              </a:rPr>
              <a:t> </a:t>
            </a:r>
            <a:r>
              <a:rPr sz="2200" dirty="0">
                <a:latin typeface="Calibri"/>
                <a:cs typeface="Calibri"/>
              </a:rPr>
              <a:t>change</a:t>
            </a:r>
            <a:r>
              <a:rPr sz="2200" spc="180" dirty="0">
                <a:latin typeface="Calibri"/>
                <a:cs typeface="Calibri"/>
              </a:rPr>
              <a:t> </a:t>
            </a:r>
            <a:r>
              <a:rPr sz="2200" dirty="0">
                <a:latin typeface="Calibri"/>
                <a:cs typeface="Calibri"/>
              </a:rPr>
              <a:t>in</a:t>
            </a:r>
            <a:r>
              <a:rPr sz="2200" spc="175" dirty="0">
                <a:latin typeface="Calibri"/>
                <a:cs typeface="Calibri"/>
              </a:rPr>
              <a:t> </a:t>
            </a:r>
            <a:r>
              <a:rPr sz="2200" spc="-25" dirty="0">
                <a:latin typeface="Calibri"/>
                <a:cs typeface="Calibri"/>
              </a:rPr>
              <a:t>the </a:t>
            </a:r>
            <a:r>
              <a:rPr sz="2200" dirty="0">
                <a:latin typeface="Calibri"/>
                <a:cs typeface="Calibri"/>
              </a:rPr>
              <a:t>baseline</a:t>
            </a:r>
            <a:r>
              <a:rPr sz="2200" spc="-50" dirty="0">
                <a:latin typeface="Calibri"/>
                <a:cs typeface="Calibri"/>
              </a:rPr>
              <a:t> </a:t>
            </a:r>
            <a:r>
              <a:rPr sz="2200" dirty="0">
                <a:latin typeface="Calibri"/>
                <a:cs typeface="Calibri"/>
              </a:rPr>
              <a:t>plan</a:t>
            </a:r>
            <a:r>
              <a:rPr sz="2200" spc="-50" dirty="0">
                <a:latin typeface="Calibri"/>
                <a:cs typeface="Calibri"/>
              </a:rPr>
              <a:t> </a:t>
            </a:r>
            <a:r>
              <a:rPr sz="2200" dirty="0">
                <a:latin typeface="Calibri"/>
                <a:cs typeface="Calibri"/>
              </a:rPr>
              <a:t>to</a:t>
            </a:r>
            <a:r>
              <a:rPr sz="2200" spc="-40" dirty="0">
                <a:latin typeface="Calibri"/>
                <a:cs typeface="Calibri"/>
              </a:rPr>
              <a:t> </a:t>
            </a:r>
            <a:r>
              <a:rPr sz="2200" spc="-10" dirty="0">
                <a:latin typeface="Calibri"/>
                <a:cs typeface="Calibri"/>
              </a:rPr>
              <a:t>recognize</a:t>
            </a:r>
            <a:r>
              <a:rPr sz="2200" spc="-40" dirty="0">
                <a:latin typeface="Calibri"/>
                <a:cs typeface="Calibri"/>
              </a:rPr>
              <a:t> </a:t>
            </a:r>
            <a:r>
              <a:rPr sz="2200" dirty="0">
                <a:latin typeface="Calibri"/>
                <a:cs typeface="Calibri"/>
              </a:rPr>
              <a:t>new</a:t>
            </a:r>
            <a:r>
              <a:rPr sz="2200" spc="-45" dirty="0">
                <a:latin typeface="Calibri"/>
                <a:cs typeface="Calibri"/>
              </a:rPr>
              <a:t> </a:t>
            </a:r>
            <a:r>
              <a:rPr sz="2200" spc="-10" dirty="0">
                <a:latin typeface="Calibri"/>
                <a:cs typeface="Calibri"/>
              </a:rPr>
              <a:t>information.</a:t>
            </a:r>
            <a:endParaRPr sz="2200">
              <a:latin typeface="Calibri"/>
              <a:cs typeface="Calibri"/>
            </a:endParaRPr>
          </a:p>
        </p:txBody>
      </p:sp>
      <p:pic>
        <p:nvPicPr>
          <p:cNvPr id="13" name="Picture 12">
            <a:extLst>
              <a:ext uri="{FF2B5EF4-FFF2-40B4-BE49-F238E27FC236}">
                <a16:creationId xmlns:a16="http://schemas.microsoft.com/office/drawing/2014/main" id="{0ED19A84-EF25-B0CE-93A2-B2E3BB331FE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99211" y="4285388"/>
            <a:ext cx="515188" cy="37626"/>
          </a:xfrm>
          <a:prstGeom prst="rect">
            <a:avLst/>
          </a:prstGeom>
        </p:spPr>
      </p:pic>
      <p:pic>
        <p:nvPicPr>
          <p:cNvPr id="3" name="object 3"/>
          <p:cNvPicPr/>
          <p:nvPr/>
        </p:nvPicPr>
        <p:blipFill>
          <a:blip r:embed="rId3" cstate="print"/>
          <a:stretch>
            <a:fillRect/>
          </a:stretch>
        </p:blipFill>
        <p:spPr>
          <a:xfrm>
            <a:off x="2168408" y="2120438"/>
            <a:ext cx="7279210" cy="327058"/>
          </a:xfrm>
          <a:prstGeom prst="rect">
            <a:avLst/>
          </a:prstGeom>
        </p:spPr>
      </p:pic>
      <p:sp>
        <p:nvSpPr>
          <p:cNvPr id="4" name="object 4"/>
          <p:cNvSpPr txBox="1">
            <a:spLocks noGrp="1"/>
          </p:cNvSpPr>
          <p:nvPr>
            <p:ph type="title"/>
          </p:nvPr>
        </p:nvSpPr>
        <p:spPr>
          <a:xfrm>
            <a:off x="2075713" y="558929"/>
            <a:ext cx="7967959" cy="549931"/>
          </a:xfrm>
          <a:prstGeom prst="rect">
            <a:avLst/>
          </a:prstGeom>
        </p:spPr>
        <p:txBody>
          <a:bodyPr vert="horz" wrap="square" lIns="0" tIns="12102" rIns="0" bIns="0" rtlCol="0">
            <a:spAutoFit/>
          </a:bodyPr>
          <a:lstStyle/>
          <a:p>
            <a:pPr marL="13255">
              <a:spcBef>
                <a:spcPts val="95"/>
              </a:spcBef>
            </a:pPr>
            <a:r>
              <a:rPr sz="3494" spc="91" dirty="0"/>
              <a:t>Monitoring</a:t>
            </a:r>
            <a:r>
              <a:rPr sz="3494" spc="300" dirty="0"/>
              <a:t> </a:t>
            </a:r>
            <a:r>
              <a:rPr sz="3494" dirty="0">
                <a:solidFill>
                  <a:srgbClr val="01215B"/>
                </a:solidFill>
              </a:rPr>
              <a:t>Time</a:t>
            </a:r>
            <a:r>
              <a:rPr sz="3494" spc="118" dirty="0">
                <a:solidFill>
                  <a:srgbClr val="01215B"/>
                </a:solidFill>
              </a:rPr>
              <a:t> </a:t>
            </a:r>
            <a:r>
              <a:rPr sz="3494" spc="41" dirty="0"/>
              <a:t>Performance</a:t>
            </a:r>
            <a:endParaRPr sz="3494"/>
          </a:p>
        </p:txBody>
      </p:sp>
      <p:sp>
        <p:nvSpPr>
          <p:cNvPr id="10" name="object 10"/>
          <p:cNvSpPr txBox="1">
            <a:spLocks noGrp="1"/>
          </p:cNvSpPr>
          <p:nvPr>
            <p:ph type="sldNum" sz="quarter" idx="7"/>
          </p:nvPr>
        </p:nvSpPr>
        <p:spPr>
          <a:xfrm>
            <a:off x="13118081" y="5834651"/>
            <a:ext cx="221876" cy="127991"/>
          </a:xfrm>
          <a:prstGeom prst="rect">
            <a:avLst/>
          </a:prstGeom>
        </p:spPr>
        <p:txBody>
          <a:bodyPr vert="horz" wrap="square" lIns="0" tIns="16136" rIns="0" bIns="0" rtlCol="0">
            <a:spAutoFit/>
          </a:bodyPr>
          <a:lstStyle/>
          <a:p>
            <a:pPr marL="11527">
              <a:spcBef>
                <a:spcPts val="127"/>
              </a:spcBef>
            </a:pPr>
            <a:fld id="{81D60167-4931-47E6-BA6A-407CBD079E47}" type="slidenum">
              <a:rPr sz="726" spc="-23" dirty="0"/>
              <a:pPr marL="11527">
                <a:spcBef>
                  <a:spcPts val="127"/>
                </a:spcBef>
              </a:pPr>
              <a:t>4</a:t>
            </a:fld>
            <a:endParaRPr sz="726"/>
          </a:p>
        </p:txBody>
      </p:sp>
      <p:sp>
        <p:nvSpPr>
          <p:cNvPr id="5" name="object 5"/>
          <p:cNvSpPr txBox="1"/>
          <p:nvPr/>
        </p:nvSpPr>
        <p:spPr>
          <a:xfrm>
            <a:off x="8513666" y="2008736"/>
            <a:ext cx="919779" cy="426521"/>
          </a:xfrm>
          <a:prstGeom prst="rect">
            <a:avLst/>
          </a:prstGeom>
        </p:spPr>
        <p:txBody>
          <a:bodyPr vert="horz" wrap="square" lIns="0" tIns="14408" rIns="0" bIns="0" rtlCol="0">
            <a:spAutoFit/>
          </a:bodyPr>
          <a:lstStyle/>
          <a:p>
            <a:pPr marL="11527">
              <a:spcBef>
                <a:spcPts val="113"/>
              </a:spcBef>
            </a:pPr>
            <a:r>
              <a:rPr sz="2677" spc="73" dirty="0">
                <a:solidFill>
                  <a:srgbClr val="B30500"/>
                </a:solidFill>
                <a:latin typeface="Arial MT"/>
                <a:cs typeface="Arial MT"/>
              </a:rPr>
              <a:t>roiect</a:t>
            </a:r>
            <a:endParaRPr sz="2677">
              <a:latin typeface="Arial MT"/>
              <a:cs typeface="Arial MT"/>
            </a:endParaRPr>
          </a:p>
        </p:txBody>
      </p:sp>
      <p:sp>
        <p:nvSpPr>
          <p:cNvPr id="6" name="object 6"/>
          <p:cNvSpPr txBox="1"/>
          <p:nvPr/>
        </p:nvSpPr>
        <p:spPr>
          <a:xfrm>
            <a:off x="2155003" y="2008736"/>
            <a:ext cx="5830453" cy="1405699"/>
          </a:xfrm>
          <a:prstGeom prst="rect">
            <a:avLst/>
          </a:prstGeom>
        </p:spPr>
        <p:txBody>
          <a:bodyPr vert="horz" wrap="square" lIns="0" tIns="14408" rIns="0" bIns="0" rtlCol="0">
            <a:spAutoFit/>
          </a:bodyPr>
          <a:lstStyle/>
          <a:p>
            <a:pPr marL="11527" marR="4611" indent="572292">
              <a:spcBef>
                <a:spcPts val="113"/>
              </a:spcBef>
            </a:pPr>
            <a:r>
              <a:rPr sz="2677" spc="95" dirty="0">
                <a:solidFill>
                  <a:srgbClr val="C30000"/>
                </a:solidFill>
                <a:latin typeface="Arial MT"/>
                <a:cs typeface="Arial MT"/>
              </a:rPr>
              <a:t>ical</a:t>
            </a:r>
            <a:r>
              <a:rPr sz="2677" spc="32" dirty="0">
                <a:solidFill>
                  <a:srgbClr val="C30000"/>
                </a:solidFill>
                <a:latin typeface="Arial MT"/>
                <a:cs typeface="Arial MT"/>
              </a:rPr>
              <a:t> </a:t>
            </a:r>
            <a:r>
              <a:rPr sz="2677" spc="123" dirty="0">
                <a:solidFill>
                  <a:srgbClr val="BF0003"/>
                </a:solidFill>
                <a:latin typeface="Arial MT"/>
                <a:cs typeface="Arial MT"/>
              </a:rPr>
              <a:t>tools</a:t>
            </a:r>
            <a:r>
              <a:rPr sz="2677" spc="100" dirty="0">
                <a:solidFill>
                  <a:srgbClr val="BF0003"/>
                </a:solidFill>
                <a:latin typeface="Arial MT"/>
                <a:cs typeface="Arial MT"/>
              </a:rPr>
              <a:t> </a:t>
            </a:r>
            <a:r>
              <a:rPr sz="2677" spc="82" dirty="0">
                <a:solidFill>
                  <a:srgbClr val="BF0000"/>
                </a:solidFill>
                <a:latin typeface="Arial MT"/>
                <a:cs typeface="Arial MT"/>
              </a:rPr>
              <a:t>used</a:t>
            </a:r>
            <a:r>
              <a:rPr sz="2677" spc="45" dirty="0">
                <a:solidFill>
                  <a:srgbClr val="BF0000"/>
                </a:solidFill>
                <a:latin typeface="Arial MT"/>
                <a:cs typeface="Arial MT"/>
              </a:rPr>
              <a:t> </a:t>
            </a:r>
            <a:r>
              <a:rPr sz="2677" spc="103" dirty="0">
                <a:solidFill>
                  <a:srgbClr val="BF0000"/>
                </a:solidFill>
                <a:latin typeface="Arial MT"/>
                <a:cs typeface="Arial MT"/>
              </a:rPr>
              <a:t>for</a:t>
            </a:r>
            <a:r>
              <a:rPr sz="2677" spc="82" dirty="0">
                <a:solidFill>
                  <a:srgbClr val="BF0000"/>
                </a:solidFill>
                <a:latin typeface="Arial MT"/>
                <a:cs typeface="Arial MT"/>
              </a:rPr>
              <a:t> </a:t>
            </a:r>
            <a:r>
              <a:rPr sz="2677" spc="82" dirty="0">
                <a:solidFill>
                  <a:srgbClr val="B80301"/>
                </a:solidFill>
                <a:latin typeface="Arial MT"/>
                <a:cs typeface="Arial MT"/>
              </a:rPr>
              <a:t>communicatin </a:t>
            </a:r>
            <a:r>
              <a:rPr sz="2677" u="heavy" spc="73" dirty="0">
                <a:solidFill>
                  <a:srgbClr val="C40000"/>
                </a:solidFill>
                <a:uFill>
                  <a:solidFill>
                    <a:srgbClr val="B80308"/>
                  </a:solidFill>
                </a:uFill>
                <a:latin typeface="Arial MT"/>
                <a:cs typeface="Arial MT"/>
              </a:rPr>
              <a:t>schedule</a:t>
            </a:r>
            <a:r>
              <a:rPr sz="2677" u="heavy" spc="172" dirty="0">
                <a:solidFill>
                  <a:srgbClr val="C40000"/>
                </a:solidFill>
                <a:uFill>
                  <a:solidFill>
                    <a:srgbClr val="B80308"/>
                  </a:solidFill>
                </a:uFill>
                <a:latin typeface="Arial MT"/>
                <a:cs typeface="Arial MT"/>
              </a:rPr>
              <a:t> </a:t>
            </a:r>
            <a:r>
              <a:rPr sz="2677" u="heavy" spc="82" dirty="0">
                <a:solidFill>
                  <a:srgbClr val="B50308"/>
                </a:solidFill>
                <a:uFill>
                  <a:solidFill>
                    <a:srgbClr val="B80308"/>
                  </a:solidFill>
                </a:uFill>
                <a:latin typeface="Arial MT"/>
                <a:cs typeface="Arial MT"/>
              </a:rPr>
              <a:t>status</a:t>
            </a:r>
            <a:r>
              <a:rPr sz="2677" u="heavy" spc="172" dirty="0">
                <a:solidFill>
                  <a:srgbClr val="B50308"/>
                </a:solidFill>
                <a:uFill>
                  <a:solidFill>
                    <a:srgbClr val="B80308"/>
                  </a:solidFill>
                </a:uFill>
                <a:latin typeface="Arial MT"/>
                <a:cs typeface="Arial MT"/>
              </a:rPr>
              <a:t> </a:t>
            </a:r>
            <a:r>
              <a:rPr sz="2677" u="heavy" spc="86" dirty="0">
                <a:solidFill>
                  <a:srgbClr val="BF0000"/>
                </a:solidFill>
                <a:uFill>
                  <a:solidFill>
                    <a:srgbClr val="B80308"/>
                  </a:solidFill>
                </a:uFill>
                <a:latin typeface="Arial MT"/>
                <a:cs typeface="Arial MT"/>
              </a:rPr>
              <a:t>include:</a:t>
            </a:r>
            <a:endParaRPr sz="2677" dirty="0">
              <a:latin typeface="Arial MT"/>
              <a:cs typeface="Arial MT"/>
            </a:endParaRPr>
          </a:p>
          <a:p>
            <a:pPr marL="231683" indent="-216699">
              <a:spcBef>
                <a:spcPts val="1711"/>
              </a:spcBef>
              <a:buClr>
                <a:srgbClr val="F00501"/>
              </a:buClr>
              <a:buChar char="•"/>
              <a:tabLst>
                <a:tab pos="231683" algn="l"/>
              </a:tabLst>
            </a:pPr>
            <a:r>
              <a:rPr sz="2269" u="heavy" spc="50" dirty="0">
                <a:solidFill>
                  <a:srgbClr val="F60500"/>
                </a:solidFill>
                <a:uFill>
                  <a:solidFill>
                    <a:srgbClr val="973F1F"/>
                  </a:solidFill>
                </a:uFill>
                <a:latin typeface="Arial MT"/>
                <a:cs typeface="Arial MT"/>
              </a:rPr>
              <a:t>Gantt</a:t>
            </a:r>
            <a:r>
              <a:rPr sz="2269" u="heavy" spc="82" dirty="0">
                <a:solidFill>
                  <a:srgbClr val="F60500"/>
                </a:solidFill>
                <a:uFill>
                  <a:solidFill>
                    <a:srgbClr val="973F1F"/>
                  </a:solidFill>
                </a:uFill>
                <a:latin typeface="Arial MT"/>
                <a:cs typeface="Arial MT"/>
              </a:rPr>
              <a:t> </a:t>
            </a:r>
            <a:r>
              <a:rPr sz="2269" u="heavy" spc="77" dirty="0">
                <a:solidFill>
                  <a:srgbClr val="FD0003"/>
                </a:solidFill>
                <a:uFill>
                  <a:solidFill>
                    <a:srgbClr val="973F1F"/>
                  </a:solidFill>
                </a:uFill>
                <a:latin typeface="Arial MT"/>
                <a:cs typeface="Arial MT"/>
              </a:rPr>
              <a:t>chart:</a:t>
            </a:r>
            <a:r>
              <a:rPr sz="2269" spc="154" dirty="0">
                <a:solidFill>
                  <a:srgbClr val="FD0003"/>
                </a:solidFill>
                <a:latin typeface="Arial MT"/>
                <a:cs typeface="Arial MT"/>
              </a:rPr>
              <a:t> </a:t>
            </a:r>
            <a:r>
              <a:rPr sz="2269" dirty="0">
                <a:latin typeface="Arial MT"/>
                <a:cs typeface="Arial MT"/>
              </a:rPr>
              <a:t>is</a:t>
            </a:r>
            <a:r>
              <a:rPr sz="2269" spc="23" dirty="0">
                <a:latin typeface="Arial MT"/>
                <a:cs typeface="Arial MT"/>
              </a:rPr>
              <a:t> </a:t>
            </a:r>
            <a:r>
              <a:rPr sz="2269" u="heavy" spc="109" dirty="0">
                <a:solidFill>
                  <a:srgbClr val="01B154"/>
                </a:solidFill>
                <a:uFill>
                  <a:solidFill>
                    <a:srgbClr val="973F1F"/>
                  </a:solidFill>
                </a:uFill>
                <a:latin typeface="Arial MT"/>
                <a:cs typeface="Arial MT"/>
              </a:rPr>
              <a:t>mostlv</a:t>
            </a:r>
            <a:r>
              <a:rPr sz="2269" spc="109" dirty="0">
                <a:solidFill>
                  <a:srgbClr val="01B154"/>
                </a:solidFill>
                <a:latin typeface="Arial MT"/>
                <a:cs typeface="Arial MT"/>
              </a:rPr>
              <a:t> </a:t>
            </a:r>
            <a:r>
              <a:rPr sz="2269" spc="41" dirty="0">
                <a:latin typeface="Arial MT"/>
                <a:cs typeface="Arial MT"/>
              </a:rPr>
              <a:t>used.</a:t>
            </a:r>
            <a:endParaRPr sz="2269" dirty="0">
              <a:latin typeface="Arial MT"/>
              <a:cs typeface="Arial MT"/>
            </a:endParaRPr>
          </a:p>
        </p:txBody>
      </p:sp>
      <p:sp>
        <p:nvSpPr>
          <p:cNvPr id="7" name="object 7"/>
          <p:cNvSpPr txBox="1"/>
          <p:nvPr/>
        </p:nvSpPr>
        <p:spPr>
          <a:xfrm>
            <a:off x="2155779" y="3604952"/>
            <a:ext cx="7572615" cy="2567248"/>
          </a:xfrm>
          <a:prstGeom prst="rect">
            <a:avLst/>
          </a:prstGeom>
        </p:spPr>
        <p:txBody>
          <a:bodyPr vert="horz" wrap="square" lIns="0" tIns="16136" rIns="0" bIns="0" rtlCol="0">
            <a:spAutoFit/>
          </a:bodyPr>
          <a:lstStyle/>
          <a:p>
            <a:pPr marL="232258" indent="-220732">
              <a:spcBef>
                <a:spcPts val="127"/>
              </a:spcBef>
              <a:buClr>
                <a:srgbClr val="FD0003"/>
              </a:buClr>
              <a:buChar char="•"/>
              <a:tabLst>
                <a:tab pos="232258" algn="l"/>
              </a:tabLst>
            </a:pPr>
            <a:r>
              <a:rPr sz="2269" u="heavy" spc="91" dirty="0">
                <a:solidFill>
                  <a:srgbClr val="FB0103"/>
                </a:solidFill>
                <a:uFill>
                  <a:solidFill>
                    <a:srgbClr val="70602B"/>
                  </a:solidFill>
                </a:uFill>
                <a:latin typeface="Arial MT"/>
                <a:cs typeface="Arial MT"/>
              </a:rPr>
              <a:t>Control</a:t>
            </a:r>
            <a:r>
              <a:rPr sz="2269" u="heavy" spc="73" dirty="0">
                <a:solidFill>
                  <a:srgbClr val="FB0103"/>
                </a:solidFill>
                <a:uFill>
                  <a:solidFill>
                    <a:srgbClr val="70602B"/>
                  </a:solidFill>
                </a:uFill>
                <a:latin typeface="Arial MT"/>
                <a:cs typeface="Arial MT"/>
              </a:rPr>
              <a:t> </a:t>
            </a:r>
            <a:r>
              <a:rPr sz="2269" u="heavy" spc="77" dirty="0">
                <a:solidFill>
                  <a:srgbClr val="FD0300"/>
                </a:solidFill>
                <a:uFill>
                  <a:solidFill>
                    <a:srgbClr val="70602B"/>
                  </a:solidFill>
                </a:uFill>
                <a:latin typeface="Arial MT"/>
                <a:cs typeface="Arial MT"/>
              </a:rPr>
              <a:t>chart:</a:t>
            </a:r>
            <a:r>
              <a:rPr sz="2269" spc="132" dirty="0">
                <a:solidFill>
                  <a:srgbClr val="FD0300"/>
                </a:solidFill>
                <a:latin typeface="Arial MT"/>
                <a:cs typeface="Arial MT"/>
              </a:rPr>
              <a:t> </a:t>
            </a:r>
            <a:r>
              <a:rPr sz="2269" dirty="0">
                <a:latin typeface="Arial MT"/>
                <a:cs typeface="Arial MT"/>
              </a:rPr>
              <a:t>is</a:t>
            </a:r>
            <a:r>
              <a:rPr sz="2269" spc="50" dirty="0">
                <a:latin typeface="Arial MT"/>
                <a:cs typeface="Arial MT"/>
              </a:rPr>
              <a:t> </a:t>
            </a:r>
            <a:r>
              <a:rPr sz="2269" u="heavy" spc="68" dirty="0">
                <a:solidFill>
                  <a:srgbClr val="0AAE4F"/>
                </a:solidFill>
                <a:uFill>
                  <a:solidFill>
                    <a:srgbClr val="70602B"/>
                  </a:solidFill>
                </a:uFill>
                <a:latin typeface="Arial MT"/>
                <a:cs typeface="Arial MT"/>
              </a:rPr>
              <a:t>used</a:t>
            </a:r>
            <a:r>
              <a:rPr sz="2269" spc="59" dirty="0">
                <a:solidFill>
                  <a:srgbClr val="0AAE4F"/>
                </a:solidFill>
                <a:latin typeface="Arial MT"/>
                <a:cs typeface="Arial MT"/>
              </a:rPr>
              <a:t> </a:t>
            </a:r>
            <a:r>
              <a:rPr sz="2269" dirty="0">
                <a:latin typeface="Arial MT"/>
                <a:cs typeface="Arial MT"/>
              </a:rPr>
              <a:t>to</a:t>
            </a:r>
            <a:r>
              <a:rPr sz="2269" spc="109" dirty="0">
                <a:latin typeface="Arial MT"/>
                <a:cs typeface="Arial MT"/>
              </a:rPr>
              <a:t> </a:t>
            </a:r>
            <a:r>
              <a:rPr lang="en-US" sz="2269" u="heavy" spc="77" dirty="0">
                <a:solidFill>
                  <a:srgbClr val="00AF4D"/>
                </a:solidFill>
                <a:uFill>
                  <a:solidFill>
                    <a:srgbClr val="70602B"/>
                  </a:solidFill>
                </a:uFill>
                <a:latin typeface="Arial MT"/>
                <a:cs typeface="Arial MT"/>
              </a:rPr>
              <a:t>p</a:t>
            </a:r>
            <a:r>
              <a:rPr sz="2269" u="heavy" spc="77" dirty="0">
                <a:solidFill>
                  <a:srgbClr val="00AF4D"/>
                </a:solidFill>
                <a:uFill>
                  <a:solidFill>
                    <a:srgbClr val="70602B"/>
                  </a:solidFill>
                </a:uFill>
                <a:latin typeface="Arial MT"/>
                <a:cs typeface="Arial MT"/>
              </a:rPr>
              <a:t>lot</a:t>
            </a:r>
            <a:r>
              <a:rPr sz="2269" spc="73" dirty="0">
                <a:solidFill>
                  <a:srgbClr val="00AF4D"/>
                </a:solidFill>
                <a:latin typeface="Arial MT"/>
                <a:cs typeface="Arial MT"/>
              </a:rPr>
              <a:t> </a:t>
            </a:r>
            <a:r>
              <a:rPr sz="2269" spc="64" dirty="0">
                <a:solidFill>
                  <a:srgbClr val="0100CF"/>
                </a:solidFill>
                <a:latin typeface="Arial MT"/>
                <a:cs typeface="Arial MT"/>
              </a:rPr>
              <a:t>difference</a:t>
            </a:r>
            <a:r>
              <a:rPr sz="2269" spc="168" dirty="0">
                <a:solidFill>
                  <a:srgbClr val="0100CF"/>
                </a:solidFill>
                <a:latin typeface="Arial MT"/>
                <a:cs typeface="Arial MT"/>
              </a:rPr>
              <a:t> </a:t>
            </a:r>
            <a:r>
              <a:rPr sz="2269" u="heavy" spc="-9" dirty="0">
                <a:solidFill>
                  <a:srgbClr val="01AE52"/>
                </a:solidFill>
                <a:uFill>
                  <a:solidFill>
                    <a:srgbClr val="70602B"/>
                  </a:solidFill>
                </a:uFill>
                <a:latin typeface="Arial MT"/>
                <a:cs typeface="Arial MT"/>
              </a:rPr>
              <a:t>between</a:t>
            </a:r>
            <a:endParaRPr sz="2269" dirty="0">
              <a:latin typeface="Arial MT"/>
              <a:cs typeface="Arial MT"/>
            </a:endParaRPr>
          </a:p>
          <a:p>
            <a:pPr marL="232258">
              <a:spcBef>
                <a:spcPts val="54"/>
              </a:spcBef>
            </a:pPr>
            <a:r>
              <a:rPr sz="2224" spc="95" dirty="0">
                <a:solidFill>
                  <a:srgbClr val="0003BF"/>
                </a:solidFill>
                <a:latin typeface="Arial MT"/>
                <a:cs typeface="Arial MT"/>
              </a:rPr>
              <a:t>scheduled</a:t>
            </a:r>
            <a:r>
              <a:rPr sz="2224" spc="191" dirty="0">
                <a:solidFill>
                  <a:srgbClr val="0003BF"/>
                </a:solidFill>
                <a:latin typeface="Arial MT"/>
                <a:cs typeface="Arial MT"/>
              </a:rPr>
              <a:t> </a:t>
            </a:r>
            <a:r>
              <a:rPr sz="2224" spc="95" dirty="0">
                <a:latin typeface="Arial MT"/>
                <a:cs typeface="Arial MT"/>
              </a:rPr>
              <a:t>and</a:t>
            </a:r>
            <a:r>
              <a:rPr sz="2224" spc="36" dirty="0">
                <a:latin typeface="Arial MT"/>
                <a:cs typeface="Arial MT"/>
              </a:rPr>
              <a:t> </a:t>
            </a:r>
            <a:r>
              <a:rPr sz="2224" spc="82" dirty="0">
                <a:solidFill>
                  <a:srgbClr val="0001C1"/>
                </a:solidFill>
                <a:latin typeface="Arial MT"/>
                <a:cs typeface="Arial MT"/>
              </a:rPr>
              <a:t>actual</a:t>
            </a:r>
            <a:r>
              <a:rPr sz="2224" spc="91" dirty="0">
                <a:solidFill>
                  <a:srgbClr val="0001C1"/>
                </a:solidFill>
                <a:latin typeface="Arial MT"/>
                <a:cs typeface="Arial MT"/>
              </a:rPr>
              <a:t> </a:t>
            </a:r>
            <a:r>
              <a:rPr sz="2224" spc="82" dirty="0">
                <a:solidFill>
                  <a:srgbClr val="0100D6"/>
                </a:solidFill>
                <a:latin typeface="Arial MT"/>
                <a:cs typeface="Arial MT"/>
              </a:rPr>
              <a:t>times.</a:t>
            </a:r>
            <a:endParaRPr sz="2224" dirty="0">
              <a:latin typeface="Arial MT"/>
              <a:cs typeface="Arial MT"/>
            </a:endParaRPr>
          </a:p>
          <a:p>
            <a:pPr marL="230530" marR="254160" indent="-219580">
              <a:lnSpc>
                <a:spcPct val="101299"/>
              </a:lnSpc>
              <a:spcBef>
                <a:spcPts val="1697"/>
              </a:spcBef>
              <a:buClr>
                <a:srgbClr val="E90A00"/>
              </a:buClr>
              <a:buChar char="•"/>
              <a:tabLst>
                <a:tab pos="233412" algn="l"/>
              </a:tabLst>
            </a:pPr>
            <a:r>
              <a:rPr sz="2269" u="heavy" spc="59" dirty="0">
                <a:solidFill>
                  <a:srgbClr val="F90300"/>
                </a:solidFill>
                <a:uFill>
                  <a:solidFill>
                    <a:srgbClr val="EF0303"/>
                  </a:solidFill>
                </a:uFill>
                <a:latin typeface="Arial MT"/>
                <a:cs typeface="Arial MT"/>
              </a:rPr>
              <a:t>Milestone</a:t>
            </a:r>
            <a:r>
              <a:rPr sz="2269" u="heavy" spc="132" dirty="0">
                <a:solidFill>
                  <a:srgbClr val="F90300"/>
                </a:solidFill>
                <a:uFill>
                  <a:solidFill>
                    <a:srgbClr val="EF0303"/>
                  </a:solidFill>
                </a:uFill>
                <a:latin typeface="Arial MT"/>
                <a:cs typeface="Arial MT"/>
              </a:rPr>
              <a:t> </a:t>
            </a:r>
            <a:r>
              <a:rPr sz="2269" u="heavy" spc="68" dirty="0">
                <a:solidFill>
                  <a:srgbClr val="FD0100"/>
                </a:solidFill>
                <a:uFill>
                  <a:solidFill>
                    <a:srgbClr val="EF0303"/>
                  </a:solidFill>
                </a:uFill>
                <a:latin typeface="Arial MT"/>
                <a:cs typeface="Arial MT"/>
              </a:rPr>
              <a:t>schedules:</a:t>
            </a:r>
            <a:r>
              <a:rPr sz="2269" spc="268" dirty="0">
                <a:solidFill>
                  <a:srgbClr val="FD0100"/>
                </a:solidFill>
                <a:latin typeface="Arial MT"/>
                <a:cs typeface="Arial MT"/>
              </a:rPr>
              <a:t> </a:t>
            </a:r>
            <a:r>
              <a:rPr sz="2269" dirty="0">
                <a:latin typeface="Arial MT"/>
                <a:cs typeface="Arial MT"/>
              </a:rPr>
              <a:t>are</a:t>
            </a:r>
            <a:r>
              <a:rPr sz="2269" spc="54" dirty="0">
                <a:latin typeface="Arial MT"/>
                <a:cs typeface="Arial MT"/>
              </a:rPr>
              <a:t> </a:t>
            </a:r>
            <a:r>
              <a:rPr sz="2269" u="heavy" spc="68" dirty="0">
                <a:solidFill>
                  <a:srgbClr val="00AF4F"/>
                </a:solidFill>
                <a:uFill>
                  <a:solidFill>
                    <a:srgbClr val="08A84F"/>
                  </a:solidFill>
                </a:uFill>
                <a:latin typeface="Arial MT"/>
                <a:cs typeface="Arial MT"/>
              </a:rPr>
              <a:t>used</a:t>
            </a:r>
            <a:r>
              <a:rPr sz="2269" spc="54" dirty="0">
                <a:solidFill>
                  <a:srgbClr val="00AF4F"/>
                </a:solidFill>
                <a:latin typeface="Arial MT"/>
                <a:cs typeface="Arial MT"/>
              </a:rPr>
              <a:t> </a:t>
            </a:r>
            <a:r>
              <a:rPr sz="2269" dirty="0">
                <a:latin typeface="Arial MT"/>
                <a:cs typeface="Arial MT"/>
              </a:rPr>
              <a:t>to</a:t>
            </a:r>
            <a:r>
              <a:rPr sz="2269" spc="27" dirty="0">
                <a:latin typeface="Arial MT"/>
                <a:cs typeface="Arial MT"/>
              </a:rPr>
              <a:t> </a:t>
            </a:r>
            <a:r>
              <a:rPr sz="2269" u="heavy" spc="45" dirty="0">
                <a:solidFill>
                  <a:srgbClr val="01AF4D"/>
                </a:solidFill>
                <a:uFill>
                  <a:solidFill>
                    <a:srgbClr val="08A84F"/>
                  </a:solidFill>
                </a:uFill>
                <a:latin typeface="Arial MT"/>
                <a:cs typeface="Arial MT"/>
              </a:rPr>
              <a:t>kee</a:t>
            </a:r>
            <a:r>
              <a:rPr lang="en-US" sz="2269" u="heavy" spc="45" dirty="0">
                <a:solidFill>
                  <a:srgbClr val="01AF4D"/>
                </a:solidFill>
                <a:uFill>
                  <a:solidFill>
                    <a:srgbClr val="08A84F"/>
                  </a:solidFill>
                </a:uFill>
                <a:latin typeface="Arial MT"/>
                <a:cs typeface="Arial MT"/>
              </a:rPr>
              <a:t>p</a:t>
            </a:r>
            <a:r>
              <a:rPr sz="2269" spc="14" dirty="0">
                <a:solidFill>
                  <a:srgbClr val="01AF4D"/>
                </a:solidFill>
                <a:latin typeface="Arial MT"/>
                <a:cs typeface="Arial MT"/>
              </a:rPr>
              <a:t> </a:t>
            </a:r>
            <a:r>
              <a:rPr sz="2269" spc="64" dirty="0">
                <a:solidFill>
                  <a:srgbClr val="0001CF"/>
                </a:solidFill>
                <a:latin typeface="Arial MT"/>
                <a:cs typeface="Arial MT"/>
              </a:rPr>
              <a:t>stakeholders 	</a:t>
            </a:r>
            <a:r>
              <a:rPr sz="2269" u="heavy" spc="82" dirty="0">
                <a:solidFill>
                  <a:srgbClr val="00B352"/>
                </a:solidFill>
                <a:uFill>
                  <a:solidFill>
                    <a:srgbClr val="08A84F"/>
                  </a:solidFill>
                </a:uFill>
                <a:latin typeface="Arial MT"/>
                <a:cs typeface="Arial MT"/>
              </a:rPr>
              <a:t>informed</a:t>
            </a:r>
            <a:r>
              <a:rPr sz="2269" spc="109" dirty="0">
                <a:solidFill>
                  <a:srgbClr val="00B352"/>
                </a:solidFill>
                <a:latin typeface="Arial MT"/>
                <a:cs typeface="Arial MT"/>
              </a:rPr>
              <a:t> </a:t>
            </a:r>
            <a:r>
              <a:rPr sz="2269" dirty="0">
                <a:latin typeface="Arial MT"/>
                <a:cs typeface="Arial MT"/>
              </a:rPr>
              <a:t>of</a:t>
            </a:r>
            <a:r>
              <a:rPr sz="2269" spc="32" dirty="0">
                <a:latin typeface="Arial MT"/>
                <a:cs typeface="Arial MT"/>
              </a:rPr>
              <a:t> </a:t>
            </a:r>
            <a:r>
              <a:rPr sz="2269" spc="86" dirty="0">
                <a:solidFill>
                  <a:srgbClr val="0001D3"/>
                </a:solidFill>
                <a:latin typeface="Arial MT"/>
                <a:cs typeface="Arial MT"/>
              </a:rPr>
              <a:t>progress</a:t>
            </a:r>
            <a:r>
              <a:rPr sz="2269" spc="127" dirty="0">
                <a:solidFill>
                  <a:srgbClr val="0001D3"/>
                </a:solidFill>
                <a:latin typeface="Arial MT"/>
                <a:cs typeface="Arial MT"/>
              </a:rPr>
              <a:t> </a:t>
            </a:r>
            <a:r>
              <a:rPr sz="2269" dirty="0">
                <a:latin typeface="Arial MT"/>
                <a:cs typeface="Arial MT"/>
              </a:rPr>
              <a:t>of</a:t>
            </a:r>
            <a:r>
              <a:rPr sz="2269" spc="32" dirty="0">
                <a:latin typeface="Arial MT"/>
                <a:cs typeface="Arial MT"/>
              </a:rPr>
              <a:t> </a:t>
            </a:r>
            <a:r>
              <a:rPr sz="2269" dirty="0">
                <a:latin typeface="Arial MT"/>
                <a:cs typeface="Arial MT"/>
              </a:rPr>
              <a:t>a</a:t>
            </a:r>
            <a:r>
              <a:rPr sz="2269" spc="23" dirty="0">
                <a:latin typeface="Arial MT"/>
                <a:cs typeface="Arial MT"/>
              </a:rPr>
              <a:t> </a:t>
            </a:r>
            <a:r>
              <a:rPr sz="2269" spc="68" dirty="0">
                <a:solidFill>
                  <a:srgbClr val="0000DB"/>
                </a:solidFill>
                <a:latin typeface="Arial MT"/>
                <a:cs typeface="Arial MT"/>
              </a:rPr>
              <a:t>project.</a:t>
            </a:r>
            <a:endParaRPr sz="2269" dirty="0">
              <a:latin typeface="Arial MT"/>
              <a:cs typeface="Arial MT"/>
            </a:endParaRPr>
          </a:p>
          <a:p>
            <a:pPr marL="663351" marR="4611" indent="-304300">
              <a:lnSpc>
                <a:spcPts val="2732"/>
              </a:lnSpc>
              <a:spcBef>
                <a:spcPts val="1802"/>
              </a:spcBef>
              <a:tabLst>
                <a:tab pos="663928" algn="l"/>
              </a:tabLst>
            </a:pPr>
            <a:r>
              <a:rPr sz="2405" spc="-1516" dirty="0">
                <a:solidFill>
                  <a:srgbClr val="0500CD"/>
                </a:solidFill>
                <a:latin typeface="Arial MT"/>
                <a:cs typeface="Arial MT"/>
              </a:rPr>
              <a:t>—</a:t>
            </a:r>
            <a:r>
              <a:rPr sz="2405" dirty="0">
                <a:solidFill>
                  <a:srgbClr val="0500CD"/>
                </a:solidFill>
                <a:latin typeface="Arial MT"/>
                <a:cs typeface="Arial MT"/>
              </a:rPr>
              <a:t>	</a:t>
            </a:r>
            <a:r>
              <a:rPr sz="2405" dirty="0">
                <a:solidFill>
                  <a:srgbClr val="0300CC"/>
                </a:solidFill>
                <a:latin typeface="Arial MT"/>
                <a:cs typeface="Arial MT"/>
              </a:rPr>
              <a:t>Milestones</a:t>
            </a:r>
            <a:r>
              <a:rPr sz="2405" spc="277" dirty="0">
                <a:solidFill>
                  <a:srgbClr val="0300CC"/>
                </a:solidFill>
                <a:latin typeface="Arial MT"/>
                <a:cs typeface="Arial MT"/>
              </a:rPr>
              <a:t> </a:t>
            </a:r>
            <a:r>
              <a:rPr sz="2405" u="heavy" dirty="0">
                <a:solidFill>
                  <a:srgbClr val="00B552"/>
                </a:solidFill>
                <a:uFill>
                  <a:solidFill>
                    <a:srgbClr val="034890"/>
                  </a:solidFill>
                </a:uFill>
                <a:latin typeface="Arial MT"/>
                <a:cs typeface="Arial MT"/>
              </a:rPr>
              <a:t>are</a:t>
            </a:r>
            <a:r>
              <a:rPr sz="2405" spc="103" dirty="0">
                <a:solidFill>
                  <a:srgbClr val="00B552"/>
                </a:solidFill>
                <a:latin typeface="Arial MT"/>
                <a:cs typeface="Arial MT"/>
              </a:rPr>
              <a:t> </a:t>
            </a:r>
            <a:r>
              <a:rPr sz="2405" u="heavy" dirty="0">
                <a:solidFill>
                  <a:srgbClr val="0001B1"/>
                </a:solidFill>
                <a:uFill>
                  <a:solidFill>
                    <a:srgbClr val="034890"/>
                  </a:solidFill>
                </a:uFill>
                <a:latin typeface="Arial MT"/>
                <a:cs typeface="Arial MT"/>
              </a:rPr>
              <a:t>si</a:t>
            </a:r>
            <a:r>
              <a:rPr lang="en-US" sz="2405" u="heavy" dirty="0">
                <a:solidFill>
                  <a:srgbClr val="0001B1"/>
                </a:solidFill>
                <a:uFill>
                  <a:solidFill>
                    <a:srgbClr val="034890"/>
                  </a:solidFill>
                </a:uFill>
                <a:latin typeface="Arial MT"/>
                <a:cs typeface="Arial MT"/>
              </a:rPr>
              <a:t>g</a:t>
            </a:r>
            <a:r>
              <a:rPr sz="2405" u="heavy" dirty="0">
                <a:solidFill>
                  <a:srgbClr val="0001B1"/>
                </a:solidFill>
                <a:uFill>
                  <a:solidFill>
                    <a:srgbClr val="034890"/>
                  </a:solidFill>
                </a:uFill>
                <a:latin typeface="Arial MT"/>
                <a:cs typeface="Arial MT"/>
              </a:rPr>
              <a:t>nificant</a:t>
            </a:r>
            <a:r>
              <a:rPr sz="2405" spc="250" dirty="0">
                <a:solidFill>
                  <a:srgbClr val="0001B1"/>
                </a:solidFill>
                <a:latin typeface="Arial MT"/>
                <a:cs typeface="Arial MT"/>
              </a:rPr>
              <a:t> </a:t>
            </a:r>
            <a:r>
              <a:rPr sz="2405" dirty="0">
                <a:solidFill>
                  <a:srgbClr val="0100CA"/>
                </a:solidFill>
                <a:latin typeface="Arial MT"/>
                <a:cs typeface="Arial MT"/>
              </a:rPr>
              <a:t>project</a:t>
            </a:r>
            <a:r>
              <a:rPr sz="2405" spc="123" dirty="0">
                <a:solidFill>
                  <a:srgbClr val="0100CA"/>
                </a:solidFill>
                <a:latin typeface="Arial MT"/>
                <a:cs typeface="Arial MT"/>
              </a:rPr>
              <a:t> </a:t>
            </a:r>
            <a:r>
              <a:rPr sz="2405" dirty="0">
                <a:solidFill>
                  <a:srgbClr val="0000CD"/>
                </a:solidFill>
                <a:latin typeface="Arial MT"/>
                <a:cs typeface="Arial MT"/>
              </a:rPr>
              <a:t>events</a:t>
            </a:r>
            <a:r>
              <a:rPr sz="2405" spc="118" dirty="0">
                <a:solidFill>
                  <a:srgbClr val="0000CD"/>
                </a:solidFill>
                <a:latin typeface="Arial MT"/>
                <a:cs typeface="Arial MT"/>
              </a:rPr>
              <a:t> </a:t>
            </a:r>
            <a:r>
              <a:rPr sz="2405" spc="-45" dirty="0">
                <a:latin typeface="Arial MT"/>
                <a:cs typeface="Arial MT"/>
              </a:rPr>
              <a:t>that</a:t>
            </a:r>
            <a:r>
              <a:rPr sz="2405" spc="91" dirty="0">
                <a:latin typeface="Arial MT"/>
                <a:cs typeface="Arial MT"/>
              </a:rPr>
              <a:t> </a:t>
            </a:r>
            <a:r>
              <a:rPr sz="2405" u="heavy" spc="-18" dirty="0">
                <a:solidFill>
                  <a:srgbClr val="03AE4D"/>
                </a:solidFill>
                <a:uFill>
                  <a:solidFill>
                    <a:srgbClr val="034890"/>
                  </a:solidFill>
                </a:uFill>
                <a:latin typeface="Arial MT"/>
                <a:cs typeface="Arial MT"/>
              </a:rPr>
              <a:t>mark</a:t>
            </a:r>
            <a:r>
              <a:rPr sz="2405" spc="-18" dirty="0">
                <a:solidFill>
                  <a:srgbClr val="03AE4D"/>
                </a:solidFill>
                <a:latin typeface="Arial MT"/>
                <a:cs typeface="Arial MT"/>
              </a:rPr>
              <a:t> </a:t>
            </a:r>
            <a:r>
              <a:rPr sz="2405" u="heavy" dirty="0">
                <a:solidFill>
                  <a:srgbClr val="0100CC"/>
                </a:solidFill>
                <a:uFill>
                  <a:solidFill>
                    <a:srgbClr val="0000BF"/>
                  </a:solidFill>
                </a:uFill>
                <a:latin typeface="Arial MT"/>
                <a:cs typeface="Arial MT"/>
              </a:rPr>
              <a:t>ma</a:t>
            </a:r>
            <a:r>
              <a:rPr lang="en-US" sz="2405" u="heavy" dirty="0">
                <a:solidFill>
                  <a:srgbClr val="0100CC"/>
                </a:solidFill>
                <a:uFill>
                  <a:solidFill>
                    <a:srgbClr val="0000BF"/>
                  </a:solidFill>
                </a:uFill>
                <a:latin typeface="Arial MT"/>
                <a:cs typeface="Arial MT"/>
              </a:rPr>
              <a:t>j</a:t>
            </a:r>
            <a:r>
              <a:rPr sz="2405" u="heavy" dirty="0">
                <a:solidFill>
                  <a:srgbClr val="0100CC"/>
                </a:solidFill>
                <a:uFill>
                  <a:solidFill>
                    <a:srgbClr val="0000BF"/>
                  </a:solidFill>
                </a:uFill>
                <a:latin typeface="Arial MT"/>
                <a:cs typeface="Arial MT"/>
              </a:rPr>
              <a:t>or</a:t>
            </a:r>
            <a:r>
              <a:rPr sz="2405" spc="159" dirty="0">
                <a:solidFill>
                  <a:srgbClr val="0100CC"/>
                </a:solidFill>
                <a:latin typeface="Arial MT"/>
                <a:cs typeface="Arial MT"/>
              </a:rPr>
              <a:t> </a:t>
            </a:r>
            <a:r>
              <a:rPr sz="2405" spc="-9" dirty="0">
                <a:solidFill>
                  <a:srgbClr val="0003C8"/>
                </a:solidFill>
                <a:latin typeface="Arial MT"/>
                <a:cs typeface="Arial MT"/>
              </a:rPr>
              <a:t>accomplishments.</a:t>
            </a:r>
            <a:endParaRPr sz="2405" dirty="0">
              <a:latin typeface="Arial MT"/>
              <a:cs typeface="Arial MT"/>
            </a:endParaRPr>
          </a:p>
        </p:txBody>
      </p:sp>
      <p:pic>
        <p:nvPicPr>
          <p:cNvPr id="8" name="Picture 7">
            <a:extLst>
              <a:ext uri="{FF2B5EF4-FFF2-40B4-BE49-F238E27FC236}">
                <a16:creationId xmlns:a16="http://schemas.microsoft.com/office/drawing/2014/main" id="{F6106819-579F-38B0-95AC-1FC94ED6D2A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631358" y="58331"/>
            <a:ext cx="1491574" cy="534930"/>
          </a:xfrm>
          <a:prstGeom prst="rect">
            <a:avLst/>
          </a:prstGeom>
        </p:spPr>
      </p:pic>
      <p:pic>
        <p:nvPicPr>
          <p:cNvPr id="3" name="object 3"/>
          <p:cNvPicPr/>
          <p:nvPr/>
        </p:nvPicPr>
        <p:blipFill>
          <a:blip r:embed="rId3" cstate="print"/>
          <a:stretch>
            <a:fillRect/>
          </a:stretch>
        </p:blipFill>
        <p:spPr>
          <a:xfrm>
            <a:off x="2588339" y="1740236"/>
            <a:ext cx="6342303" cy="4979699"/>
          </a:xfrm>
          <a:prstGeom prst="rect">
            <a:avLst/>
          </a:prstGeom>
        </p:spPr>
      </p:pic>
      <p:sp>
        <p:nvSpPr>
          <p:cNvPr id="4" name="object 4"/>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95" dirty="0"/>
              <a:t>The</a:t>
            </a:r>
            <a:r>
              <a:rPr spc="120" dirty="0"/>
              <a:t> </a:t>
            </a:r>
            <a:r>
              <a:rPr spc="85" dirty="0"/>
              <a:t>Project</a:t>
            </a:r>
            <a:r>
              <a:rPr spc="125" dirty="0"/>
              <a:t> </a:t>
            </a:r>
            <a:r>
              <a:rPr spc="90" dirty="0"/>
              <a:t>Control</a:t>
            </a:r>
            <a:r>
              <a:rPr spc="125" dirty="0"/>
              <a:t> </a:t>
            </a:r>
            <a:r>
              <a:rPr spc="90" dirty="0"/>
              <a:t>Process</a:t>
            </a:r>
            <a:r>
              <a:rPr spc="140" dirty="0"/>
              <a:t> </a:t>
            </a:r>
            <a:r>
              <a:rPr sz="1950" spc="-10" dirty="0"/>
              <a:t>(2/2)</a:t>
            </a:r>
            <a:endParaRPr sz="1950"/>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5</a:t>
            </a:fld>
            <a:endParaRPr spc="-50" dirty="0"/>
          </a:p>
        </p:txBody>
      </p:sp>
      <p:pic>
        <p:nvPicPr>
          <p:cNvPr id="6" name="Picture 5">
            <a:extLst>
              <a:ext uri="{FF2B5EF4-FFF2-40B4-BE49-F238E27FC236}">
                <a16:creationId xmlns:a16="http://schemas.microsoft.com/office/drawing/2014/main" id="{AC1A9DEF-C6C2-0C8D-9E2A-75B571C0396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60" dirty="0"/>
              <a:t>Technical</a:t>
            </a:r>
            <a:r>
              <a:rPr spc="145" dirty="0"/>
              <a:t> </a:t>
            </a:r>
            <a:r>
              <a:rPr spc="95" dirty="0"/>
              <a:t>Performance</a:t>
            </a:r>
            <a:r>
              <a:rPr spc="145" dirty="0"/>
              <a:t> </a:t>
            </a:r>
            <a:r>
              <a:rPr spc="100" dirty="0"/>
              <a:t>Measurement</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6</a:t>
            </a:fld>
            <a:endParaRPr spc="-50" dirty="0"/>
          </a:p>
        </p:txBody>
      </p:sp>
      <p:sp>
        <p:nvSpPr>
          <p:cNvPr id="3" name="object 3"/>
          <p:cNvSpPr txBox="1"/>
          <p:nvPr/>
        </p:nvSpPr>
        <p:spPr>
          <a:xfrm>
            <a:off x="916939" y="1769364"/>
            <a:ext cx="10358120" cy="4472940"/>
          </a:xfrm>
          <a:prstGeom prst="rect">
            <a:avLst/>
          </a:prstGeom>
        </p:spPr>
        <p:txBody>
          <a:bodyPr vert="horz" wrap="square" lIns="0" tIns="91440" rIns="0" bIns="0" rtlCol="0">
            <a:spAutoFit/>
          </a:bodyPr>
          <a:lstStyle/>
          <a:p>
            <a:pPr marL="241300" marR="5080" indent="-228600" algn="just">
              <a:lnSpc>
                <a:spcPct val="80000"/>
              </a:lnSpc>
              <a:spcBef>
                <a:spcPts val="720"/>
              </a:spcBef>
              <a:buFont typeface="Arial MT"/>
              <a:buChar char="•"/>
              <a:tabLst>
                <a:tab pos="241300" algn="l"/>
              </a:tabLst>
            </a:pPr>
            <a:r>
              <a:rPr sz="2600" dirty="0">
                <a:latin typeface="Calibri"/>
                <a:cs typeface="Calibri"/>
              </a:rPr>
              <a:t>Measuring</a:t>
            </a:r>
            <a:r>
              <a:rPr sz="2600" spc="330" dirty="0">
                <a:latin typeface="Calibri"/>
                <a:cs typeface="Calibri"/>
              </a:rPr>
              <a:t> </a:t>
            </a:r>
            <a:r>
              <a:rPr sz="2600" dirty="0">
                <a:latin typeface="Calibri"/>
                <a:cs typeface="Calibri"/>
              </a:rPr>
              <a:t>technical</a:t>
            </a:r>
            <a:r>
              <a:rPr sz="2600" spc="335" dirty="0">
                <a:latin typeface="Calibri"/>
                <a:cs typeface="Calibri"/>
              </a:rPr>
              <a:t> </a:t>
            </a:r>
            <a:r>
              <a:rPr sz="2600" dirty="0">
                <a:latin typeface="Calibri"/>
                <a:cs typeface="Calibri"/>
              </a:rPr>
              <a:t>performance</a:t>
            </a:r>
            <a:r>
              <a:rPr sz="2600" spc="325" dirty="0">
                <a:latin typeface="Calibri"/>
                <a:cs typeface="Calibri"/>
              </a:rPr>
              <a:t> </a:t>
            </a:r>
            <a:r>
              <a:rPr sz="2600" dirty="0">
                <a:latin typeface="Calibri"/>
                <a:cs typeface="Calibri"/>
              </a:rPr>
              <a:t>is</a:t>
            </a:r>
            <a:r>
              <a:rPr sz="2600" spc="325" dirty="0">
                <a:latin typeface="Calibri"/>
                <a:cs typeface="Calibri"/>
              </a:rPr>
              <a:t> </a:t>
            </a:r>
            <a:r>
              <a:rPr sz="2600" dirty="0">
                <a:latin typeface="Calibri"/>
                <a:cs typeface="Calibri"/>
              </a:rPr>
              <a:t>as</a:t>
            </a:r>
            <a:r>
              <a:rPr sz="2600" spc="325" dirty="0">
                <a:latin typeface="Calibri"/>
                <a:cs typeface="Calibri"/>
              </a:rPr>
              <a:t> </a:t>
            </a:r>
            <a:r>
              <a:rPr sz="2600" dirty="0">
                <a:latin typeface="Calibri"/>
                <a:cs typeface="Calibri"/>
              </a:rPr>
              <a:t>important</a:t>
            </a:r>
            <a:r>
              <a:rPr sz="2600" spc="340" dirty="0">
                <a:latin typeface="Calibri"/>
                <a:cs typeface="Calibri"/>
              </a:rPr>
              <a:t> </a:t>
            </a:r>
            <a:r>
              <a:rPr sz="2600" dirty="0">
                <a:latin typeface="Calibri"/>
                <a:cs typeface="Calibri"/>
              </a:rPr>
              <a:t>as</a:t>
            </a:r>
            <a:r>
              <a:rPr sz="2600" spc="325" dirty="0">
                <a:latin typeface="Calibri"/>
                <a:cs typeface="Calibri"/>
              </a:rPr>
              <a:t> </a:t>
            </a:r>
            <a:r>
              <a:rPr sz="2600" dirty="0">
                <a:latin typeface="Calibri"/>
                <a:cs typeface="Calibri"/>
              </a:rPr>
              <a:t>measuring</a:t>
            </a:r>
            <a:r>
              <a:rPr sz="2600" spc="325" dirty="0">
                <a:latin typeface="Calibri"/>
                <a:cs typeface="Calibri"/>
              </a:rPr>
              <a:t> </a:t>
            </a:r>
            <a:r>
              <a:rPr sz="2600" spc="-10" dirty="0">
                <a:latin typeface="Calibri"/>
                <a:cs typeface="Calibri"/>
              </a:rPr>
              <a:t>schedule </a:t>
            </a:r>
            <a:r>
              <a:rPr sz="2600" dirty="0">
                <a:latin typeface="Calibri"/>
                <a:cs typeface="Calibri"/>
              </a:rPr>
              <a:t>and</a:t>
            </a:r>
            <a:r>
              <a:rPr sz="2600" spc="-70" dirty="0">
                <a:latin typeface="Calibri"/>
                <a:cs typeface="Calibri"/>
              </a:rPr>
              <a:t> </a:t>
            </a:r>
            <a:r>
              <a:rPr sz="2600" dirty="0">
                <a:latin typeface="Calibri"/>
                <a:cs typeface="Calibri"/>
              </a:rPr>
              <a:t>cost</a:t>
            </a:r>
            <a:r>
              <a:rPr sz="2600" spc="-55" dirty="0">
                <a:latin typeface="Calibri"/>
                <a:cs typeface="Calibri"/>
              </a:rPr>
              <a:t> </a:t>
            </a:r>
            <a:r>
              <a:rPr sz="2600" spc="-10" dirty="0">
                <a:latin typeface="Calibri"/>
                <a:cs typeface="Calibri"/>
              </a:rPr>
              <a:t>performance.</a:t>
            </a:r>
            <a:endParaRPr sz="2600" dirty="0">
              <a:latin typeface="Calibri"/>
              <a:cs typeface="Calibri"/>
            </a:endParaRPr>
          </a:p>
          <a:p>
            <a:pPr marL="241300" marR="5715" indent="-228600" algn="just">
              <a:lnSpc>
                <a:spcPct val="79500"/>
              </a:lnSpc>
              <a:spcBef>
                <a:spcPts val="1025"/>
              </a:spcBef>
              <a:buFont typeface="Arial MT"/>
              <a:buChar char="•"/>
              <a:tabLst>
                <a:tab pos="241300" algn="l"/>
              </a:tabLst>
            </a:pPr>
            <a:r>
              <a:rPr sz="2600" dirty="0">
                <a:solidFill>
                  <a:srgbClr val="262EA4"/>
                </a:solidFill>
                <a:latin typeface="Calibri"/>
                <a:cs typeface="Calibri"/>
              </a:rPr>
              <a:t>Assessing</a:t>
            </a:r>
            <a:r>
              <a:rPr sz="2600" spc="285" dirty="0">
                <a:solidFill>
                  <a:srgbClr val="262EA4"/>
                </a:solidFill>
                <a:latin typeface="Calibri"/>
                <a:cs typeface="Calibri"/>
              </a:rPr>
              <a:t> </a:t>
            </a:r>
            <a:r>
              <a:rPr sz="2600" dirty="0">
                <a:solidFill>
                  <a:srgbClr val="262EA4"/>
                </a:solidFill>
                <a:latin typeface="Calibri"/>
                <a:cs typeface="Calibri"/>
              </a:rPr>
              <a:t>technical</a:t>
            </a:r>
            <a:r>
              <a:rPr sz="2600" spc="295" dirty="0">
                <a:solidFill>
                  <a:srgbClr val="262EA4"/>
                </a:solidFill>
                <a:latin typeface="Calibri"/>
                <a:cs typeface="Calibri"/>
              </a:rPr>
              <a:t> </a:t>
            </a:r>
            <a:r>
              <a:rPr sz="2600" dirty="0">
                <a:solidFill>
                  <a:srgbClr val="262EA4"/>
                </a:solidFill>
                <a:latin typeface="Calibri"/>
                <a:cs typeface="Calibri"/>
              </a:rPr>
              <a:t>performance</a:t>
            </a:r>
            <a:r>
              <a:rPr sz="2600" spc="275" dirty="0">
                <a:solidFill>
                  <a:srgbClr val="262EA4"/>
                </a:solidFill>
                <a:latin typeface="Calibri"/>
                <a:cs typeface="Calibri"/>
              </a:rPr>
              <a:t> </a:t>
            </a:r>
            <a:r>
              <a:rPr sz="2600" dirty="0">
                <a:solidFill>
                  <a:srgbClr val="262EA4"/>
                </a:solidFill>
                <a:latin typeface="Calibri"/>
                <a:cs typeface="Calibri"/>
              </a:rPr>
              <a:t>of</a:t>
            </a:r>
            <a:r>
              <a:rPr sz="2600" spc="285" dirty="0">
                <a:solidFill>
                  <a:srgbClr val="262EA4"/>
                </a:solidFill>
                <a:latin typeface="Calibri"/>
                <a:cs typeface="Calibri"/>
              </a:rPr>
              <a:t> </a:t>
            </a:r>
            <a:r>
              <a:rPr sz="2600" dirty="0">
                <a:solidFill>
                  <a:srgbClr val="262EA4"/>
                </a:solidFill>
                <a:latin typeface="Calibri"/>
                <a:cs typeface="Calibri"/>
              </a:rPr>
              <a:t>a</a:t>
            </a:r>
            <a:r>
              <a:rPr sz="2600" spc="290" dirty="0">
                <a:solidFill>
                  <a:srgbClr val="262EA4"/>
                </a:solidFill>
                <a:latin typeface="Calibri"/>
                <a:cs typeface="Calibri"/>
              </a:rPr>
              <a:t> </a:t>
            </a:r>
            <a:r>
              <a:rPr sz="2600" dirty="0">
                <a:solidFill>
                  <a:srgbClr val="262EA4"/>
                </a:solidFill>
                <a:latin typeface="Calibri"/>
                <a:cs typeface="Calibri"/>
              </a:rPr>
              <a:t>system,</a:t>
            </a:r>
            <a:r>
              <a:rPr sz="2600" spc="290" dirty="0">
                <a:solidFill>
                  <a:srgbClr val="262EA4"/>
                </a:solidFill>
                <a:latin typeface="Calibri"/>
                <a:cs typeface="Calibri"/>
              </a:rPr>
              <a:t> </a:t>
            </a:r>
            <a:r>
              <a:rPr sz="2600" dirty="0">
                <a:solidFill>
                  <a:srgbClr val="262EA4"/>
                </a:solidFill>
                <a:latin typeface="Calibri"/>
                <a:cs typeface="Calibri"/>
              </a:rPr>
              <a:t>facility,</a:t>
            </a:r>
            <a:r>
              <a:rPr sz="2600" spc="285" dirty="0">
                <a:solidFill>
                  <a:srgbClr val="262EA4"/>
                </a:solidFill>
                <a:latin typeface="Calibri"/>
                <a:cs typeface="Calibri"/>
              </a:rPr>
              <a:t> </a:t>
            </a:r>
            <a:r>
              <a:rPr sz="2600" dirty="0">
                <a:solidFill>
                  <a:srgbClr val="262EA4"/>
                </a:solidFill>
                <a:latin typeface="Calibri"/>
                <a:cs typeface="Calibri"/>
              </a:rPr>
              <a:t>or</a:t>
            </a:r>
            <a:r>
              <a:rPr sz="2600" spc="290" dirty="0">
                <a:solidFill>
                  <a:srgbClr val="262EA4"/>
                </a:solidFill>
                <a:latin typeface="Calibri"/>
                <a:cs typeface="Calibri"/>
              </a:rPr>
              <a:t> </a:t>
            </a:r>
            <a:r>
              <a:rPr sz="2600" dirty="0">
                <a:solidFill>
                  <a:srgbClr val="262EA4"/>
                </a:solidFill>
                <a:latin typeface="Calibri"/>
                <a:cs typeface="Calibri"/>
              </a:rPr>
              <a:t>product</a:t>
            </a:r>
            <a:r>
              <a:rPr sz="2600" spc="290" dirty="0">
                <a:solidFill>
                  <a:srgbClr val="262EA4"/>
                </a:solidFill>
                <a:latin typeface="Calibri"/>
                <a:cs typeface="Calibri"/>
              </a:rPr>
              <a:t> </a:t>
            </a:r>
            <a:r>
              <a:rPr sz="2600" dirty="0">
                <a:solidFill>
                  <a:srgbClr val="262EA4"/>
                </a:solidFill>
                <a:latin typeface="Calibri"/>
                <a:cs typeface="Calibri"/>
              </a:rPr>
              <a:t>is</a:t>
            </a:r>
            <a:r>
              <a:rPr sz="2600" spc="280" dirty="0">
                <a:solidFill>
                  <a:srgbClr val="262EA4"/>
                </a:solidFill>
                <a:latin typeface="Calibri"/>
                <a:cs typeface="Calibri"/>
              </a:rPr>
              <a:t> </a:t>
            </a:r>
            <a:r>
              <a:rPr sz="2600" spc="-10" dirty="0">
                <a:solidFill>
                  <a:srgbClr val="262EA4"/>
                </a:solidFill>
                <a:latin typeface="Calibri"/>
                <a:cs typeface="Calibri"/>
              </a:rPr>
              <a:t>often </a:t>
            </a:r>
            <a:r>
              <a:rPr sz="2600" dirty="0">
                <a:solidFill>
                  <a:srgbClr val="262EA4"/>
                </a:solidFill>
                <a:latin typeface="Calibri"/>
                <a:cs typeface="Calibri"/>
              </a:rPr>
              <a:t>accomplished</a:t>
            </a:r>
            <a:r>
              <a:rPr sz="2600" spc="215" dirty="0">
                <a:solidFill>
                  <a:srgbClr val="262EA4"/>
                </a:solidFill>
                <a:latin typeface="Calibri"/>
                <a:cs typeface="Calibri"/>
              </a:rPr>
              <a:t> </a:t>
            </a:r>
            <a:r>
              <a:rPr sz="2600" dirty="0">
                <a:solidFill>
                  <a:srgbClr val="262EA4"/>
                </a:solidFill>
                <a:latin typeface="Calibri"/>
                <a:cs typeface="Calibri"/>
              </a:rPr>
              <a:t>by</a:t>
            </a:r>
            <a:r>
              <a:rPr sz="2600" spc="215" dirty="0">
                <a:solidFill>
                  <a:srgbClr val="262EA4"/>
                </a:solidFill>
                <a:latin typeface="Calibri"/>
                <a:cs typeface="Calibri"/>
              </a:rPr>
              <a:t> </a:t>
            </a:r>
            <a:r>
              <a:rPr sz="2600" dirty="0">
                <a:solidFill>
                  <a:srgbClr val="262EA4"/>
                </a:solidFill>
                <a:latin typeface="Calibri"/>
                <a:cs typeface="Calibri"/>
              </a:rPr>
              <a:t>examining</a:t>
            </a:r>
            <a:r>
              <a:rPr sz="2600" spc="225" dirty="0">
                <a:solidFill>
                  <a:srgbClr val="262EA4"/>
                </a:solidFill>
                <a:latin typeface="Calibri"/>
                <a:cs typeface="Calibri"/>
              </a:rPr>
              <a:t> </a:t>
            </a:r>
            <a:r>
              <a:rPr sz="2600" dirty="0">
                <a:solidFill>
                  <a:srgbClr val="262EA4"/>
                </a:solidFill>
                <a:latin typeface="Calibri"/>
                <a:cs typeface="Calibri"/>
              </a:rPr>
              <a:t>the</a:t>
            </a:r>
            <a:r>
              <a:rPr sz="2600" spc="215" dirty="0">
                <a:solidFill>
                  <a:srgbClr val="262EA4"/>
                </a:solidFill>
                <a:latin typeface="Calibri"/>
                <a:cs typeface="Calibri"/>
              </a:rPr>
              <a:t> </a:t>
            </a:r>
            <a:r>
              <a:rPr sz="2600" dirty="0">
                <a:solidFill>
                  <a:srgbClr val="262EA4"/>
                </a:solidFill>
                <a:latin typeface="Calibri"/>
                <a:cs typeface="Calibri"/>
              </a:rPr>
              <a:t>documents</a:t>
            </a:r>
            <a:r>
              <a:rPr sz="2600" spc="215" dirty="0">
                <a:solidFill>
                  <a:srgbClr val="262EA4"/>
                </a:solidFill>
                <a:latin typeface="Calibri"/>
                <a:cs typeface="Calibri"/>
              </a:rPr>
              <a:t> </a:t>
            </a:r>
            <a:r>
              <a:rPr sz="2600" dirty="0">
                <a:solidFill>
                  <a:srgbClr val="262EA4"/>
                </a:solidFill>
                <a:latin typeface="Calibri"/>
                <a:cs typeface="Calibri"/>
              </a:rPr>
              <a:t>found</a:t>
            </a:r>
            <a:r>
              <a:rPr sz="2600" spc="220" dirty="0">
                <a:solidFill>
                  <a:srgbClr val="262EA4"/>
                </a:solidFill>
                <a:latin typeface="Calibri"/>
                <a:cs typeface="Calibri"/>
              </a:rPr>
              <a:t> </a:t>
            </a:r>
            <a:r>
              <a:rPr sz="2600" dirty="0">
                <a:solidFill>
                  <a:srgbClr val="262EA4"/>
                </a:solidFill>
                <a:latin typeface="Calibri"/>
                <a:cs typeface="Calibri"/>
              </a:rPr>
              <a:t>in</a:t>
            </a:r>
            <a:r>
              <a:rPr sz="2600" spc="215" dirty="0">
                <a:solidFill>
                  <a:srgbClr val="262EA4"/>
                </a:solidFill>
                <a:latin typeface="Calibri"/>
                <a:cs typeface="Calibri"/>
              </a:rPr>
              <a:t> </a:t>
            </a:r>
            <a:r>
              <a:rPr sz="2600" dirty="0">
                <a:solidFill>
                  <a:srgbClr val="262EA4"/>
                </a:solidFill>
                <a:latin typeface="Calibri"/>
                <a:cs typeface="Calibri"/>
              </a:rPr>
              <a:t>the</a:t>
            </a:r>
            <a:r>
              <a:rPr sz="2600" spc="220" dirty="0">
                <a:solidFill>
                  <a:srgbClr val="262EA4"/>
                </a:solidFill>
                <a:latin typeface="Calibri"/>
                <a:cs typeface="Calibri"/>
              </a:rPr>
              <a:t> </a:t>
            </a:r>
            <a:r>
              <a:rPr sz="2600" dirty="0">
                <a:solidFill>
                  <a:srgbClr val="262EA4"/>
                </a:solidFill>
                <a:latin typeface="Calibri"/>
                <a:cs typeface="Calibri"/>
              </a:rPr>
              <a:t>scope</a:t>
            </a:r>
            <a:r>
              <a:rPr sz="2600" spc="215" dirty="0">
                <a:solidFill>
                  <a:srgbClr val="262EA4"/>
                </a:solidFill>
                <a:latin typeface="Calibri"/>
                <a:cs typeface="Calibri"/>
              </a:rPr>
              <a:t> </a:t>
            </a:r>
            <a:r>
              <a:rPr sz="2600" spc="-10" dirty="0">
                <a:solidFill>
                  <a:srgbClr val="262EA4"/>
                </a:solidFill>
                <a:latin typeface="Calibri"/>
                <a:cs typeface="Calibri"/>
              </a:rPr>
              <a:t>statement </a:t>
            </a:r>
            <a:r>
              <a:rPr sz="2600" dirty="0">
                <a:solidFill>
                  <a:srgbClr val="262EA4"/>
                </a:solidFill>
                <a:latin typeface="Calibri"/>
                <a:cs typeface="Calibri"/>
              </a:rPr>
              <a:t>and/or</a:t>
            </a:r>
            <a:r>
              <a:rPr sz="2600" spc="620" dirty="0">
                <a:solidFill>
                  <a:srgbClr val="262EA4"/>
                </a:solidFill>
                <a:latin typeface="Calibri"/>
                <a:cs typeface="Calibri"/>
              </a:rPr>
              <a:t> </a:t>
            </a:r>
            <a:r>
              <a:rPr sz="2600" dirty="0">
                <a:solidFill>
                  <a:srgbClr val="262EA4"/>
                </a:solidFill>
                <a:latin typeface="Calibri"/>
                <a:cs typeface="Calibri"/>
              </a:rPr>
              <a:t>work</a:t>
            </a:r>
            <a:r>
              <a:rPr sz="2600" spc="625" dirty="0">
                <a:solidFill>
                  <a:srgbClr val="262EA4"/>
                </a:solidFill>
                <a:latin typeface="Calibri"/>
                <a:cs typeface="Calibri"/>
              </a:rPr>
              <a:t> </a:t>
            </a:r>
            <a:r>
              <a:rPr sz="2600" dirty="0">
                <a:solidFill>
                  <a:srgbClr val="262EA4"/>
                </a:solidFill>
                <a:latin typeface="Calibri"/>
                <a:cs typeface="Calibri"/>
              </a:rPr>
              <a:t>package</a:t>
            </a:r>
            <a:r>
              <a:rPr sz="2600" spc="605" dirty="0">
                <a:solidFill>
                  <a:srgbClr val="262EA4"/>
                </a:solidFill>
                <a:latin typeface="Calibri"/>
                <a:cs typeface="Calibri"/>
              </a:rPr>
              <a:t> </a:t>
            </a:r>
            <a:r>
              <a:rPr sz="2600" dirty="0">
                <a:solidFill>
                  <a:srgbClr val="262EA4"/>
                </a:solidFill>
                <a:latin typeface="Calibri"/>
                <a:cs typeface="Calibri"/>
              </a:rPr>
              <a:t>documentation.</a:t>
            </a:r>
            <a:r>
              <a:rPr sz="2600" spc="625" dirty="0">
                <a:solidFill>
                  <a:srgbClr val="262EA4"/>
                </a:solidFill>
                <a:latin typeface="Calibri"/>
                <a:cs typeface="Calibri"/>
              </a:rPr>
              <a:t> </a:t>
            </a:r>
            <a:r>
              <a:rPr sz="2600" dirty="0">
                <a:solidFill>
                  <a:srgbClr val="262EA4"/>
                </a:solidFill>
                <a:latin typeface="Calibri"/>
                <a:cs typeface="Calibri"/>
              </a:rPr>
              <a:t>These</a:t>
            </a:r>
            <a:r>
              <a:rPr sz="2600" spc="610" dirty="0">
                <a:solidFill>
                  <a:srgbClr val="262EA4"/>
                </a:solidFill>
                <a:latin typeface="Calibri"/>
                <a:cs typeface="Calibri"/>
              </a:rPr>
              <a:t> </a:t>
            </a:r>
            <a:r>
              <a:rPr sz="2600" dirty="0">
                <a:solidFill>
                  <a:srgbClr val="262EA4"/>
                </a:solidFill>
                <a:latin typeface="Calibri"/>
                <a:cs typeface="Calibri"/>
              </a:rPr>
              <a:t>documents</a:t>
            </a:r>
            <a:r>
              <a:rPr sz="2600" spc="610" dirty="0">
                <a:solidFill>
                  <a:srgbClr val="262EA4"/>
                </a:solidFill>
                <a:latin typeface="Calibri"/>
                <a:cs typeface="Calibri"/>
              </a:rPr>
              <a:t> </a:t>
            </a:r>
            <a:r>
              <a:rPr sz="2600" dirty="0">
                <a:solidFill>
                  <a:srgbClr val="262EA4"/>
                </a:solidFill>
                <a:latin typeface="Calibri"/>
                <a:cs typeface="Calibri"/>
              </a:rPr>
              <a:t>should</a:t>
            </a:r>
            <a:r>
              <a:rPr sz="2600" spc="620" dirty="0">
                <a:solidFill>
                  <a:srgbClr val="262EA4"/>
                </a:solidFill>
                <a:latin typeface="Calibri"/>
                <a:cs typeface="Calibri"/>
              </a:rPr>
              <a:t> </a:t>
            </a:r>
            <a:r>
              <a:rPr sz="2600" spc="-10" dirty="0">
                <a:solidFill>
                  <a:srgbClr val="262EA4"/>
                </a:solidFill>
                <a:latin typeface="Calibri"/>
                <a:cs typeface="Calibri"/>
              </a:rPr>
              <a:t>specify </a:t>
            </a:r>
            <a:r>
              <a:rPr sz="2600" dirty="0">
                <a:solidFill>
                  <a:srgbClr val="262EA4"/>
                </a:solidFill>
                <a:latin typeface="Calibri"/>
                <a:cs typeface="Calibri"/>
              </a:rPr>
              <a:t>criteria</a:t>
            </a:r>
            <a:r>
              <a:rPr sz="2600" spc="145" dirty="0">
                <a:solidFill>
                  <a:srgbClr val="262EA4"/>
                </a:solidFill>
                <a:latin typeface="Calibri"/>
                <a:cs typeface="Calibri"/>
              </a:rPr>
              <a:t> </a:t>
            </a:r>
            <a:r>
              <a:rPr sz="2600" dirty="0">
                <a:solidFill>
                  <a:srgbClr val="262EA4"/>
                </a:solidFill>
                <a:latin typeface="Calibri"/>
                <a:cs typeface="Calibri"/>
              </a:rPr>
              <a:t>and</a:t>
            </a:r>
            <a:r>
              <a:rPr sz="2600" spc="145" dirty="0">
                <a:solidFill>
                  <a:srgbClr val="262EA4"/>
                </a:solidFill>
                <a:latin typeface="Calibri"/>
                <a:cs typeface="Calibri"/>
              </a:rPr>
              <a:t> </a:t>
            </a:r>
            <a:r>
              <a:rPr sz="2600" dirty="0">
                <a:solidFill>
                  <a:srgbClr val="262EA4"/>
                </a:solidFill>
                <a:latin typeface="Calibri"/>
                <a:cs typeface="Calibri"/>
              </a:rPr>
              <a:t>tolerance</a:t>
            </a:r>
            <a:r>
              <a:rPr sz="2600" spc="145" dirty="0">
                <a:solidFill>
                  <a:srgbClr val="262EA4"/>
                </a:solidFill>
                <a:latin typeface="Calibri"/>
                <a:cs typeface="Calibri"/>
              </a:rPr>
              <a:t> </a:t>
            </a:r>
            <a:r>
              <a:rPr sz="2600" dirty="0">
                <a:solidFill>
                  <a:srgbClr val="262EA4"/>
                </a:solidFill>
                <a:latin typeface="Calibri"/>
                <a:cs typeface="Calibri"/>
              </a:rPr>
              <a:t>limits</a:t>
            </a:r>
            <a:r>
              <a:rPr sz="2600" spc="140" dirty="0">
                <a:solidFill>
                  <a:srgbClr val="262EA4"/>
                </a:solidFill>
                <a:latin typeface="Calibri"/>
                <a:cs typeface="Calibri"/>
              </a:rPr>
              <a:t> </a:t>
            </a:r>
            <a:r>
              <a:rPr sz="2600" dirty="0">
                <a:solidFill>
                  <a:srgbClr val="262EA4"/>
                </a:solidFill>
                <a:latin typeface="Calibri"/>
                <a:cs typeface="Calibri"/>
              </a:rPr>
              <a:t>against</a:t>
            </a:r>
            <a:r>
              <a:rPr sz="2600" spc="155" dirty="0">
                <a:solidFill>
                  <a:srgbClr val="262EA4"/>
                </a:solidFill>
                <a:latin typeface="Calibri"/>
                <a:cs typeface="Calibri"/>
              </a:rPr>
              <a:t> </a:t>
            </a:r>
            <a:r>
              <a:rPr sz="2600" dirty="0">
                <a:solidFill>
                  <a:srgbClr val="262EA4"/>
                </a:solidFill>
                <a:latin typeface="Calibri"/>
                <a:cs typeface="Calibri"/>
              </a:rPr>
              <a:t>which</a:t>
            </a:r>
            <a:r>
              <a:rPr sz="2600" spc="145" dirty="0">
                <a:solidFill>
                  <a:srgbClr val="262EA4"/>
                </a:solidFill>
                <a:latin typeface="Calibri"/>
                <a:cs typeface="Calibri"/>
              </a:rPr>
              <a:t> </a:t>
            </a:r>
            <a:r>
              <a:rPr sz="2600" dirty="0">
                <a:solidFill>
                  <a:srgbClr val="262EA4"/>
                </a:solidFill>
                <a:latin typeface="Calibri"/>
                <a:cs typeface="Calibri"/>
              </a:rPr>
              <a:t>performance</a:t>
            </a:r>
            <a:r>
              <a:rPr sz="2600" spc="140" dirty="0">
                <a:solidFill>
                  <a:srgbClr val="262EA4"/>
                </a:solidFill>
                <a:latin typeface="Calibri"/>
                <a:cs typeface="Calibri"/>
              </a:rPr>
              <a:t> </a:t>
            </a:r>
            <a:r>
              <a:rPr sz="2600" dirty="0">
                <a:solidFill>
                  <a:srgbClr val="262EA4"/>
                </a:solidFill>
                <a:latin typeface="Calibri"/>
                <a:cs typeface="Calibri"/>
              </a:rPr>
              <a:t>can</a:t>
            </a:r>
            <a:r>
              <a:rPr sz="2600" spc="145" dirty="0">
                <a:solidFill>
                  <a:srgbClr val="262EA4"/>
                </a:solidFill>
                <a:latin typeface="Calibri"/>
                <a:cs typeface="Calibri"/>
              </a:rPr>
              <a:t> </a:t>
            </a:r>
            <a:r>
              <a:rPr sz="2600" dirty="0">
                <a:solidFill>
                  <a:srgbClr val="262EA4"/>
                </a:solidFill>
                <a:latin typeface="Calibri"/>
                <a:cs typeface="Calibri"/>
              </a:rPr>
              <a:t>be</a:t>
            </a:r>
            <a:r>
              <a:rPr sz="2600" spc="140" dirty="0">
                <a:solidFill>
                  <a:srgbClr val="262EA4"/>
                </a:solidFill>
                <a:latin typeface="Calibri"/>
                <a:cs typeface="Calibri"/>
              </a:rPr>
              <a:t> </a:t>
            </a:r>
            <a:r>
              <a:rPr sz="2600" spc="-10" dirty="0">
                <a:solidFill>
                  <a:srgbClr val="262EA4"/>
                </a:solidFill>
                <a:latin typeface="Calibri"/>
                <a:cs typeface="Calibri"/>
              </a:rPr>
              <a:t>measured. </a:t>
            </a:r>
            <a:r>
              <a:rPr sz="2600" dirty="0">
                <a:solidFill>
                  <a:srgbClr val="262EA4"/>
                </a:solidFill>
                <a:latin typeface="Calibri"/>
                <a:cs typeface="Calibri"/>
              </a:rPr>
              <a:t>Frequently,</a:t>
            </a:r>
            <a:r>
              <a:rPr sz="2600" spc="50" dirty="0">
                <a:solidFill>
                  <a:srgbClr val="262EA4"/>
                </a:solidFill>
                <a:latin typeface="Calibri"/>
                <a:cs typeface="Calibri"/>
              </a:rPr>
              <a:t>  </a:t>
            </a:r>
            <a:r>
              <a:rPr sz="2600" dirty="0">
                <a:solidFill>
                  <a:srgbClr val="262EA4"/>
                </a:solidFill>
                <a:latin typeface="Calibri"/>
                <a:cs typeface="Calibri"/>
              </a:rPr>
              <a:t>tests</a:t>
            </a:r>
            <a:r>
              <a:rPr sz="2600" spc="50" dirty="0">
                <a:solidFill>
                  <a:srgbClr val="262EA4"/>
                </a:solidFill>
                <a:latin typeface="Calibri"/>
                <a:cs typeface="Calibri"/>
              </a:rPr>
              <a:t>  </a:t>
            </a:r>
            <a:r>
              <a:rPr sz="2600" dirty="0">
                <a:solidFill>
                  <a:srgbClr val="262EA4"/>
                </a:solidFill>
                <a:latin typeface="Calibri"/>
                <a:cs typeface="Calibri"/>
              </a:rPr>
              <a:t>are</a:t>
            </a:r>
            <a:r>
              <a:rPr sz="2600" spc="50" dirty="0">
                <a:solidFill>
                  <a:srgbClr val="262EA4"/>
                </a:solidFill>
                <a:latin typeface="Calibri"/>
                <a:cs typeface="Calibri"/>
              </a:rPr>
              <a:t>  </a:t>
            </a:r>
            <a:r>
              <a:rPr sz="2600" dirty="0">
                <a:solidFill>
                  <a:srgbClr val="262EA4"/>
                </a:solidFill>
                <a:latin typeface="Calibri"/>
                <a:cs typeface="Calibri"/>
              </a:rPr>
              <a:t>conducted</a:t>
            </a:r>
            <a:r>
              <a:rPr sz="2600" spc="55" dirty="0">
                <a:solidFill>
                  <a:srgbClr val="262EA4"/>
                </a:solidFill>
                <a:latin typeface="Calibri"/>
                <a:cs typeface="Calibri"/>
              </a:rPr>
              <a:t>  </a:t>
            </a:r>
            <a:r>
              <a:rPr sz="2600" dirty="0">
                <a:solidFill>
                  <a:srgbClr val="262EA4"/>
                </a:solidFill>
                <a:latin typeface="Calibri"/>
                <a:cs typeface="Calibri"/>
              </a:rPr>
              <a:t>on</a:t>
            </a:r>
            <a:r>
              <a:rPr sz="2600" spc="50" dirty="0">
                <a:solidFill>
                  <a:srgbClr val="262EA4"/>
                </a:solidFill>
                <a:latin typeface="Calibri"/>
                <a:cs typeface="Calibri"/>
              </a:rPr>
              <a:t>  </a:t>
            </a:r>
            <a:r>
              <a:rPr sz="2600" dirty="0">
                <a:solidFill>
                  <a:srgbClr val="262EA4"/>
                </a:solidFill>
                <a:latin typeface="Calibri"/>
                <a:cs typeface="Calibri"/>
              </a:rPr>
              <a:t>different</a:t>
            </a:r>
            <a:r>
              <a:rPr sz="2600" spc="55" dirty="0">
                <a:solidFill>
                  <a:srgbClr val="262EA4"/>
                </a:solidFill>
                <a:latin typeface="Calibri"/>
                <a:cs typeface="Calibri"/>
              </a:rPr>
              <a:t>  </a:t>
            </a:r>
            <a:r>
              <a:rPr sz="2600" dirty="0">
                <a:solidFill>
                  <a:srgbClr val="262EA4"/>
                </a:solidFill>
                <a:latin typeface="Calibri"/>
                <a:cs typeface="Calibri"/>
              </a:rPr>
              <a:t>performance</a:t>
            </a:r>
            <a:r>
              <a:rPr sz="2600" spc="45" dirty="0">
                <a:solidFill>
                  <a:srgbClr val="262EA4"/>
                </a:solidFill>
                <a:latin typeface="Calibri"/>
                <a:cs typeface="Calibri"/>
              </a:rPr>
              <a:t>  </a:t>
            </a:r>
            <a:r>
              <a:rPr sz="2600" spc="-10" dirty="0">
                <a:solidFill>
                  <a:srgbClr val="262EA4"/>
                </a:solidFill>
                <a:latin typeface="Calibri"/>
                <a:cs typeface="Calibri"/>
              </a:rPr>
              <a:t>dimensions. </a:t>
            </a:r>
            <a:r>
              <a:rPr sz="2600" dirty="0">
                <a:solidFill>
                  <a:srgbClr val="262EA4"/>
                </a:solidFill>
                <a:latin typeface="Calibri"/>
                <a:cs typeface="Calibri"/>
              </a:rPr>
              <a:t>These</a:t>
            </a:r>
            <a:r>
              <a:rPr sz="2600" spc="-70" dirty="0">
                <a:solidFill>
                  <a:srgbClr val="262EA4"/>
                </a:solidFill>
                <a:latin typeface="Calibri"/>
                <a:cs typeface="Calibri"/>
              </a:rPr>
              <a:t> </a:t>
            </a:r>
            <a:r>
              <a:rPr sz="2600" dirty="0">
                <a:solidFill>
                  <a:srgbClr val="262EA4"/>
                </a:solidFill>
                <a:latin typeface="Calibri"/>
                <a:cs typeface="Calibri"/>
              </a:rPr>
              <a:t>tests</a:t>
            </a:r>
            <a:r>
              <a:rPr sz="2600" spc="-55" dirty="0">
                <a:solidFill>
                  <a:srgbClr val="262EA4"/>
                </a:solidFill>
                <a:latin typeface="Calibri"/>
                <a:cs typeface="Calibri"/>
              </a:rPr>
              <a:t> </a:t>
            </a:r>
            <a:r>
              <a:rPr sz="2600" dirty="0">
                <a:solidFill>
                  <a:srgbClr val="262EA4"/>
                </a:solidFill>
                <a:latin typeface="Calibri"/>
                <a:cs typeface="Calibri"/>
              </a:rPr>
              <a:t>become</a:t>
            </a:r>
            <a:r>
              <a:rPr sz="2600" spc="-60" dirty="0">
                <a:solidFill>
                  <a:srgbClr val="262EA4"/>
                </a:solidFill>
                <a:latin typeface="Calibri"/>
                <a:cs typeface="Calibri"/>
              </a:rPr>
              <a:t> </a:t>
            </a:r>
            <a:r>
              <a:rPr sz="2600" dirty="0">
                <a:solidFill>
                  <a:srgbClr val="262EA4"/>
                </a:solidFill>
                <a:latin typeface="Calibri"/>
                <a:cs typeface="Calibri"/>
              </a:rPr>
              <a:t>an</a:t>
            </a:r>
            <a:r>
              <a:rPr sz="2600" spc="-60" dirty="0">
                <a:solidFill>
                  <a:srgbClr val="262EA4"/>
                </a:solidFill>
                <a:latin typeface="Calibri"/>
                <a:cs typeface="Calibri"/>
              </a:rPr>
              <a:t> </a:t>
            </a:r>
            <a:r>
              <a:rPr sz="2600" spc="-10" dirty="0">
                <a:solidFill>
                  <a:srgbClr val="262EA4"/>
                </a:solidFill>
                <a:latin typeface="Calibri"/>
                <a:cs typeface="Calibri"/>
              </a:rPr>
              <a:t>integral</a:t>
            </a:r>
            <a:r>
              <a:rPr sz="2600" spc="-50" dirty="0">
                <a:solidFill>
                  <a:srgbClr val="262EA4"/>
                </a:solidFill>
                <a:latin typeface="Calibri"/>
                <a:cs typeface="Calibri"/>
              </a:rPr>
              <a:t> </a:t>
            </a:r>
            <a:r>
              <a:rPr sz="2600" dirty="0">
                <a:solidFill>
                  <a:srgbClr val="262EA4"/>
                </a:solidFill>
                <a:latin typeface="Calibri"/>
                <a:cs typeface="Calibri"/>
              </a:rPr>
              <a:t>part</a:t>
            </a:r>
            <a:r>
              <a:rPr sz="2600" spc="-55" dirty="0">
                <a:solidFill>
                  <a:srgbClr val="262EA4"/>
                </a:solidFill>
                <a:latin typeface="Calibri"/>
                <a:cs typeface="Calibri"/>
              </a:rPr>
              <a:t> </a:t>
            </a:r>
            <a:r>
              <a:rPr sz="2600" dirty="0">
                <a:solidFill>
                  <a:srgbClr val="262EA4"/>
                </a:solidFill>
                <a:latin typeface="Calibri"/>
                <a:cs typeface="Calibri"/>
              </a:rPr>
              <a:t>of</a:t>
            </a:r>
            <a:r>
              <a:rPr sz="2600" spc="-60" dirty="0">
                <a:solidFill>
                  <a:srgbClr val="262EA4"/>
                </a:solidFill>
                <a:latin typeface="Calibri"/>
                <a:cs typeface="Calibri"/>
              </a:rPr>
              <a:t> </a:t>
            </a:r>
            <a:r>
              <a:rPr sz="2600" dirty="0">
                <a:solidFill>
                  <a:srgbClr val="262EA4"/>
                </a:solidFill>
                <a:latin typeface="Calibri"/>
                <a:cs typeface="Calibri"/>
              </a:rPr>
              <a:t>the</a:t>
            </a:r>
            <a:r>
              <a:rPr sz="2600" spc="-55" dirty="0">
                <a:solidFill>
                  <a:srgbClr val="262EA4"/>
                </a:solidFill>
                <a:latin typeface="Calibri"/>
                <a:cs typeface="Calibri"/>
              </a:rPr>
              <a:t> </a:t>
            </a:r>
            <a:r>
              <a:rPr sz="2600" dirty="0">
                <a:solidFill>
                  <a:srgbClr val="262EA4"/>
                </a:solidFill>
                <a:latin typeface="Calibri"/>
                <a:cs typeface="Calibri"/>
              </a:rPr>
              <a:t>project</a:t>
            </a:r>
            <a:r>
              <a:rPr sz="2600" spc="-55" dirty="0">
                <a:solidFill>
                  <a:srgbClr val="262EA4"/>
                </a:solidFill>
                <a:latin typeface="Calibri"/>
                <a:cs typeface="Calibri"/>
              </a:rPr>
              <a:t> </a:t>
            </a:r>
            <a:r>
              <a:rPr sz="2600" spc="-10" dirty="0">
                <a:solidFill>
                  <a:srgbClr val="262EA4"/>
                </a:solidFill>
                <a:latin typeface="Calibri"/>
                <a:cs typeface="Calibri"/>
              </a:rPr>
              <a:t>schedule.</a:t>
            </a:r>
            <a:endParaRPr sz="2600" dirty="0">
              <a:latin typeface="Calibri"/>
              <a:cs typeface="Calibri"/>
            </a:endParaRPr>
          </a:p>
          <a:p>
            <a:pPr marL="241300" marR="5080" indent="-228600" algn="just">
              <a:lnSpc>
                <a:spcPct val="80000"/>
              </a:lnSpc>
              <a:spcBef>
                <a:spcPts val="1010"/>
              </a:spcBef>
              <a:buFont typeface="Arial MT"/>
              <a:buChar char="•"/>
              <a:tabLst>
                <a:tab pos="241300" algn="l"/>
              </a:tabLst>
            </a:pPr>
            <a:r>
              <a:rPr sz="2600" dirty="0">
                <a:latin typeface="Calibri"/>
                <a:cs typeface="Calibri"/>
              </a:rPr>
              <a:t>It</a:t>
            </a:r>
            <a:r>
              <a:rPr sz="2600" spc="-50" dirty="0">
                <a:latin typeface="Calibri"/>
                <a:cs typeface="Calibri"/>
              </a:rPr>
              <a:t> </a:t>
            </a:r>
            <a:r>
              <a:rPr sz="2600" dirty="0">
                <a:latin typeface="Calibri"/>
                <a:cs typeface="Calibri"/>
              </a:rPr>
              <a:t>is</a:t>
            </a:r>
            <a:r>
              <a:rPr sz="2600" spc="-55" dirty="0">
                <a:latin typeface="Calibri"/>
                <a:cs typeface="Calibri"/>
              </a:rPr>
              <a:t> </a:t>
            </a:r>
            <a:r>
              <a:rPr sz="2600" dirty="0">
                <a:latin typeface="Calibri"/>
                <a:cs typeface="Calibri"/>
              </a:rPr>
              <a:t>very</a:t>
            </a:r>
            <a:r>
              <a:rPr sz="2600" spc="-50" dirty="0">
                <a:latin typeface="Calibri"/>
                <a:cs typeface="Calibri"/>
              </a:rPr>
              <a:t> </a:t>
            </a:r>
            <a:r>
              <a:rPr sz="2600" dirty="0">
                <a:latin typeface="Calibri"/>
                <a:cs typeface="Calibri"/>
              </a:rPr>
              <a:t>difficult</a:t>
            </a:r>
            <a:r>
              <a:rPr sz="2600" spc="-45" dirty="0">
                <a:latin typeface="Calibri"/>
                <a:cs typeface="Calibri"/>
              </a:rPr>
              <a:t> </a:t>
            </a:r>
            <a:r>
              <a:rPr sz="2600" dirty="0">
                <a:latin typeface="Calibri"/>
                <a:cs typeface="Calibri"/>
              </a:rPr>
              <a:t>to</a:t>
            </a:r>
            <a:r>
              <a:rPr sz="2600" spc="-45" dirty="0">
                <a:latin typeface="Calibri"/>
                <a:cs typeface="Calibri"/>
              </a:rPr>
              <a:t> </a:t>
            </a:r>
            <a:r>
              <a:rPr sz="2600" dirty="0">
                <a:latin typeface="Calibri"/>
                <a:cs typeface="Calibri"/>
              </a:rPr>
              <a:t>specify</a:t>
            </a:r>
            <a:r>
              <a:rPr sz="2600" spc="-50" dirty="0">
                <a:latin typeface="Calibri"/>
                <a:cs typeface="Calibri"/>
              </a:rPr>
              <a:t> </a:t>
            </a:r>
            <a:r>
              <a:rPr sz="2600" dirty="0">
                <a:latin typeface="Calibri"/>
                <a:cs typeface="Calibri"/>
              </a:rPr>
              <a:t>how</a:t>
            </a:r>
            <a:r>
              <a:rPr sz="2600" spc="-45" dirty="0">
                <a:latin typeface="Calibri"/>
                <a:cs typeface="Calibri"/>
              </a:rPr>
              <a:t> </a:t>
            </a:r>
            <a:r>
              <a:rPr sz="2600" dirty="0">
                <a:latin typeface="Calibri"/>
                <a:cs typeface="Calibri"/>
              </a:rPr>
              <a:t>to</a:t>
            </a:r>
            <a:r>
              <a:rPr sz="2600" spc="-45" dirty="0">
                <a:latin typeface="Calibri"/>
                <a:cs typeface="Calibri"/>
              </a:rPr>
              <a:t> </a:t>
            </a:r>
            <a:r>
              <a:rPr sz="2600" dirty="0">
                <a:latin typeface="Calibri"/>
                <a:cs typeface="Calibri"/>
              </a:rPr>
              <a:t>measure</a:t>
            </a:r>
            <a:r>
              <a:rPr sz="2600" spc="-60" dirty="0">
                <a:latin typeface="Calibri"/>
                <a:cs typeface="Calibri"/>
              </a:rPr>
              <a:t> </a:t>
            </a:r>
            <a:r>
              <a:rPr sz="2600" dirty="0">
                <a:latin typeface="Calibri"/>
                <a:cs typeface="Calibri"/>
              </a:rPr>
              <a:t>technical</a:t>
            </a:r>
            <a:r>
              <a:rPr sz="2600" spc="-50" dirty="0">
                <a:latin typeface="Calibri"/>
                <a:cs typeface="Calibri"/>
              </a:rPr>
              <a:t> </a:t>
            </a:r>
            <a:r>
              <a:rPr sz="2600" spc="-10" dirty="0">
                <a:latin typeface="Calibri"/>
                <a:cs typeface="Calibri"/>
              </a:rPr>
              <a:t>performance</a:t>
            </a:r>
            <a:r>
              <a:rPr sz="2600" spc="-55" dirty="0">
                <a:latin typeface="Calibri"/>
                <a:cs typeface="Calibri"/>
              </a:rPr>
              <a:t> </a:t>
            </a:r>
            <a:r>
              <a:rPr sz="2600" spc="-10" dirty="0">
                <a:latin typeface="Calibri"/>
                <a:cs typeface="Calibri"/>
              </a:rPr>
              <a:t>because </a:t>
            </a:r>
            <a:r>
              <a:rPr sz="2600" dirty="0">
                <a:latin typeface="Calibri"/>
                <a:cs typeface="Calibri"/>
              </a:rPr>
              <a:t>it</a:t>
            </a:r>
            <a:r>
              <a:rPr sz="2600" spc="40" dirty="0">
                <a:latin typeface="Calibri"/>
                <a:cs typeface="Calibri"/>
              </a:rPr>
              <a:t>  </a:t>
            </a:r>
            <a:r>
              <a:rPr sz="2600" dirty="0">
                <a:latin typeface="Calibri"/>
                <a:cs typeface="Calibri"/>
              </a:rPr>
              <a:t>depends</a:t>
            </a:r>
            <a:r>
              <a:rPr sz="2600" spc="50" dirty="0">
                <a:latin typeface="Calibri"/>
                <a:cs typeface="Calibri"/>
              </a:rPr>
              <a:t>  </a:t>
            </a:r>
            <a:r>
              <a:rPr sz="2600" dirty="0">
                <a:latin typeface="Calibri"/>
                <a:cs typeface="Calibri"/>
              </a:rPr>
              <a:t>on</a:t>
            </a:r>
            <a:r>
              <a:rPr sz="2600" spc="50" dirty="0">
                <a:latin typeface="Calibri"/>
                <a:cs typeface="Calibri"/>
              </a:rPr>
              <a:t>  </a:t>
            </a:r>
            <a:r>
              <a:rPr sz="2600" dirty="0">
                <a:latin typeface="Calibri"/>
                <a:cs typeface="Calibri"/>
              </a:rPr>
              <a:t>the</a:t>
            </a:r>
            <a:r>
              <a:rPr sz="2600" spc="55" dirty="0">
                <a:latin typeface="Calibri"/>
                <a:cs typeface="Calibri"/>
              </a:rPr>
              <a:t>  </a:t>
            </a:r>
            <a:r>
              <a:rPr sz="2600" dirty="0">
                <a:latin typeface="Calibri"/>
                <a:cs typeface="Calibri"/>
              </a:rPr>
              <a:t>nature</a:t>
            </a:r>
            <a:r>
              <a:rPr sz="2600" spc="45" dirty="0">
                <a:latin typeface="Calibri"/>
                <a:cs typeface="Calibri"/>
              </a:rPr>
              <a:t>  </a:t>
            </a:r>
            <a:r>
              <a:rPr sz="2600" dirty="0">
                <a:latin typeface="Calibri"/>
                <a:cs typeface="Calibri"/>
              </a:rPr>
              <a:t>of</a:t>
            </a:r>
            <a:r>
              <a:rPr sz="2600" spc="50" dirty="0">
                <a:latin typeface="Calibri"/>
                <a:cs typeface="Calibri"/>
              </a:rPr>
              <a:t>  </a:t>
            </a:r>
            <a:r>
              <a:rPr sz="2600" dirty="0">
                <a:latin typeface="Calibri"/>
                <a:cs typeface="Calibri"/>
              </a:rPr>
              <a:t>the</a:t>
            </a:r>
            <a:r>
              <a:rPr sz="2600" spc="50" dirty="0">
                <a:latin typeface="Calibri"/>
                <a:cs typeface="Calibri"/>
              </a:rPr>
              <a:t>  </a:t>
            </a:r>
            <a:r>
              <a:rPr sz="2600" dirty="0">
                <a:latin typeface="Calibri"/>
                <a:cs typeface="Calibri"/>
              </a:rPr>
              <a:t>project.</a:t>
            </a:r>
            <a:r>
              <a:rPr sz="2600" spc="55" dirty="0">
                <a:latin typeface="Calibri"/>
                <a:cs typeface="Calibri"/>
              </a:rPr>
              <a:t>  </a:t>
            </a:r>
            <a:r>
              <a:rPr sz="2600" dirty="0">
                <a:latin typeface="Calibri"/>
                <a:cs typeface="Calibri"/>
              </a:rPr>
              <a:t>Suffice</a:t>
            </a:r>
            <a:r>
              <a:rPr sz="2600" spc="50" dirty="0">
                <a:latin typeface="Calibri"/>
                <a:cs typeface="Calibri"/>
              </a:rPr>
              <a:t>  </a:t>
            </a:r>
            <a:r>
              <a:rPr sz="2600" dirty="0">
                <a:latin typeface="Calibri"/>
                <a:cs typeface="Calibri"/>
              </a:rPr>
              <a:t>it</a:t>
            </a:r>
            <a:r>
              <a:rPr sz="2600" spc="55" dirty="0">
                <a:latin typeface="Calibri"/>
                <a:cs typeface="Calibri"/>
              </a:rPr>
              <a:t>  </a:t>
            </a:r>
            <a:r>
              <a:rPr sz="2600" dirty="0">
                <a:latin typeface="Calibri"/>
                <a:cs typeface="Calibri"/>
              </a:rPr>
              <a:t>to</a:t>
            </a:r>
            <a:r>
              <a:rPr sz="2600" spc="55" dirty="0">
                <a:latin typeface="Calibri"/>
                <a:cs typeface="Calibri"/>
              </a:rPr>
              <a:t>  </a:t>
            </a:r>
            <a:r>
              <a:rPr sz="2600" dirty="0">
                <a:latin typeface="Calibri"/>
                <a:cs typeface="Calibri"/>
              </a:rPr>
              <a:t>say,</a:t>
            </a:r>
            <a:r>
              <a:rPr sz="2600" spc="55" dirty="0">
                <a:latin typeface="Calibri"/>
                <a:cs typeface="Calibri"/>
              </a:rPr>
              <a:t>  </a:t>
            </a:r>
            <a:r>
              <a:rPr sz="2600" spc="-10" dirty="0">
                <a:latin typeface="Calibri"/>
                <a:cs typeface="Calibri"/>
              </a:rPr>
              <a:t>measuring </a:t>
            </a:r>
            <a:r>
              <a:rPr sz="2600" dirty="0">
                <a:latin typeface="Calibri"/>
                <a:cs typeface="Calibri"/>
              </a:rPr>
              <a:t>technical</a:t>
            </a:r>
            <a:r>
              <a:rPr sz="2600" spc="120" dirty="0">
                <a:latin typeface="Calibri"/>
                <a:cs typeface="Calibri"/>
              </a:rPr>
              <a:t> </a:t>
            </a:r>
            <a:r>
              <a:rPr sz="2600" dirty="0">
                <a:latin typeface="Calibri"/>
                <a:cs typeface="Calibri"/>
              </a:rPr>
              <a:t>performance</a:t>
            </a:r>
            <a:r>
              <a:rPr sz="2600" spc="110" dirty="0">
                <a:latin typeface="Calibri"/>
                <a:cs typeface="Calibri"/>
              </a:rPr>
              <a:t> </a:t>
            </a:r>
            <a:r>
              <a:rPr sz="2600" dirty="0">
                <a:latin typeface="Calibri"/>
                <a:cs typeface="Calibri"/>
              </a:rPr>
              <a:t>must</a:t>
            </a:r>
            <a:r>
              <a:rPr sz="2600" spc="125" dirty="0">
                <a:latin typeface="Calibri"/>
                <a:cs typeface="Calibri"/>
              </a:rPr>
              <a:t> </a:t>
            </a:r>
            <a:r>
              <a:rPr sz="2600" dirty="0">
                <a:latin typeface="Calibri"/>
                <a:cs typeface="Calibri"/>
              </a:rPr>
              <a:t>be</a:t>
            </a:r>
            <a:r>
              <a:rPr sz="2600" spc="110" dirty="0">
                <a:latin typeface="Calibri"/>
                <a:cs typeface="Calibri"/>
              </a:rPr>
              <a:t> </a:t>
            </a:r>
            <a:r>
              <a:rPr sz="2600" dirty="0">
                <a:latin typeface="Calibri"/>
                <a:cs typeface="Calibri"/>
              </a:rPr>
              <a:t>done.</a:t>
            </a:r>
            <a:r>
              <a:rPr sz="2600" spc="125" dirty="0">
                <a:latin typeface="Calibri"/>
                <a:cs typeface="Calibri"/>
              </a:rPr>
              <a:t> </a:t>
            </a:r>
            <a:r>
              <a:rPr sz="2600" dirty="0">
                <a:latin typeface="Calibri"/>
                <a:cs typeface="Calibri"/>
              </a:rPr>
              <a:t>Technical</a:t>
            </a:r>
            <a:r>
              <a:rPr sz="2600" spc="120" dirty="0">
                <a:latin typeface="Calibri"/>
                <a:cs typeface="Calibri"/>
              </a:rPr>
              <a:t> </a:t>
            </a:r>
            <a:r>
              <a:rPr sz="2600" dirty="0">
                <a:latin typeface="Calibri"/>
                <a:cs typeface="Calibri"/>
              </a:rPr>
              <a:t>performance</a:t>
            </a:r>
            <a:r>
              <a:rPr sz="2600" spc="110" dirty="0">
                <a:latin typeface="Calibri"/>
                <a:cs typeface="Calibri"/>
              </a:rPr>
              <a:t> </a:t>
            </a:r>
            <a:r>
              <a:rPr sz="2600" dirty="0">
                <a:latin typeface="Calibri"/>
                <a:cs typeface="Calibri"/>
              </a:rPr>
              <a:t>is</a:t>
            </a:r>
            <a:r>
              <a:rPr sz="2600" spc="114" dirty="0">
                <a:latin typeface="Calibri"/>
                <a:cs typeface="Calibri"/>
              </a:rPr>
              <a:t> </a:t>
            </a:r>
            <a:r>
              <a:rPr sz="2600" spc="-10" dirty="0">
                <a:latin typeface="Calibri"/>
                <a:cs typeface="Calibri"/>
              </a:rPr>
              <a:t>frequently </a:t>
            </a:r>
            <a:r>
              <a:rPr sz="2600" dirty="0">
                <a:latin typeface="Calibri"/>
                <a:cs typeface="Calibri"/>
              </a:rPr>
              <a:t>where</a:t>
            </a:r>
            <a:r>
              <a:rPr sz="2600" spc="330" dirty="0">
                <a:latin typeface="Calibri"/>
                <a:cs typeface="Calibri"/>
              </a:rPr>
              <a:t> </a:t>
            </a:r>
            <a:r>
              <a:rPr sz="2600" dirty="0">
                <a:latin typeface="Calibri"/>
                <a:cs typeface="Calibri"/>
              </a:rPr>
              <a:t>quality</a:t>
            </a:r>
            <a:r>
              <a:rPr sz="2600" spc="325" dirty="0">
                <a:latin typeface="Calibri"/>
                <a:cs typeface="Calibri"/>
              </a:rPr>
              <a:t> </a:t>
            </a:r>
            <a:r>
              <a:rPr sz="2600" dirty="0">
                <a:latin typeface="Calibri"/>
                <a:cs typeface="Calibri"/>
              </a:rPr>
              <a:t>control</a:t>
            </a:r>
            <a:r>
              <a:rPr sz="2600" spc="335" dirty="0">
                <a:latin typeface="Calibri"/>
                <a:cs typeface="Calibri"/>
              </a:rPr>
              <a:t> </a:t>
            </a:r>
            <a:r>
              <a:rPr sz="2600" dirty="0">
                <a:latin typeface="Calibri"/>
                <a:cs typeface="Calibri"/>
              </a:rPr>
              <a:t>processes</a:t>
            </a:r>
            <a:r>
              <a:rPr sz="2600" spc="335" dirty="0">
                <a:latin typeface="Calibri"/>
                <a:cs typeface="Calibri"/>
              </a:rPr>
              <a:t> </a:t>
            </a:r>
            <a:r>
              <a:rPr sz="2600" dirty="0">
                <a:latin typeface="Calibri"/>
                <a:cs typeface="Calibri"/>
              </a:rPr>
              <a:t>are</a:t>
            </a:r>
            <a:r>
              <a:rPr sz="2600" spc="325" dirty="0">
                <a:latin typeface="Calibri"/>
                <a:cs typeface="Calibri"/>
              </a:rPr>
              <a:t> </a:t>
            </a:r>
            <a:r>
              <a:rPr sz="2600" dirty="0">
                <a:latin typeface="Calibri"/>
                <a:cs typeface="Calibri"/>
              </a:rPr>
              <a:t>needed</a:t>
            </a:r>
            <a:r>
              <a:rPr sz="2600" spc="325" dirty="0">
                <a:latin typeface="Calibri"/>
                <a:cs typeface="Calibri"/>
              </a:rPr>
              <a:t> </a:t>
            </a:r>
            <a:r>
              <a:rPr sz="2600" dirty="0">
                <a:latin typeface="Calibri"/>
                <a:cs typeface="Calibri"/>
              </a:rPr>
              <a:t>and</a:t>
            </a:r>
            <a:r>
              <a:rPr sz="2600" spc="335" dirty="0">
                <a:latin typeface="Calibri"/>
                <a:cs typeface="Calibri"/>
              </a:rPr>
              <a:t> </a:t>
            </a:r>
            <a:r>
              <a:rPr sz="2600" dirty="0">
                <a:latin typeface="Calibri"/>
                <a:cs typeface="Calibri"/>
              </a:rPr>
              <a:t>used.</a:t>
            </a:r>
            <a:r>
              <a:rPr sz="2600" spc="340" dirty="0">
                <a:latin typeface="Calibri"/>
                <a:cs typeface="Calibri"/>
              </a:rPr>
              <a:t> </a:t>
            </a:r>
            <a:r>
              <a:rPr sz="2600" dirty="0">
                <a:latin typeface="Calibri"/>
                <a:cs typeface="Calibri"/>
              </a:rPr>
              <a:t>Project</a:t>
            </a:r>
            <a:r>
              <a:rPr sz="2600" spc="340" dirty="0">
                <a:latin typeface="Calibri"/>
                <a:cs typeface="Calibri"/>
              </a:rPr>
              <a:t> </a:t>
            </a:r>
            <a:r>
              <a:rPr sz="2600" spc="-10" dirty="0">
                <a:latin typeface="Calibri"/>
                <a:cs typeface="Calibri"/>
              </a:rPr>
              <a:t>managers </a:t>
            </a:r>
            <a:r>
              <a:rPr sz="2600" dirty="0">
                <a:latin typeface="Calibri"/>
                <a:cs typeface="Calibri"/>
              </a:rPr>
              <a:t>must</a:t>
            </a:r>
            <a:r>
              <a:rPr sz="2600" spc="-55" dirty="0">
                <a:latin typeface="Calibri"/>
                <a:cs typeface="Calibri"/>
              </a:rPr>
              <a:t> </a:t>
            </a:r>
            <a:r>
              <a:rPr sz="2600" dirty="0">
                <a:latin typeface="Calibri"/>
                <a:cs typeface="Calibri"/>
              </a:rPr>
              <a:t>be</a:t>
            </a:r>
            <a:r>
              <a:rPr sz="2600" spc="-60" dirty="0">
                <a:latin typeface="Calibri"/>
                <a:cs typeface="Calibri"/>
              </a:rPr>
              <a:t> </a:t>
            </a:r>
            <a:r>
              <a:rPr sz="2600" spc="-10" dirty="0">
                <a:latin typeface="Calibri"/>
                <a:cs typeface="Calibri"/>
              </a:rPr>
              <a:t>creative</a:t>
            </a:r>
            <a:r>
              <a:rPr sz="2600" spc="-60" dirty="0">
                <a:latin typeface="Calibri"/>
                <a:cs typeface="Calibri"/>
              </a:rPr>
              <a:t> </a:t>
            </a:r>
            <a:r>
              <a:rPr sz="2600" dirty="0">
                <a:latin typeface="Calibri"/>
                <a:cs typeface="Calibri"/>
              </a:rPr>
              <a:t>in</a:t>
            </a:r>
            <a:r>
              <a:rPr sz="2600" spc="-60" dirty="0">
                <a:latin typeface="Calibri"/>
                <a:cs typeface="Calibri"/>
              </a:rPr>
              <a:t> </a:t>
            </a:r>
            <a:r>
              <a:rPr sz="2600" dirty="0">
                <a:latin typeface="Calibri"/>
                <a:cs typeface="Calibri"/>
              </a:rPr>
              <a:t>finding</a:t>
            </a:r>
            <a:r>
              <a:rPr sz="2600" spc="-50" dirty="0">
                <a:latin typeface="Calibri"/>
                <a:cs typeface="Calibri"/>
              </a:rPr>
              <a:t> </a:t>
            </a:r>
            <a:r>
              <a:rPr sz="2600" dirty="0">
                <a:latin typeface="Calibri"/>
                <a:cs typeface="Calibri"/>
              </a:rPr>
              <a:t>ways</a:t>
            </a:r>
            <a:r>
              <a:rPr sz="2600" spc="-55" dirty="0">
                <a:latin typeface="Calibri"/>
                <a:cs typeface="Calibri"/>
              </a:rPr>
              <a:t> </a:t>
            </a:r>
            <a:r>
              <a:rPr sz="2600" dirty="0">
                <a:latin typeface="Calibri"/>
                <a:cs typeface="Calibri"/>
              </a:rPr>
              <a:t>to</a:t>
            </a:r>
            <a:r>
              <a:rPr sz="2600" spc="-55" dirty="0">
                <a:latin typeface="Calibri"/>
                <a:cs typeface="Calibri"/>
              </a:rPr>
              <a:t> </a:t>
            </a:r>
            <a:r>
              <a:rPr sz="2600" spc="-10" dirty="0">
                <a:latin typeface="Calibri"/>
                <a:cs typeface="Calibri"/>
              </a:rPr>
              <a:t>control</a:t>
            </a:r>
            <a:r>
              <a:rPr sz="2600" spc="-50" dirty="0">
                <a:latin typeface="Calibri"/>
                <a:cs typeface="Calibri"/>
              </a:rPr>
              <a:t> </a:t>
            </a:r>
            <a:r>
              <a:rPr sz="2600" dirty="0">
                <a:latin typeface="Calibri"/>
                <a:cs typeface="Calibri"/>
              </a:rPr>
              <a:t>this</a:t>
            </a:r>
            <a:r>
              <a:rPr sz="2600" spc="-55" dirty="0">
                <a:latin typeface="Calibri"/>
                <a:cs typeface="Calibri"/>
              </a:rPr>
              <a:t> </a:t>
            </a:r>
            <a:r>
              <a:rPr sz="2600" dirty="0">
                <a:latin typeface="Calibri"/>
                <a:cs typeface="Calibri"/>
              </a:rPr>
              <a:t>very</a:t>
            </a:r>
            <a:r>
              <a:rPr sz="2600" spc="-55" dirty="0">
                <a:latin typeface="Calibri"/>
                <a:cs typeface="Calibri"/>
              </a:rPr>
              <a:t> </a:t>
            </a:r>
            <a:r>
              <a:rPr sz="2600" spc="-10" dirty="0">
                <a:latin typeface="Calibri"/>
                <a:cs typeface="Calibri"/>
              </a:rPr>
              <a:t>important</a:t>
            </a:r>
            <a:r>
              <a:rPr sz="2600" spc="-55" dirty="0">
                <a:latin typeface="Calibri"/>
                <a:cs typeface="Calibri"/>
              </a:rPr>
              <a:t> </a:t>
            </a:r>
            <a:r>
              <a:rPr sz="2600" spc="-10" dirty="0">
                <a:latin typeface="Calibri"/>
                <a:cs typeface="Calibri"/>
              </a:rPr>
              <a:t>area.</a:t>
            </a:r>
            <a:endParaRPr sz="2600" dirty="0">
              <a:latin typeface="Calibri"/>
              <a:cs typeface="Calibri"/>
            </a:endParaRPr>
          </a:p>
        </p:txBody>
      </p:sp>
      <p:pic>
        <p:nvPicPr>
          <p:cNvPr id="5" name="Picture 4">
            <a:extLst>
              <a:ext uri="{FF2B5EF4-FFF2-40B4-BE49-F238E27FC236}">
                <a16:creationId xmlns:a16="http://schemas.microsoft.com/office/drawing/2014/main" id="{88CAEFFE-BE93-B2CE-941D-01C896BB5D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0"/>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0" dirty="0"/>
              <a:t>Scope</a:t>
            </a:r>
            <a:r>
              <a:rPr spc="120" dirty="0"/>
              <a:t> </a:t>
            </a:r>
            <a:r>
              <a:rPr spc="95" dirty="0"/>
              <a:t>Creep</a:t>
            </a:r>
            <a:r>
              <a:rPr spc="114" dirty="0"/>
              <a:t> </a:t>
            </a:r>
            <a:r>
              <a:rPr sz="1950" spc="-10" dirty="0"/>
              <a:t>(1/2)</a:t>
            </a:r>
            <a:endParaRPr sz="195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7</a:t>
            </a:fld>
            <a:endParaRPr spc="-50" dirty="0"/>
          </a:p>
        </p:txBody>
      </p:sp>
      <p:sp>
        <p:nvSpPr>
          <p:cNvPr id="3" name="object 3"/>
          <p:cNvSpPr txBox="1"/>
          <p:nvPr/>
        </p:nvSpPr>
        <p:spPr>
          <a:xfrm>
            <a:off x="916939" y="1643379"/>
            <a:ext cx="10357485" cy="4286885"/>
          </a:xfrm>
          <a:prstGeom prst="rect">
            <a:avLst/>
          </a:prstGeom>
        </p:spPr>
        <p:txBody>
          <a:bodyPr vert="horz" wrap="square" lIns="0" tIns="54610" rIns="0" bIns="0" rtlCol="0">
            <a:spAutoFit/>
          </a:bodyPr>
          <a:lstStyle/>
          <a:p>
            <a:pPr marL="241300" marR="5080" indent="-228600" algn="just">
              <a:lnSpc>
                <a:spcPct val="90200"/>
              </a:lnSpc>
              <a:spcBef>
                <a:spcPts val="430"/>
              </a:spcBef>
              <a:buFont typeface="Arial MT"/>
              <a:buChar char="•"/>
              <a:tabLst>
                <a:tab pos="241300" algn="l"/>
              </a:tabLst>
            </a:pPr>
            <a:r>
              <a:rPr sz="2800" dirty="0">
                <a:latin typeface="Calibri"/>
                <a:cs typeface="Calibri"/>
              </a:rPr>
              <a:t>Large</a:t>
            </a:r>
            <a:r>
              <a:rPr sz="2800" spc="275" dirty="0">
                <a:latin typeface="Calibri"/>
                <a:cs typeface="Calibri"/>
              </a:rPr>
              <a:t>  </a:t>
            </a:r>
            <a:r>
              <a:rPr sz="2800" dirty="0">
                <a:latin typeface="Calibri"/>
                <a:cs typeface="Calibri"/>
              </a:rPr>
              <a:t>changes</a:t>
            </a:r>
            <a:r>
              <a:rPr sz="2800" spc="280" dirty="0">
                <a:latin typeface="Calibri"/>
                <a:cs typeface="Calibri"/>
              </a:rPr>
              <a:t>  </a:t>
            </a:r>
            <a:r>
              <a:rPr sz="2800" dirty="0">
                <a:latin typeface="Calibri"/>
                <a:cs typeface="Calibri"/>
              </a:rPr>
              <a:t>in</a:t>
            </a:r>
            <a:r>
              <a:rPr sz="2800" spc="280" dirty="0">
                <a:latin typeface="Calibri"/>
                <a:cs typeface="Calibri"/>
              </a:rPr>
              <a:t>  </a:t>
            </a:r>
            <a:r>
              <a:rPr sz="2800" dirty="0">
                <a:latin typeface="Calibri"/>
                <a:cs typeface="Calibri"/>
              </a:rPr>
              <a:t>scope</a:t>
            </a:r>
            <a:r>
              <a:rPr sz="2800" spc="275" dirty="0">
                <a:latin typeface="Calibri"/>
                <a:cs typeface="Calibri"/>
              </a:rPr>
              <a:t>  </a:t>
            </a:r>
            <a:r>
              <a:rPr sz="2800" dirty="0">
                <a:latin typeface="Calibri"/>
                <a:cs typeface="Calibri"/>
              </a:rPr>
              <a:t>are</a:t>
            </a:r>
            <a:r>
              <a:rPr sz="2800" spc="275" dirty="0">
                <a:latin typeface="Calibri"/>
                <a:cs typeface="Calibri"/>
              </a:rPr>
              <a:t>  </a:t>
            </a:r>
            <a:r>
              <a:rPr sz="2800" dirty="0">
                <a:latin typeface="Calibri"/>
                <a:cs typeface="Calibri"/>
              </a:rPr>
              <a:t>easily</a:t>
            </a:r>
            <a:r>
              <a:rPr sz="2800" spc="280" dirty="0">
                <a:latin typeface="Calibri"/>
                <a:cs typeface="Calibri"/>
              </a:rPr>
              <a:t>  </a:t>
            </a:r>
            <a:r>
              <a:rPr sz="2800" dirty="0">
                <a:latin typeface="Calibri"/>
                <a:cs typeface="Calibri"/>
              </a:rPr>
              <a:t>identified.</a:t>
            </a:r>
            <a:r>
              <a:rPr sz="2800" spc="285" dirty="0">
                <a:latin typeface="Calibri"/>
                <a:cs typeface="Calibri"/>
              </a:rPr>
              <a:t>  </a:t>
            </a:r>
            <a:r>
              <a:rPr sz="2800" dirty="0">
                <a:latin typeface="Calibri"/>
                <a:cs typeface="Calibri"/>
              </a:rPr>
              <a:t>It</a:t>
            </a:r>
            <a:r>
              <a:rPr sz="2800" spc="280" dirty="0">
                <a:latin typeface="Calibri"/>
                <a:cs typeface="Calibri"/>
              </a:rPr>
              <a:t>  </a:t>
            </a:r>
            <a:r>
              <a:rPr sz="2800" dirty="0">
                <a:latin typeface="Calibri"/>
                <a:cs typeface="Calibri"/>
              </a:rPr>
              <a:t>is</a:t>
            </a:r>
            <a:r>
              <a:rPr sz="2800" spc="280" dirty="0">
                <a:latin typeface="Calibri"/>
                <a:cs typeface="Calibri"/>
              </a:rPr>
              <a:t>  </a:t>
            </a:r>
            <a:r>
              <a:rPr sz="2800" dirty="0">
                <a:latin typeface="Calibri"/>
                <a:cs typeface="Calibri"/>
              </a:rPr>
              <a:t>the</a:t>
            </a:r>
            <a:r>
              <a:rPr sz="2800" spc="275" dirty="0">
                <a:latin typeface="Calibri"/>
                <a:cs typeface="Calibri"/>
              </a:rPr>
              <a:t>  </a:t>
            </a:r>
            <a:r>
              <a:rPr sz="2800" spc="-10" dirty="0">
                <a:latin typeface="Calibri"/>
                <a:cs typeface="Calibri"/>
              </a:rPr>
              <a:t>“minor </a:t>
            </a:r>
            <a:r>
              <a:rPr sz="2800" dirty="0">
                <a:latin typeface="Calibri"/>
                <a:cs typeface="Calibri"/>
              </a:rPr>
              <a:t>refinements”</a:t>
            </a:r>
            <a:r>
              <a:rPr sz="2800" spc="409" dirty="0">
                <a:latin typeface="Calibri"/>
                <a:cs typeface="Calibri"/>
              </a:rPr>
              <a:t> </a:t>
            </a:r>
            <a:r>
              <a:rPr sz="2800" dirty="0">
                <a:latin typeface="Calibri"/>
                <a:cs typeface="Calibri"/>
              </a:rPr>
              <a:t>that</a:t>
            </a:r>
            <a:r>
              <a:rPr sz="2800" spc="415" dirty="0">
                <a:latin typeface="Calibri"/>
                <a:cs typeface="Calibri"/>
              </a:rPr>
              <a:t> </a:t>
            </a:r>
            <a:r>
              <a:rPr sz="2800" dirty="0">
                <a:latin typeface="Calibri"/>
                <a:cs typeface="Calibri"/>
              </a:rPr>
              <a:t>eventually</a:t>
            </a:r>
            <a:r>
              <a:rPr sz="2800" spc="409" dirty="0">
                <a:latin typeface="Calibri"/>
                <a:cs typeface="Calibri"/>
              </a:rPr>
              <a:t> </a:t>
            </a:r>
            <a:r>
              <a:rPr sz="2800" dirty="0">
                <a:latin typeface="Calibri"/>
                <a:cs typeface="Calibri"/>
              </a:rPr>
              <a:t>build</a:t>
            </a:r>
            <a:r>
              <a:rPr sz="2800" spc="415" dirty="0">
                <a:latin typeface="Calibri"/>
                <a:cs typeface="Calibri"/>
              </a:rPr>
              <a:t> </a:t>
            </a:r>
            <a:r>
              <a:rPr sz="2800" dirty="0">
                <a:latin typeface="Calibri"/>
                <a:cs typeface="Calibri"/>
              </a:rPr>
              <a:t>to</a:t>
            </a:r>
            <a:r>
              <a:rPr sz="2800" spc="420" dirty="0">
                <a:latin typeface="Calibri"/>
                <a:cs typeface="Calibri"/>
              </a:rPr>
              <a:t> </a:t>
            </a:r>
            <a:r>
              <a:rPr sz="2800" dirty="0">
                <a:latin typeface="Calibri"/>
                <a:cs typeface="Calibri"/>
              </a:rPr>
              <a:t>be</a:t>
            </a:r>
            <a:r>
              <a:rPr sz="2800" spc="405" dirty="0">
                <a:latin typeface="Calibri"/>
                <a:cs typeface="Calibri"/>
              </a:rPr>
              <a:t> </a:t>
            </a:r>
            <a:r>
              <a:rPr sz="2800" dirty="0">
                <a:latin typeface="Calibri"/>
                <a:cs typeface="Calibri"/>
              </a:rPr>
              <a:t>major</a:t>
            </a:r>
            <a:r>
              <a:rPr sz="2800" spc="409" dirty="0">
                <a:latin typeface="Calibri"/>
                <a:cs typeface="Calibri"/>
              </a:rPr>
              <a:t> </a:t>
            </a:r>
            <a:r>
              <a:rPr sz="2800" dirty="0">
                <a:latin typeface="Calibri"/>
                <a:cs typeface="Calibri"/>
              </a:rPr>
              <a:t>scope</a:t>
            </a:r>
            <a:r>
              <a:rPr sz="2800" spc="405" dirty="0">
                <a:latin typeface="Calibri"/>
                <a:cs typeface="Calibri"/>
              </a:rPr>
              <a:t> </a:t>
            </a:r>
            <a:r>
              <a:rPr sz="2800" dirty="0">
                <a:latin typeface="Calibri"/>
                <a:cs typeface="Calibri"/>
              </a:rPr>
              <a:t>changes</a:t>
            </a:r>
            <a:r>
              <a:rPr sz="2800" spc="420" dirty="0">
                <a:latin typeface="Calibri"/>
                <a:cs typeface="Calibri"/>
              </a:rPr>
              <a:t> </a:t>
            </a:r>
            <a:r>
              <a:rPr sz="2800" spc="-20" dirty="0">
                <a:latin typeface="Calibri"/>
                <a:cs typeface="Calibri"/>
              </a:rPr>
              <a:t>that </a:t>
            </a:r>
            <a:r>
              <a:rPr sz="2800" dirty="0">
                <a:latin typeface="Calibri"/>
                <a:cs typeface="Calibri"/>
              </a:rPr>
              <a:t>can</a:t>
            </a:r>
            <a:r>
              <a:rPr sz="2800" spc="204" dirty="0">
                <a:latin typeface="Calibri"/>
                <a:cs typeface="Calibri"/>
              </a:rPr>
              <a:t> </a:t>
            </a:r>
            <a:r>
              <a:rPr sz="2800" dirty="0">
                <a:latin typeface="Calibri"/>
                <a:cs typeface="Calibri"/>
              </a:rPr>
              <a:t>cause</a:t>
            </a:r>
            <a:r>
              <a:rPr sz="2800" spc="195" dirty="0">
                <a:latin typeface="Calibri"/>
                <a:cs typeface="Calibri"/>
              </a:rPr>
              <a:t> </a:t>
            </a:r>
            <a:r>
              <a:rPr sz="2800" dirty="0">
                <a:latin typeface="Calibri"/>
                <a:cs typeface="Calibri"/>
              </a:rPr>
              <a:t>problems.</a:t>
            </a:r>
            <a:r>
              <a:rPr sz="2800" spc="210" dirty="0">
                <a:latin typeface="Calibri"/>
                <a:cs typeface="Calibri"/>
              </a:rPr>
              <a:t> </a:t>
            </a:r>
            <a:r>
              <a:rPr sz="2800" dirty="0">
                <a:latin typeface="Calibri"/>
                <a:cs typeface="Calibri"/>
              </a:rPr>
              <a:t>These</a:t>
            </a:r>
            <a:r>
              <a:rPr sz="2800" spc="195" dirty="0">
                <a:latin typeface="Calibri"/>
                <a:cs typeface="Calibri"/>
              </a:rPr>
              <a:t> </a:t>
            </a:r>
            <a:r>
              <a:rPr sz="2800" dirty="0">
                <a:latin typeface="Calibri"/>
                <a:cs typeface="Calibri"/>
              </a:rPr>
              <a:t>small</a:t>
            </a:r>
            <a:r>
              <a:rPr sz="2800" spc="200" dirty="0">
                <a:latin typeface="Calibri"/>
                <a:cs typeface="Calibri"/>
              </a:rPr>
              <a:t> </a:t>
            </a:r>
            <a:r>
              <a:rPr sz="2800" dirty="0">
                <a:latin typeface="Calibri"/>
                <a:cs typeface="Calibri"/>
              </a:rPr>
              <a:t>refinements</a:t>
            </a:r>
            <a:r>
              <a:rPr sz="2800" spc="195" dirty="0">
                <a:latin typeface="Calibri"/>
                <a:cs typeface="Calibri"/>
              </a:rPr>
              <a:t> </a:t>
            </a:r>
            <a:r>
              <a:rPr sz="2800" dirty="0">
                <a:latin typeface="Calibri"/>
                <a:cs typeface="Calibri"/>
              </a:rPr>
              <a:t>are</a:t>
            </a:r>
            <a:r>
              <a:rPr sz="2800" spc="200" dirty="0">
                <a:latin typeface="Calibri"/>
                <a:cs typeface="Calibri"/>
              </a:rPr>
              <a:t> </a:t>
            </a:r>
            <a:r>
              <a:rPr sz="2800" dirty="0">
                <a:latin typeface="Calibri"/>
                <a:cs typeface="Calibri"/>
              </a:rPr>
              <a:t>known</a:t>
            </a:r>
            <a:r>
              <a:rPr sz="2800" spc="210" dirty="0">
                <a:latin typeface="Calibri"/>
                <a:cs typeface="Calibri"/>
              </a:rPr>
              <a:t> </a:t>
            </a:r>
            <a:r>
              <a:rPr sz="2800" dirty="0">
                <a:latin typeface="Calibri"/>
                <a:cs typeface="Calibri"/>
              </a:rPr>
              <a:t>in</a:t>
            </a:r>
            <a:r>
              <a:rPr sz="2800" spc="204" dirty="0">
                <a:latin typeface="Calibri"/>
                <a:cs typeface="Calibri"/>
              </a:rPr>
              <a:t> </a:t>
            </a:r>
            <a:r>
              <a:rPr sz="2800" dirty="0">
                <a:latin typeface="Calibri"/>
                <a:cs typeface="Calibri"/>
              </a:rPr>
              <a:t>the</a:t>
            </a:r>
            <a:r>
              <a:rPr sz="2800" spc="200" dirty="0">
                <a:latin typeface="Calibri"/>
                <a:cs typeface="Calibri"/>
              </a:rPr>
              <a:t> </a:t>
            </a:r>
            <a:r>
              <a:rPr sz="2800" spc="-10" dirty="0">
                <a:latin typeface="Calibri"/>
                <a:cs typeface="Calibri"/>
              </a:rPr>
              <a:t>field </a:t>
            </a:r>
            <a:r>
              <a:rPr sz="2800" dirty="0">
                <a:latin typeface="Calibri"/>
                <a:cs typeface="Calibri"/>
              </a:rPr>
              <a:t>as</a:t>
            </a:r>
            <a:r>
              <a:rPr sz="2800" spc="-50" dirty="0">
                <a:latin typeface="Calibri"/>
                <a:cs typeface="Calibri"/>
              </a:rPr>
              <a:t> </a:t>
            </a:r>
            <a:r>
              <a:rPr sz="2800" b="1" dirty="0">
                <a:latin typeface="Calibri"/>
                <a:cs typeface="Calibri"/>
              </a:rPr>
              <a:t>scope</a:t>
            </a:r>
            <a:r>
              <a:rPr sz="2800" b="1" spc="-35" dirty="0">
                <a:latin typeface="Calibri"/>
                <a:cs typeface="Calibri"/>
              </a:rPr>
              <a:t> </a:t>
            </a:r>
            <a:r>
              <a:rPr sz="2800" b="1" spc="-10" dirty="0">
                <a:latin typeface="Calibri"/>
                <a:cs typeface="Calibri"/>
              </a:rPr>
              <a:t>creep.</a:t>
            </a:r>
            <a:endParaRPr sz="2800" dirty="0">
              <a:latin typeface="Calibri"/>
              <a:cs typeface="Calibri"/>
            </a:endParaRPr>
          </a:p>
          <a:p>
            <a:pPr marL="241300" marR="5080" indent="-228600">
              <a:lnSpc>
                <a:spcPts val="3000"/>
              </a:lnSpc>
              <a:spcBef>
                <a:spcPts val="1045"/>
              </a:spcBef>
              <a:buFont typeface="Arial MT"/>
              <a:buChar char="•"/>
              <a:tabLst>
                <a:tab pos="241300" algn="l"/>
                <a:tab pos="1232535" algn="l"/>
                <a:tab pos="2171700" algn="l"/>
                <a:tab pos="2522220" algn="l"/>
                <a:tab pos="3930015" algn="l"/>
                <a:tab pos="4770755" algn="l"/>
                <a:tab pos="5168900" algn="l"/>
                <a:tab pos="6557645" algn="l"/>
                <a:tab pos="8090534" algn="l"/>
                <a:tab pos="8488680" algn="l"/>
              </a:tabLst>
            </a:pPr>
            <a:r>
              <a:rPr sz="2800" spc="-10" dirty="0">
                <a:solidFill>
                  <a:srgbClr val="C00000"/>
                </a:solidFill>
                <a:latin typeface="Calibri"/>
                <a:cs typeface="Calibri"/>
              </a:rPr>
              <a:t>Scope</a:t>
            </a:r>
            <a:r>
              <a:rPr sz="2800" dirty="0">
                <a:solidFill>
                  <a:srgbClr val="C00000"/>
                </a:solidFill>
                <a:latin typeface="Calibri"/>
                <a:cs typeface="Calibri"/>
              </a:rPr>
              <a:t>	</a:t>
            </a:r>
            <a:r>
              <a:rPr sz="2800" spc="-10" dirty="0">
                <a:solidFill>
                  <a:srgbClr val="C00000"/>
                </a:solidFill>
                <a:latin typeface="Calibri"/>
                <a:cs typeface="Calibri"/>
              </a:rPr>
              <a:t>creep</a:t>
            </a:r>
            <a:r>
              <a:rPr sz="2800" dirty="0">
                <a:solidFill>
                  <a:srgbClr val="C00000"/>
                </a:solidFill>
                <a:latin typeface="Calibri"/>
                <a:cs typeface="Calibri"/>
              </a:rPr>
              <a:t>	</a:t>
            </a:r>
            <a:r>
              <a:rPr sz="2800" spc="-25" dirty="0">
                <a:solidFill>
                  <a:srgbClr val="C00000"/>
                </a:solidFill>
                <a:latin typeface="Calibri"/>
                <a:cs typeface="Calibri"/>
              </a:rPr>
              <a:t>is</a:t>
            </a:r>
            <a:r>
              <a:rPr sz="2800" dirty="0">
                <a:solidFill>
                  <a:srgbClr val="C00000"/>
                </a:solidFill>
                <a:latin typeface="Calibri"/>
                <a:cs typeface="Calibri"/>
              </a:rPr>
              <a:t>	</a:t>
            </a:r>
            <a:r>
              <a:rPr sz="2800" spc="-10" dirty="0">
                <a:solidFill>
                  <a:srgbClr val="C00000"/>
                </a:solidFill>
                <a:latin typeface="Calibri"/>
                <a:cs typeface="Calibri"/>
              </a:rPr>
              <a:t>common</a:t>
            </a:r>
            <a:r>
              <a:rPr sz="2800" dirty="0">
                <a:solidFill>
                  <a:srgbClr val="C00000"/>
                </a:solidFill>
                <a:latin typeface="Calibri"/>
                <a:cs typeface="Calibri"/>
              </a:rPr>
              <a:t>	</a:t>
            </a:r>
            <a:r>
              <a:rPr sz="2800" spc="-10" dirty="0">
                <a:solidFill>
                  <a:srgbClr val="C00000"/>
                </a:solidFill>
                <a:latin typeface="Calibri"/>
                <a:cs typeface="Calibri"/>
              </a:rPr>
              <a:t>early</a:t>
            </a:r>
            <a:r>
              <a:rPr sz="2800" dirty="0">
                <a:solidFill>
                  <a:srgbClr val="C00000"/>
                </a:solidFill>
                <a:latin typeface="Calibri"/>
                <a:cs typeface="Calibri"/>
              </a:rPr>
              <a:t>	</a:t>
            </a:r>
            <a:r>
              <a:rPr sz="2800" spc="-25" dirty="0">
                <a:solidFill>
                  <a:srgbClr val="C00000"/>
                </a:solidFill>
                <a:latin typeface="Calibri"/>
                <a:cs typeface="Calibri"/>
              </a:rPr>
              <a:t>in</a:t>
            </a:r>
            <a:r>
              <a:rPr sz="2800" dirty="0">
                <a:solidFill>
                  <a:srgbClr val="C00000"/>
                </a:solidFill>
                <a:latin typeface="Calibri"/>
                <a:cs typeface="Calibri"/>
              </a:rPr>
              <a:t>	</a:t>
            </a:r>
            <a:r>
              <a:rPr sz="2800" spc="-10" dirty="0">
                <a:solidFill>
                  <a:srgbClr val="C00000"/>
                </a:solidFill>
                <a:latin typeface="Calibri"/>
                <a:cs typeface="Calibri"/>
              </a:rPr>
              <a:t>projects;</a:t>
            </a:r>
            <a:r>
              <a:rPr sz="2800" dirty="0">
                <a:solidFill>
                  <a:srgbClr val="C00000"/>
                </a:solidFill>
                <a:latin typeface="Calibri"/>
                <a:cs typeface="Calibri"/>
              </a:rPr>
              <a:t>	</a:t>
            </a:r>
            <a:r>
              <a:rPr sz="2800" spc="-10" dirty="0">
                <a:solidFill>
                  <a:srgbClr val="C00000"/>
                </a:solidFill>
                <a:latin typeface="Calibri"/>
                <a:cs typeface="Calibri"/>
              </a:rPr>
              <a:t>especially</a:t>
            </a:r>
            <a:r>
              <a:rPr sz="2800" dirty="0">
                <a:solidFill>
                  <a:srgbClr val="C00000"/>
                </a:solidFill>
                <a:latin typeface="Calibri"/>
                <a:cs typeface="Calibri"/>
              </a:rPr>
              <a:t>	</a:t>
            </a:r>
            <a:r>
              <a:rPr sz="2800" spc="-25" dirty="0">
                <a:solidFill>
                  <a:srgbClr val="C00000"/>
                </a:solidFill>
                <a:latin typeface="Calibri"/>
                <a:cs typeface="Calibri"/>
              </a:rPr>
              <a:t>in</a:t>
            </a:r>
            <a:r>
              <a:rPr sz="2800" dirty="0">
                <a:solidFill>
                  <a:srgbClr val="C00000"/>
                </a:solidFill>
                <a:latin typeface="Calibri"/>
                <a:cs typeface="Calibri"/>
              </a:rPr>
              <a:t>	</a:t>
            </a:r>
            <a:r>
              <a:rPr sz="2800" spc="-30" dirty="0">
                <a:solidFill>
                  <a:srgbClr val="C00000"/>
                </a:solidFill>
                <a:latin typeface="Calibri"/>
                <a:cs typeface="Calibri"/>
              </a:rPr>
              <a:t>new-</a:t>
            </a:r>
            <a:r>
              <a:rPr sz="2800" spc="-10" dirty="0">
                <a:solidFill>
                  <a:srgbClr val="C00000"/>
                </a:solidFill>
                <a:latin typeface="Calibri"/>
                <a:cs typeface="Calibri"/>
              </a:rPr>
              <a:t>product </a:t>
            </a:r>
            <a:r>
              <a:rPr sz="2800" dirty="0">
                <a:solidFill>
                  <a:srgbClr val="C00000"/>
                </a:solidFill>
                <a:latin typeface="Calibri"/>
                <a:cs typeface="Calibri"/>
              </a:rPr>
              <a:t>development</a:t>
            </a:r>
            <a:r>
              <a:rPr sz="2800" spc="-155" dirty="0">
                <a:solidFill>
                  <a:srgbClr val="C00000"/>
                </a:solidFill>
                <a:latin typeface="Calibri"/>
                <a:cs typeface="Calibri"/>
              </a:rPr>
              <a:t> </a:t>
            </a:r>
            <a:r>
              <a:rPr sz="2800" spc="-10" dirty="0">
                <a:solidFill>
                  <a:srgbClr val="C00000"/>
                </a:solidFill>
                <a:latin typeface="Calibri"/>
                <a:cs typeface="Calibri"/>
              </a:rPr>
              <a:t>projects.</a:t>
            </a:r>
            <a:endParaRPr sz="2800" dirty="0">
              <a:latin typeface="Calibri"/>
              <a:cs typeface="Calibri"/>
            </a:endParaRPr>
          </a:p>
          <a:p>
            <a:pPr marL="241300" marR="5080" indent="-228600">
              <a:lnSpc>
                <a:spcPts val="3100"/>
              </a:lnSpc>
              <a:spcBef>
                <a:spcPts val="905"/>
              </a:spcBef>
              <a:buFont typeface="Arial MT"/>
              <a:buChar char="•"/>
              <a:tabLst>
                <a:tab pos="241300" algn="l"/>
                <a:tab pos="2038350" algn="l"/>
                <a:tab pos="3016885" algn="l"/>
                <a:tab pos="4371340" algn="l"/>
                <a:tab pos="5016500" algn="l"/>
                <a:tab pos="5951855" algn="l"/>
                <a:tab pos="6676390" algn="l"/>
                <a:tab pos="7207884" algn="l"/>
                <a:tab pos="8851265" algn="l"/>
                <a:tab pos="9683115" algn="l"/>
              </a:tabLst>
            </a:pPr>
            <a:r>
              <a:rPr sz="2800" spc="-10" dirty="0">
                <a:latin typeface="Calibri"/>
                <a:cs typeface="Calibri"/>
              </a:rPr>
              <a:t>Frequently,</a:t>
            </a:r>
            <a:r>
              <a:rPr sz="2800" dirty="0">
                <a:latin typeface="Calibri"/>
                <a:cs typeface="Calibri"/>
              </a:rPr>
              <a:t>	</a:t>
            </a:r>
            <a:r>
              <a:rPr sz="2800" spc="-20" dirty="0">
                <a:latin typeface="Calibri"/>
                <a:cs typeface="Calibri"/>
              </a:rPr>
              <a:t>these</a:t>
            </a:r>
            <a:r>
              <a:rPr sz="2800" dirty="0">
                <a:latin typeface="Calibri"/>
                <a:cs typeface="Calibri"/>
              </a:rPr>
              <a:t>	</a:t>
            </a:r>
            <a:r>
              <a:rPr sz="2800" spc="-10" dirty="0">
                <a:latin typeface="Calibri"/>
                <a:cs typeface="Calibri"/>
              </a:rPr>
              <a:t>changes</a:t>
            </a:r>
            <a:r>
              <a:rPr sz="2800" dirty="0">
                <a:latin typeface="Calibri"/>
                <a:cs typeface="Calibri"/>
              </a:rPr>
              <a:t>	</a:t>
            </a:r>
            <a:r>
              <a:rPr sz="2800" spc="-25" dirty="0">
                <a:latin typeface="Calibri"/>
                <a:cs typeface="Calibri"/>
              </a:rPr>
              <a:t>are</a:t>
            </a:r>
            <a:r>
              <a:rPr sz="2800" dirty="0">
                <a:latin typeface="Calibri"/>
                <a:cs typeface="Calibri"/>
              </a:rPr>
              <a:t>	</a:t>
            </a:r>
            <a:r>
              <a:rPr sz="2800" spc="-10" dirty="0">
                <a:latin typeface="Calibri"/>
                <a:cs typeface="Calibri"/>
              </a:rPr>
              <a:t>small</a:t>
            </a:r>
            <a:r>
              <a:rPr sz="2800" dirty="0">
                <a:latin typeface="Calibri"/>
                <a:cs typeface="Calibri"/>
              </a:rPr>
              <a:t>	</a:t>
            </a:r>
            <a:r>
              <a:rPr sz="2800" spc="-25" dirty="0">
                <a:latin typeface="Calibri"/>
                <a:cs typeface="Calibri"/>
              </a:rPr>
              <a:t>and</a:t>
            </a:r>
            <a:r>
              <a:rPr sz="2800" dirty="0">
                <a:latin typeface="Calibri"/>
                <a:cs typeface="Calibri"/>
              </a:rPr>
              <a:t>	</a:t>
            </a:r>
            <a:r>
              <a:rPr sz="2800" spc="-25" dirty="0">
                <a:latin typeface="Calibri"/>
                <a:cs typeface="Calibri"/>
              </a:rPr>
              <a:t>go</a:t>
            </a:r>
            <a:r>
              <a:rPr sz="2800" dirty="0">
                <a:latin typeface="Calibri"/>
                <a:cs typeface="Calibri"/>
              </a:rPr>
              <a:t>	</a:t>
            </a:r>
            <a:r>
              <a:rPr sz="2800" spc="-10" dirty="0">
                <a:latin typeface="Calibri"/>
                <a:cs typeface="Calibri"/>
              </a:rPr>
              <a:t>unnoticed</a:t>
            </a:r>
            <a:r>
              <a:rPr sz="2800" dirty="0">
                <a:latin typeface="Calibri"/>
                <a:cs typeface="Calibri"/>
              </a:rPr>
              <a:t>	</a:t>
            </a:r>
            <a:r>
              <a:rPr sz="2800" spc="-10" dirty="0">
                <a:latin typeface="Calibri"/>
                <a:cs typeface="Calibri"/>
              </a:rPr>
              <a:t>until</a:t>
            </a:r>
            <a:r>
              <a:rPr sz="2800" dirty="0">
                <a:latin typeface="Calibri"/>
                <a:cs typeface="Calibri"/>
              </a:rPr>
              <a:t>	</a:t>
            </a:r>
            <a:r>
              <a:rPr sz="2800" spc="-20" dirty="0">
                <a:latin typeface="Calibri"/>
                <a:cs typeface="Calibri"/>
              </a:rPr>
              <a:t>time </a:t>
            </a:r>
            <a:r>
              <a:rPr sz="2800" dirty="0">
                <a:latin typeface="Calibri"/>
                <a:cs typeface="Calibri"/>
              </a:rPr>
              <a:t>delays</a:t>
            </a:r>
            <a:r>
              <a:rPr sz="2800" spc="-70" dirty="0">
                <a:latin typeface="Calibri"/>
                <a:cs typeface="Calibri"/>
              </a:rPr>
              <a:t> </a:t>
            </a:r>
            <a:r>
              <a:rPr sz="2800" dirty="0">
                <a:latin typeface="Calibri"/>
                <a:cs typeface="Calibri"/>
              </a:rPr>
              <a:t>or</a:t>
            </a:r>
            <a:r>
              <a:rPr sz="2800" spc="-70" dirty="0">
                <a:latin typeface="Calibri"/>
                <a:cs typeface="Calibri"/>
              </a:rPr>
              <a:t> </a:t>
            </a:r>
            <a:r>
              <a:rPr sz="2800" dirty="0">
                <a:latin typeface="Calibri"/>
                <a:cs typeface="Calibri"/>
              </a:rPr>
              <a:t>cost</a:t>
            </a:r>
            <a:r>
              <a:rPr sz="2800" spc="-65" dirty="0">
                <a:latin typeface="Calibri"/>
                <a:cs typeface="Calibri"/>
              </a:rPr>
              <a:t> </a:t>
            </a:r>
            <a:r>
              <a:rPr sz="2800" dirty="0">
                <a:latin typeface="Calibri"/>
                <a:cs typeface="Calibri"/>
              </a:rPr>
              <a:t>overruns</a:t>
            </a:r>
            <a:r>
              <a:rPr sz="2800" spc="-70" dirty="0">
                <a:latin typeface="Calibri"/>
                <a:cs typeface="Calibri"/>
              </a:rPr>
              <a:t> </a:t>
            </a:r>
            <a:r>
              <a:rPr sz="2800" dirty="0">
                <a:latin typeface="Calibri"/>
                <a:cs typeface="Calibri"/>
              </a:rPr>
              <a:t>are</a:t>
            </a:r>
            <a:r>
              <a:rPr sz="2800" spc="-75" dirty="0">
                <a:latin typeface="Calibri"/>
                <a:cs typeface="Calibri"/>
              </a:rPr>
              <a:t> </a:t>
            </a:r>
            <a:r>
              <a:rPr sz="2800" spc="-10" dirty="0">
                <a:latin typeface="Calibri"/>
                <a:cs typeface="Calibri"/>
              </a:rPr>
              <a:t>observed.</a:t>
            </a:r>
            <a:endParaRPr sz="2800" dirty="0">
              <a:latin typeface="Calibri"/>
              <a:cs typeface="Calibri"/>
            </a:endParaRPr>
          </a:p>
          <a:p>
            <a:pPr marL="241300" marR="5080" indent="-228600">
              <a:lnSpc>
                <a:spcPts val="3000"/>
              </a:lnSpc>
              <a:spcBef>
                <a:spcPts val="985"/>
              </a:spcBef>
              <a:buFont typeface="Arial MT"/>
              <a:buChar char="•"/>
              <a:tabLst>
                <a:tab pos="241300" algn="l"/>
                <a:tab pos="1315085" algn="l"/>
                <a:tab pos="2336800" algn="l"/>
                <a:tab pos="3505835" algn="l"/>
                <a:tab pos="4199890" algn="l"/>
                <a:tab pos="6280150" algn="l"/>
                <a:tab pos="7516495" algn="l"/>
                <a:tab pos="8562975" algn="l"/>
                <a:tab pos="9319260" algn="l"/>
              </a:tabLst>
            </a:pPr>
            <a:r>
              <a:rPr sz="2800" spc="-10" dirty="0">
                <a:solidFill>
                  <a:srgbClr val="C00000"/>
                </a:solidFill>
                <a:latin typeface="Calibri"/>
                <a:cs typeface="Calibri"/>
              </a:rPr>
              <a:t>Scope</a:t>
            </a:r>
            <a:r>
              <a:rPr sz="2800" dirty="0">
                <a:solidFill>
                  <a:srgbClr val="C00000"/>
                </a:solidFill>
                <a:latin typeface="Calibri"/>
                <a:cs typeface="Calibri"/>
              </a:rPr>
              <a:t>	</a:t>
            </a:r>
            <a:r>
              <a:rPr sz="2800" spc="-10" dirty="0">
                <a:solidFill>
                  <a:srgbClr val="C00000"/>
                </a:solidFill>
                <a:latin typeface="Calibri"/>
                <a:cs typeface="Calibri"/>
              </a:rPr>
              <a:t>creep</a:t>
            </a:r>
            <a:r>
              <a:rPr sz="2800" dirty="0">
                <a:solidFill>
                  <a:srgbClr val="C00000"/>
                </a:solidFill>
                <a:latin typeface="Calibri"/>
                <a:cs typeface="Calibri"/>
              </a:rPr>
              <a:t>	</a:t>
            </a:r>
            <a:r>
              <a:rPr sz="2800" spc="-10" dirty="0">
                <a:solidFill>
                  <a:srgbClr val="C00000"/>
                </a:solidFill>
                <a:latin typeface="Calibri"/>
                <a:cs typeface="Calibri"/>
              </a:rPr>
              <a:t>affects</a:t>
            </a:r>
            <a:r>
              <a:rPr sz="2800" dirty="0">
                <a:solidFill>
                  <a:srgbClr val="C00000"/>
                </a:solidFill>
                <a:latin typeface="Calibri"/>
                <a:cs typeface="Calibri"/>
              </a:rPr>
              <a:t>	</a:t>
            </a:r>
            <a:r>
              <a:rPr sz="2800" spc="-25" dirty="0">
                <a:solidFill>
                  <a:srgbClr val="C00000"/>
                </a:solidFill>
                <a:latin typeface="Calibri"/>
                <a:cs typeface="Calibri"/>
              </a:rPr>
              <a:t>the</a:t>
            </a:r>
            <a:r>
              <a:rPr sz="2800" dirty="0">
                <a:solidFill>
                  <a:srgbClr val="C00000"/>
                </a:solidFill>
                <a:latin typeface="Calibri"/>
                <a:cs typeface="Calibri"/>
              </a:rPr>
              <a:t>	</a:t>
            </a:r>
            <a:r>
              <a:rPr sz="2800" spc="-10" dirty="0">
                <a:solidFill>
                  <a:srgbClr val="C00000"/>
                </a:solidFill>
                <a:latin typeface="Calibri"/>
                <a:cs typeface="Calibri"/>
              </a:rPr>
              <a:t>organization,</a:t>
            </a:r>
            <a:r>
              <a:rPr sz="2800" dirty="0">
                <a:solidFill>
                  <a:srgbClr val="C00000"/>
                </a:solidFill>
                <a:latin typeface="Calibri"/>
                <a:cs typeface="Calibri"/>
              </a:rPr>
              <a:t>	</a:t>
            </a:r>
            <a:r>
              <a:rPr sz="2800" spc="-10" dirty="0">
                <a:solidFill>
                  <a:srgbClr val="C00000"/>
                </a:solidFill>
                <a:latin typeface="Calibri"/>
                <a:cs typeface="Calibri"/>
              </a:rPr>
              <a:t>project</a:t>
            </a:r>
            <a:r>
              <a:rPr sz="2800" dirty="0">
                <a:solidFill>
                  <a:srgbClr val="C00000"/>
                </a:solidFill>
                <a:latin typeface="Calibri"/>
                <a:cs typeface="Calibri"/>
              </a:rPr>
              <a:t>	</a:t>
            </a:r>
            <a:r>
              <a:rPr sz="2800" spc="-10" dirty="0">
                <a:solidFill>
                  <a:srgbClr val="C00000"/>
                </a:solidFill>
                <a:latin typeface="Calibri"/>
                <a:cs typeface="Calibri"/>
              </a:rPr>
              <a:t>team,</a:t>
            </a:r>
            <a:r>
              <a:rPr sz="2800" dirty="0">
                <a:solidFill>
                  <a:srgbClr val="C00000"/>
                </a:solidFill>
                <a:latin typeface="Calibri"/>
                <a:cs typeface="Calibri"/>
              </a:rPr>
              <a:t>	</a:t>
            </a:r>
            <a:r>
              <a:rPr sz="2800" spc="-25" dirty="0">
                <a:solidFill>
                  <a:srgbClr val="C00000"/>
                </a:solidFill>
                <a:latin typeface="Calibri"/>
                <a:cs typeface="Calibri"/>
              </a:rPr>
              <a:t>and</a:t>
            </a:r>
            <a:r>
              <a:rPr sz="2800" dirty="0">
                <a:solidFill>
                  <a:srgbClr val="C00000"/>
                </a:solidFill>
                <a:latin typeface="Calibri"/>
                <a:cs typeface="Calibri"/>
              </a:rPr>
              <a:t>	</a:t>
            </a:r>
            <a:r>
              <a:rPr sz="2800" spc="-20" dirty="0">
                <a:solidFill>
                  <a:srgbClr val="C00000"/>
                </a:solidFill>
                <a:latin typeface="Calibri"/>
                <a:cs typeface="Calibri"/>
              </a:rPr>
              <a:t>project </a:t>
            </a:r>
            <a:r>
              <a:rPr sz="2800" spc="-10" dirty="0">
                <a:solidFill>
                  <a:srgbClr val="C00000"/>
                </a:solidFill>
                <a:latin typeface="Calibri"/>
                <a:cs typeface="Calibri"/>
              </a:rPr>
              <a:t>suppliers.</a:t>
            </a:r>
            <a:endParaRPr sz="2800" dirty="0">
              <a:latin typeface="Calibri"/>
              <a:cs typeface="Calibri"/>
            </a:endParaRPr>
          </a:p>
        </p:txBody>
      </p:sp>
      <p:pic>
        <p:nvPicPr>
          <p:cNvPr id="6" name="Picture 5">
            <a:extLst>
              <a:ext uri="{FF2B5EF4-FFF2-40B4-BE49-F238E27FC236}">
                <a16:creationId xmlns:a16="http://schemas.microsoft.com/office/drawing/2014/main" id="{02D91906-2286-2C79-066C-C6F1F787EF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1"/>
            <a:ext cx="16002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190414" rIns="0" bIns="0" rtlCol="0">
            <a:spAutoFit/>
          </a:bodyPr>
          <a:lstStyle/>
          <a:p>
            <a:pPr marL="240665" indent="-227965">
              <a:lnSpc>
                <a:spcPct val="100000"/>
              </a:lnSpc>
              <a:spcBef>
                <a:spcPts val="370"/>
              </a:spcBef>
              <a:buFont typeface="Arial MT"/>
              <a:buChar char="•"/>
              <a:tabLst>
                <a:tab pos="240665" algn="l"/>
              </a:tabLst>
            </a:pPr>
            <a:r>
              <a:rPr sz="2800" dirty="0"/>
              <a:t>The</a:t>
            </a:r>
            <a:r>
              <a:rPr sz="2800" spc="-75" dirty="0"/>
              <a:t> </a:t>
            </a:r>
            <a:r>
              <a:rPr sz="2800" dirty="0"/>
              <a:t>best</a:t>
            </a:r>
            <a:r>
              <a:rPr sz="2800" spc="-65" dirty="0"/>
              <a:t> </a:t>
            </a:r>
            <a:r>
              <a:rPr sz="2800" dirty="0"/>
              <a:t>defense</a:t>
            </a:r>
            <a:r>
              <a:rPr sz="2800" spc="-75" dirty="0"/>
              <a:t> </a:t>
            </a:r>
            <a:r>
              <a:rPr sz="2800" dirty="0"/>
              <a:t>against</a:t>
            </a:r>
            <a:r>
              <a:rPr sz="2800" spc="-65" dirty="0"/>
              <a:t> </a:t>
            </a:r>
            <a:r>
              <a:rPr sz="2800" dirty="0"/>
              <a:t>scope</a:t>
            </a:r>
            <a:r>
              <a:rPr sz="2800" spc="-70" dirty="0"/>
              <a:t> </a:t>
            </a:r>
            <a:r>
              <a:rPr sz="2800" dirty="0"/>
              <a:t>creep</a:t>
            </a:r>
            <a:r>
              <a:rPr sz="2800" spc="-60" dirty="0"/>
              <a:t> </a:t>
            </a:r>
            <a:r>
              <a:rPr sz="2800" dirty="0"/>
              <a:t>is</a:t>
            </a:r>
            <a:r>
              <a:rPr sz="2800" spc="-60" dirty="0"/>
              <a:t> </a:t>
            </a:r>
            <a:r>
              <a:rPr sz="2800" spc="-10" dirty="0"/>
              <a:t>either:</a:t>
            </a:r>
            <a:endParaRPr sz="2800" dirty="0"/>
          </a:p>
          <a:p>
            <a:pPr marL="698500" marR="5080" lvl="1" indent="-241935">
              <a:lnSpc>
                <a:spcPts val="2590"/>
              </a:lnSpc>
              <a:spcBef>
                <a:spcPts val="560"/>
              </a:spcBef>
              <a:buSzPct val="95833"/>
              <a:buFont typeface="Wingdings"/>
              <a:buChar char=""/>
              <a:tabLst>
                <a:tab pos="698500" algn="l"/>
                <a:tab pos="712470" algn="l"/>
              </a:tabLst>
            </a:pPr>
            <a:r>
              <a:rPr sz="2400" dirty="0">
                <a:latin typeface="Calibri"/>
                <a:cs typeface="Calibri"/>
              </a:rPr>
              <a:t>A</a:t>
            </a:r>
            <a:r>
              <a:rPr sz="2400" spc="30" dirty="0">
                <a:latin typeface="Calibri"/>
                <a:cs typeface="Calibri"/>
              </a:rPr>
              <a:t> </a:t>
            </a:r>
            <a:r>
              <a:rPr sz="2400" spc="-20" dirty="0">
                <a:latin typeface="Calibri"/>
                <a:cs typeface="Calibri"/>
              </a:rPr>
              <a:t>well-</a:t>
            </a:r>
            <a:r>
              <a:rPr sz="2400" dirty="0">
                <a:latin typeface="Calibri"/>
                <a:cs typeface="Calibri"/>
              </a:rPr>
              <a:t>defined</a:t>
            </a:r>
            <a:r>
              <a:rPr sz="2400" spc="30" dirty="0">
                <a:latin typeface="Calibri"/>
                <a:cs typeface="Calibri"/>
              </a:rPr>
              <a:t> </a:t>
            </a:r>
            <a:r>
              <a:rPr sz="2400" dirty="0">
                <a:latin typeface="Calibri"/>
                <a:cs typeface="Calibri"/>
              </a:rPr>
              <a:t>scope</a:t>
            </a:r>
            <a:r>
              <a:rPr sz="2400" spc="40" dirty="0">
                <a:latin typeface="Calibri"/>
                <a:cs typeface="Calibri"/>
              </a:rPr>
              <a:t> </a:t>
            </a:r>
            <a:r>
              <a:rPr sz="2400" dirty="0">
                <a:latin typeface="Calibri"/>
                <a:cs typeface="Calibri"/>
              </a:rPr>
              <a:t>statement.</a:t>
            </a:r>
            <a:r>
              <a:rPr sz="2400" spc="25" dirty="0">
                <a:latin typeface="Calibri"/>
                <a:cs typeface="Calibri"/>
              </a:rPr>
              <a:t> </a:t>
            </a:r>
            <a:r>
              <a:rPr sz="2400" dirty="0">
                <a:latin typeface="Calibri"/>
                <a:cs typeface="Calibri"/>
              </a:rPr>
              <a:t>Poor</a:t>
            </a:r>
            <a:r>
              <a:rPr sz="2400" spc="35" dirty="0">
                <a:latin typeface="Calibri"/>
                <a:cs typeface="Calibri"/>
              </a:rPr>
              <a:t> </a:t>
            </a:r>
            <a:r>
              <a:rPr sz="2400" dirty="0">
                <a:latin typeface="Calibri"/>
                <a:cs typeface="Calibri"/>
              </a:rPr>
              <a:t>scope</a:t>
            </a:r>
            <a:r>
              <a:rPr sz="2400" spc="40" dirty="0">
                <a:latin typeface="Calibri"/>
                <a:cs typeface="Calibri"/>
              </a:rPr>
              <a:t> </a:t>
            </a:r>
            <a:r>
              <a:rPr sz="2400" dirty="0">
                <a:latin typeface="Calibri"/>
                <a:cs typeface="Calibri"/>
              </a:rPr>
              <a:t>statements</a:t>
            </a:r>
            <a:r>
              <a:rPr sz="2400" spc="30" dirty="0">
                <a:latin typeface="Calibri"/>
                <a:cs typeface="Calibri"/>
              </a:rPr>
              <a:t> </a:t>
            </a:r>
            <a:r>
              <a:rPr sz="2400" dirty="0">
                <a:latin typeface="Calibri"/>
                <a:cs typeface="Calibri"/>
              </a:rPr>
              <a:t>are</a:t>
            </a:r>
            <a:r>
              <a:rPr sz="2400" spc="35" dirty="0">
                <a:latin typeface="Calibri"/>
                <a:cs typeface="Calibri"/>
              </a:rPr>
              <a:t> </a:t>
            </a:r>
            <a:r>
              <a:rPr sz="2400" dirty="0">
                <a:latin typeface="Calibri"/>
                <a:cs typeface="Calibri"/>
              </a:rPr>
              <a:t>one</a:t>
            </a:r>
            <a:r>
              <a:rPr sz="2400" spc="40" dirty="0">
                <a:latin typeface="Calibri"/>
                <a:cs typeface="Calibri"/>
              </a:rPr>
              <a:t> </a:t>
            </a:r>
            <a:r>
              <a:rPr sz="2400" dirty="0">
                <a:latin typeface="Calibri"/>
                <a:cs typeface="Calibri"/>
              </a:rPr>
              <a:t>of</a:t>
            </a:r>
            <a:r>
              <a:rPr sz="2400" spc="35" dirty="0">
                <a:latin typeface="Calibri"/>
                <a:cs typeface="Calibri"/>
              </a:rPr>
              <a:t> </a:t>
            </a:r>
            <a:r>
              <a:rPr sz="2400" dirty="0">
                <a:latin typeface="Calibri"/>
                <a:cs typeface="Calibri"/>
              </a:rPr>
              <a:t>the</a:t>
            </a:r>
            <a:r>
              <a:rPr sz="2400" spc="35" dirty="0">
                <a:latin typeface="Calibri"/>
                <a:cs typeface="Calibri"/>
              </a:rPr>
              <a:t> </a:t>
            </a:r>
            <a:r>
              <a:rPr sz="2400" spc="-10" dirty="0">
                <a:latin typeface="Calibri"/>
                <a:cs typeface="Calibri"/>
              </a:rPr>
              <a:t>major </a:t>
            </a:r>
            <a:r>
              <a:rPr sz="2400" dirty="0">
                <a:latin typeface="Calibri"/>
                <a:cs typeface="Calibri"/>
              </a:rPr>
              <a:t>causes</a:t>
            </a:r>
            <a:r>
              <a:rPr sz="2400" spc="-55" dirty="0">
                <a:latin typeface="Calibri"/>
                <a:cs typeface="Calibri"/>
              </a:rPr>
              <a:t> </a:t>
            </a:r>
            <a:r>
              <a:rPr sz="2400" dirty="0">
                <a:latin typeface="Calibri"/>
                <a:cs typeface="Calibri"/>
              </a:rPr>
              <a:t>of</a:t>
            </a:r>
            <a:r>
              <a:rPr sz="2400" spc="-50" dirty="0">
                <a:latin typeface="Calibri"/>
                <a:cs typeface="Calibri"/>
              </a:rPr>
              <a:t> </a:t>
            </a:r>
            <a:r>
              <a:rPr sz="2400" dirty="0">
                <a:latin typeface="Calibri"/>
                <a:cs typeface="Calibri"/>
              </a:rPr>
              <a:t>scope</a:t>
            </a:r>
            <a:r>
              <a:rPr sz="2400" spc="-45" dirty="0">
                <a:latin typeface="Calibri"/>
                <a:cs typeface="Calibri"/>
              </a:rPr>
              <a:t> </a:t>
            </a:r>
            <a:r>
              <a:rPr sz="2400" spc="-10" dirty="0">
                <a:latin typeface="Calibri"/>
                <a:cs typeface="Calibri"/>
              </a:rPr>
              <a:t>creep.</a:t>
            </a:r>
            <a:endParaRPr sz="2400" dirty="0">
              <a:latin typeface="Calibri"/>
              <a:cs typeface="Calibri"/>
            </a:endParaRPr>
          </a:p>
          <a:p>
            <a:pPr marL="712470" lvl="1" indent="-255904">
              <a:lnSpc>
                <a:spcPct val="100000"/>
              </a:lnSpc>
              <a:spcBef>
                <a:spcPts val="204"/>
              </a:spcBef>
              <a:buSzPct val="95833"/>
              <a:buFont typeface="Wingdings"/>
              <a:buChar char=""/>
              <a:tabLst>
                <a:tab pos="712470" algn="l"/>
              </a:tabLst>
            </a:pPr>
            <a:r>
              <a:rPr sz="2400" dirty="0">
                <a:latin typeface="Calibri"/>
                <a:cs typeface="Calibri"/>
              </a:rPr>
              <a:t>Stating</a:t>
            </a:r>
            <a:r>
              <a:rPr sz="2400" spc="-70" dirty="0">
                <a:latin typeface="Calibri"/>
                <a:cs typeface="Calibri"/>
              </a:rPr>
              <a:t> </a:t>
            </a:r>
            <a:r>
              <a:rPr sz="2400" dirty="0">
                <a:latin typeface="Calibri"/>
                <a:cs typeface="Calibri"/>
              </a:rPr>
              <a:t>what</a:t>
            </a:r>
            <a:r>
              <a:rPr sz="2400" spc="-60"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project</a:t>
            </a:r>
            <a:r>
              <a:rPr sz="2400" spc="-65" dirty="0">
                <a:latin typeface="Calibri"/>
                <a:cs typeface="Calibri"/>
              </a:rPr>
              <a:t> </a:t>
            </a:r>
            <a:r>
              <a:rPr sz="2400" dirty="0">
                <a:latin typeface="Calibri"/>
                <a:cs typeface="Calibri"/>
              </a:rPr>
              <a:t>is</a:t>
            </a:r>
            <a:r>
              <a:rPr sz="2400" spc="-60" dirty="0">
                <a:latin typeface="Calibri"/>
                <a:cs typeface="Calibri"/>
              </a:rPr>
              <a:t> </a:t>
            </a:r>
            <a:r>
              <a:rPr sz="2400" dirty="0">
                <a:latin typeface="Calibri"/>
                <a:cs typeface="Calibri"/>
              </a:rPr>
              <a:t>not,</a:t>
            </a:r>
            <a:r>
              <a:rPr sz="2400" spc="-60" dirty="0">
                <a:latin typeface="Calibri"/>
                <a:cs typeface="Calibri"/>
              </a:rPr>
              <a:t> </a:t>
            </a:r>
            <a:r>
              <a:rPr sz="2400" dirty="0">
                <a:latin typeface="Calibri"/>
                <a:cs typeface="Calibri"/>
              </a:rPr>
              <a:t>which</a:t>
            </a:r>
            <a:r>
              <a:rPr sz="2400" spc="-55" dirty="0">
                <a:latin typeface="Calibri"/>
                <a:cs typeface="Calibri"/>
              </a:rPr>
              <a:t> </a:t>
            </a:r>
            <a:r>
              <a:rPr sz="2400" dirty="0">
                <a:latin typeface="Calibri"/>
                <a:cs typeface="Calibri"/>
              </a:rPr>
              <a:t>can</a:t>
            </a:r>
            <a:r>
              <a:rPr sz="2400" spc="-55" dirty="0">
                <a:latin typeface="Calibri"/>
                <a:cs typeface="Calibri"/>
              </a:rPr>
              <a:t> </a:t>
            </a:r>
            <a:r>
              <a:rPr sz="2400" dirty="0">
                <a:latin typeface="Calibri"/>
                <a:cs typeface="Calibri"/>
              </a:rPr>
              <a:t>avoid</a:t>
            </a:r>
            <a:r>
              <a:rPr sz="2400" spc="-60" dirty="0">
                <a:latin typeface="Calibri"/>
                <a:cs typeface="Calibri"/>
              </a:rPr>
              <a:t> </a:t>
            </a:r>
            <a:r>
              <a:rPr sz="2400" spc="-10" dirty="0">
                <a:latin typeface="Calibri"/>
                <a:cs typeface="Calibri"/>
              </a:rPr>
              <a:t>misinterpretations</a:t>
            </a:r>
            <a:r>
              <a:rPr sz="2400" spc="-60" dirty="0">
                <a:latin typeface="Calibri"/>
                <a:cs typeface="Calibri"/>
              </a:rPr>
              <a:t> </a:t>
            </a:r>
            <a:r>
              <a:rPr sz="2400" spc="-10" dirty="0">
                <a:latin typeface="Calibri"/>
                <a:cs typeface="Calibri"/>
              </a:rPr>
              <a:t>later.</a:t>
            </a:r>
            <a:endParaRPr sz="2400" dirty="0">
              <a:latin typeface="Calibri"/>
              <a:cs typeface="Calibri"/>
            </a:endParaRPr>
          </a:p>
          <a:p>
            <a:pPr lvl="1">
              <a:lnSpc>
                <a:spcPct val="100000"/>
              </a:lnSpc>
              <a:spcBef>
                <a:spcPts val="1685"/>
              </a:spcBef>
              <a:buFont typeface="Wingdings"/>
              <a:buChar char=""/>
            </a:pPr>
            <a:endParaRPr sz="2400" dirty="0">
              <a:latin typeface="Calibri"/>
              <a:cs typeface="Calibri"/>
            </a:endParaRPr>
          </a:p>
          <a:p>
            <a:pPr marL="240665" indent="-227965">
              <a:lnSpc>
                <a:spcPct val="100000"/>
              </a:lnSpc>
              <a:buFont typeface="Arial MT"/>
              <a:buChar char="•"/>
              <a:tabLst>
                <a:tab pos="240665" algn="l"/>
              </a:tabLst>
            </a:pPr>
            <a:r>
              <a:rPr sz="2800" dirty="0">
                <a:solidFill>
                  <a:srgbClr val="C00000"/>
                </a:solidFill>
              </a:rPr>
              <a:t>Scope</a:t>
            </a:r>
            <a:r>
              <a:rPr sz="2800" spc="-60" dirty="0">
                <a:solidFill>
                  <a:srgbClr val="C00000"/>
                </a:solidFill>
              </a:rPr>
              <a:t> </a:t>
            </a:r>
            <a:r>
              <a:rPr sz="2800" dirty="0">
                <a:solidFill>
                  <a:srgbClr val="C00000"/>
                </a:solidFill>
              </a:rPr>
              <a:t>changes</a:t>
            </a:r>
            <a:r>
              <a:rPr sz="2800" spc="-50" dirty="0">
                <a:solidFill>
                  <a:srgbClr val="C00000"/>
                </a:solidFill>
              </a:rPr>
              <a:t> </a:t>
            </a:r>
            <a:r>
              <a:rPr sz="2800" dirty="0">
                <a:solidFill>
                  <a:srgbClr val="C00000"/>
                </a:solidFill>
              </a:rPr>
              <a:t>are</a:t>
            </a:r>
            <a:r>
              <a:rPr sz="2800" spc="-60" dirty="0">
                <a:solidFill>
                  <a:srgbClr val="C00000"/>
                </a:solidFill>
              </a:rPr>
              <a:t> </a:t>
            </a:r>
            <a:r>
              <a:rPr sz="2800" b="1" u="heavy" dirty="0">
                <a:solidFill>
                  <a:srgbClr val="C00000"/>
                </a:solidFill>
                <a:uFill>
                  <a:solidFill>
                    <a:srgbClr val="C00000"/>
                  </a:solidFill>
                </a:uFill>
                <a:latin typeface="Calibri"/>
                <a:cs typeface="Calibri"/>
              </a:rPr>
              <a:t>allowed</a:t>
            </a:r>
            <a:r>
              <a:rPr sz="2800" b="1" u="heavy" spc="-55" dirty="0">
                <a:solidFill>
                  <a:srgbClr val="C00000"/>
                </a:solidFill>
                <a:uFill>
                  <a:solidFill>
                    <a:srgbClr val="C00000"/>
                  </a:solidFill>
                </a:uFill>
                <a:latin typeface="Calibri"/>
                <a:cs typeface="Calibri"/>
              </a:rPr>
              <a:t> </a:t>
            </a:r>
            <a:r>
              <a:rPr sz="2800" b="1" u="heavy" dirty="0">
                <a:solidFill>
                  <a:srgbClr val="C00000"/>
                </a:solidFill>
                <a:uFill>
                  <a:solidFill>
                    <a:srgbClr val="C00000"/>
                  </a:solidFill>
                </a:uFill>
                <a:latin typeface="Calibri"/>
                <a:cs typeface="Calibri"/>
              </a:rPr>
              <a:t>only</a:t>
            </a:r>
            <a:r>
              <a:rPr sz="2800" b="1" u="heavy" spc="-85" dirty="0">
                <a:solidFill>
                  <a:srgbClr val="C00000"/>
                </a:solidFill>
                <a:uFill>
                  <a:solidFill>
                    <a:srgbClr val="C00000"/>
                  </a:solidFill>
                </a:uFill>
                <a:latin typeface="Calibri"/>
                <a:cs typeface="Calibri"/>
              </a:rPr>
              <a:t> </a:t>
            </a:r>
            <a:r>
              <a:rPr sz="2800" dirty="0">
                <a:solidFill>
                  <a:srgbClr val="C00000"/>
                </a:solidFill>
              </a:rPr>
              <a:t>if</a:t>
            </a:r>
            <a:r>
              <a:rPr sz="2800" spc="-60" dirty="0">
                <a:solidFill>
                  <a:srgbClr val="C00000"/>
                </a:solidFill>
              </a:rPr>
              <a:t> </a:t>
            </a:r>
            <a:r>
              <a:rPr sz="2800" spc="-50" dirty="0">
                <a:solidFill>
                  <a:srgbClr val="C00000"/>
                </a:solidFill>
              </a:rPr>
              <a:t>:</a:t>
            </a:r>
            <a:endParaRPr sz="2800" dirty="0">
              <a:latin typeface="Calibri"/>
              <a:cs typeface="Calibri"/>
            </a:endParaRPr>
          </a:p>
          <a:p>
            <a:pPr marL="780415" lvl="1" indent="-310515">
              <a:lnSpc>
                <a:spcPct val="100000"/>
              </a:lnSpc>
              <a:spcBef>
                <a:spcPts val="229"/>
              </a:spcBef>
              <a:buFont typeface="Wingdings"/>
              <a:buChar char=""/>
              <a:tabLst>
                <a:tab pos="780415" algn="l"/>
              </a:tabLst>
            </a:pPr>
            <a:r>
              <a:rPr sz="2400" dirty="0">
                <a:solidFill>
                  <a:srgbClr val="C00000"/>
                </a:solidFill>
                <a:latin typeface="Calibri"/>
                <a:cs typeface="Calibri"/>
              </a:rPr>
              <a:t>It</a:t>
            </a:r>
            <a:r>
              <a:rPr sz="2400" spc="-45" dirty="0">
                <a:solidFill>
                  <a:srgbClr val="C00000"/>
                </a:solidFill>
                <a:latin typeface="Calibri"/>
                <a:cs typeface="Calibri"/>
              </a:rPr>
              <a:t> </a:t>
            </a:r>
            <a:r>
              <a:rPr sz="2400" dirty="0">
                <a:solidFill>
                  <a:srgbClr val="C00000"/>
                </a:solidFill>
                <a:latin typeface="Calibri"/>
                <a:cs typeface="Calibri"/>
              </a:rPr>
              <a:t>is</a:t>
            </a:r>
            <a:r>
              <a:rPr sz="2400" spc="-45" dirty="0">
                <a:solidFill>
                  <a:srgbClr val="C00000"/>
                </a:solidFill>
                <a:latin typeface="Calibri"/>
                <a:cs typeface="Calibri"/>
              </a:rPr>
              <a:t> </a:t>
            </a:r>
            <a:r>
              <a:rPr sz="2400" dirty="0">
                <a:solidFill>
                  <a:srgbClr val="C00000"/>
                </a:solidFill>
                <a:latin typeface="Calibri"/>
                <a:cs typeface="Calibri"/>
              </a:rPr>
              <a:t>clear</a:t>
            </a:r>
            <a:r>
              <a:rPr sz="2400" spc="-40" dirty="0">
                <a:solidFill>
                  <a:srgbClr val="C00000"/>
                </a:solidFill>
                <a:latin typeface="Calibri"/>
                <a:cs typeface="Calibri"/>
              </a:rPr>
              <a:t> </a:t>
            </a:r>
            <a:r>
              <a:rPr sz="2400" dirty="0">
                <a:solidFill>
                  <a:srgbClr val="C00000"/>
                </a:solidFill>
                <a:latin typeface="Calibri"/>
                <a:cs typeface="Calibri"/>
              </a:rPr>
              <a:t>that</a:t>
            </a:r>
            <a:r>
              <a:rPr sz="2400" spc="-45" dirty="0">
                <a:solidFill>
                  <a:srgbClr val="C00000"/>
                </a:solidFill>
                <a:latin typeface="Calibri"/>
                <a:cs typeface="Calibri"/>
              </a:rPr>
              <a:t> </a:t>
            </a:r>
            <a:r>
              <a:rPr sz="2400" dirty="0">
                <a:solidFill>
                  <a:srgbClr val="C00000"/>
                </a:solidFill>
                <a:latin typeface="Calibri"/>
                <a:cs typeface="Calibri"/>
              </a:rPr>
              <a:t>the</a:t>
            </a:r>
            <a:r>
              <a:rPr sz="2400" spc="-35" dirty="0">
                <a:solidFill>
                  <a:srgbClr val="C00000"/>
                </a:solidFill>
                <a:latin typeface="Calibri"/>
                <a:cs typeface="Calibri"/>
              </a:rPr>
              <a:t> </a:t>
            </a:r>
            <a:r>
              <a:rPr sz="2400" dirty="0">
                <a:solidFill>
                  <a:srgbClr val="C00000"/>
                </a:solidFill>
                <a:latin typeface="Calibri"/>
                <a:cs typeface="Calibri"/>
              </a:rPr>
              <a:t>project</a:t>
            </a:r>
            <a:r>
              <a:rPr sz="2400" spc="-45" dirty="0">
                <a:solidFill>
                  <a:srgbClr val="C00000"/>
                </a:solidFill>
                <a:latin typeface="Calibri"/>
                <a:cs typeface="Calibri"/>
              </a:rPr>
              <a:t> </a:t>
            </a:r>
            <a:r>
              <a:rPr sz="2400" dirty="0">
                <a:solidFill>
                  <a:srgbClr val="C00000"/>
                </a:solidFill>
                <a:latin typeface="Calibri"/>
                <a:cs typeface="Calibri"/>
              </a:rPr>
              <a:t>will</a:t>
            </a:r>
            <a:r>
              <a:rPr sz="2400" spc="-45" dirty="0">
                <a:solidFill>
                  <a:srgbClr val="C00000"/>
                </a:solidFill>
                <a:latin typeface="Calibri"/>
                <a:cs typeface="Calibri"/>
              </a:rPr>
              <a:t> </a:t>
            </a:r>
            <a:r>
              <a:rPr sz="2400" dirty="0">
                <a:solidFill>
                  <a:srgbClr val="C00000"/>
                </a:solidFill>
                <a:latin typeface="Calibri"/>
                <a:cs typeface="Calibri"/>
              </a:rPr>
              <a:t>fail</a:t>
            </a:r>
            <a:r>
              <a:rPr sz="2400" spc="-45" dirty="0">
                <a:solidFill>
                  <a:srgbClr val="C00000"/>
                </a:solidFill>
                <a:latin typeface="Calibri"/>
                <a:cs typeface="Calibri"/>
              </a:rPr>
              <a:t> </a:t>
            </a:r>
            <a:r>
              <a:rPr sz="2400" dirty="0">
                <a:solidFill>
                  <a:srgbClr val="C00000"/>
                </a:solidFill>
                <a:latin typeface="Calibri"/>
                <a:cs typeface="Calibri"/>
              </a:rPr>
              <a:t>without</a:t>
            </a:r>
            <a:r>
              <a:rPr sz="2400" spc="-45" dirty="0">
                <a:solidFill>
                  <a:srgbClr val="C00000"/>
                </a:solidFill>
                <a:latin typeface="Calibri"/>
                <a:cs typeface="Calibri"/>
              </a:rPr>
              <a:t> </a:t>
            </a:r>
            <a:r>
              <a:rPr sz="2400" dirty="0">
                <a:solidFill>
                  <a:srgbClr val="C00000"/>
                </a:solidFill>
                <a:latin typeface="Calibri"/>
                <a:cs typeface="Calibri"/>
              </a:rPr>
              <a:t>the</a:t>
            </a:r>
            <a:r>
              <a:rPr sz="2400" spc="-35" dirty="0">
                <a:solidFill>
                  <a:srgbClr val="C00000"/>
                </a:solidFill>
                <a:latin typeface="Calibri"/>
                <a:cs typeface="Calibri"/>
              </a:rPr>
              <a:t> </a:t>
            </a:r>
            <a:r>
              <a:rPr sz="2400" spc="-10" dirty="0">
                <a:solidFill>
                  <a:srgbClr val="C00000"/>
                </a:solidFill>
                <a:latin typeface="Calibri"/>
                <a:cs typeface="Calibri"/>
              </a:rPr>
              <a:t>change</a:t>
            </a:r>
            <a:endParaRPr sz="2400" dirty="0">
              <a:latin typeface="Calibri"/>
              <a:cs typeface="Calibri"/>
            </a:endParaRPr>
          </a:p>
          <a:p>
            <a:pPr marL="780415" lvl="1" indent="-310515">
              <a:lnSpc>
                <a:spcPct val="100000"/>
              </a:lnSpc>
              <a:spcBef>
                <a:spcPts val="215"/>
              </a:spcBef>
              <a:buFont typeface="Wingdings"/>
              <a:buChar char=""/>
              <a:tabLst>
                <a:tab pos="780415" algn="l"/>
              </a:tabLst>
            </a:pPr>
            <a:r>
              <a:rPr sz="2400" dirty="0">
                <a:solidFill>
                  <a:srgbClr val="C00000"/>
                </a:solidFill>
                <a:latin typeface="Calibri"/>
                <a:cs typeface="Calibri"/>
              </a:rPr>
              <a:t>The</a:t>
            </a:r>
            <a:r>
              <a:rPr sz="2400" spc="-45" dirty="0">
                <a:solidFill>
                  <a:srgbClr val="C00000"/>
                </a:solidFill>
                <a:latin typeface="Calibri"/>
                <a:cs typeface="Calibri"/>
              </a:rPr>
              <a:t> </a:t>
            </a:r>
            <a:r>
              <a:rPr sz="2400" dirty="0">
                <a:solidFill>
                  <a:srgbClr val="C00000"/>
                </a:solidFill>
                <a:latin typeface="Calibri"/>
                <a:cs typeface="Calibri"/>
              </a:rPr>
              <a:t>project</a:t>
            </a:r>
            <a:r>
              <a:rPr sz="2400" spc="-45" dirty="0">
                <a:solidFill>
                  <a:srgbClr val="C00000"/>
                </a:solidFill>
                <a:latin typeface="Calibri"/>
                <a:cs typeface="Calibri"/>
              </a:rPr>
              <a:t> </a:t>
            </a:r>
            <a:r>
              <a:rPr sz="2400" dirty="0">
                <a:solidFill>
                  <a:srgbClr val="C00000"/>
                </a:solidFill>
                <a:latin typeface="Calibri"/>
                <a:cs typeface="Calibri"/>
              </a:rPr>
              <a:t>will</a:t>
            </a:r>
            <a:r>
              <a:rPr sz="2400" spc="-45" dirty="0">
                <a:solidFill>
                  <a:srgbClr val="C00000"/>
                </a:solidFill>
                <a:latin typeface="Calibri"/>
                <a:cs typeface="Calibri"/>
              </a:rPr>
              <a:t> </a:t>
            </a:r>
            <a:r>
              <a:rPr sz="2400" dirty="0">
                <a:solidFill>
                  <a:srgbClr val="C00000"/>
                </a:solidFill>
                <a:latin typeface="Calibri"/>
                <a:cs typeface="Calibri"/>
              </a:rPr>
              <a:t>be</a:t>
            </a:r>
            <a:r>
              <a:rPr sz="2400" spc="-35" dirty="0">
                <a:solidFill>
                  <a:srgbClr val="C00000"/>
                </a:solidFill>
                <a:latin typeface="Calibri"/>
                <a:cs typeface="Calibri"/>
              </a:rPr>
              <a:t> </a:t>
            </a:r>
            <a:r>
              <a:rPr sz="2400" spc="-10" dirty="0">
                <a:solidFill>
                  <a:srgbClr val="C00000"/>
                </a:solidFill>
                <a:latin typeface="Calibri"/>
                <a:cs typeface="Calibri"/>
              </a:rPr>
              <a:t>improved</a:t>
            </a:r>
            <a:r>
              <a:rPr sz="2400" spc="-45" dirty="0">
                <a:solidFill>
                  <a:srgbClr val="C00000"/>
                </a:solidFill>
                <a:latin typeface="Calibri"/>
                <a:cs typeface="Calibri"/>
              </a:rPr>
              <a:t> </a:t>
            </a:r>
            <a:r>
              <a:rPr sz="2400" spc="-10" dirty="0">
                <a:solidFill>
                  <a:srgbClr val="C00000"/>
                </a:solidFill>
                <a:latin typeface="Calibri"/>
                <a:cs typeface="Calibri"/>
              </a:rPr>
              <a:t>significantly</a:t>
            </a:r>
            <a:r>
              <a:rPr sz="2400" spc="-40" dirty="0">
                <a:solidFill>
                  <a:srgbClr val="C00000"/>
                </a:solidFill>
                <a:latin typeface="Calibri"/>
                <a:cs typeface="Calibri"/>
              </a:rPr>
              <a:t> </a:t>
            </a:r>
            <a:r>
              <a:rPr sz="2400" dirty="0">
                <a:solidFill>
                  <a:srgbClr val="C00000"/>
                </a:solidFill>
                <a:latin typeface="Calibri"/>
                <a:cs typeface="Calibri"/>
              </a:rPr>
              <a:t>with</a:t>
            </a:r>
            <a:r>
              <a:rPr sz="2400" spc="-40" dirty="0">
                <a:solidFill>
                  <a:srgbClr val="C00000"/>
                </a:solidFill>
                <a:latin typeface="Calibri"/>
                <a:cs typeface="Calibri"/>
              </a:rPr>
              <a:t> </a:t>
            </a:r>
            <a:r>
              <a:rPr sz="2400" dirty="0">
                <a:solidFill>
                  <a:srgbClr val="C00000"/>
                </a:solidFill>
                <a:latin typeface="Calibri"/>
                <a:cs typeface="Calibri"/>
              </a:rPr>
              <a:t>the</a:t>
            </a:r>
            <a:r>
              <a:rPr sz="2400" spc="-40" dirty="0">
                <a:solidFill>
                  <a:srgbClr val="C00000"/>
                </a:solidFill>
                <a:latin typeface="Calibri"/>
                <a:cs typeface="Calibri"/>
              </a:rPr>
              <a:t> </a:t>
            </a:r>
            <a:r>
              <a:rPr sz="2400" spc="-10" dirty="0">
                <a:solidFill>
                  <a:srgbClr val="C00000"/>
                </a:solidFill>
                <a:latin typeface="Calibri"/>
                <a:cs typeface="Calibri"/>
              </a:rPr>
              <a:t>change</a:t>
            </a:r>
            <a:endParaRPr sz="2400" dirty="0">
              <a:latin typeface="Calibri"/>
              <a:cs typeface="Calibri"/>
            </a:endParaRPr>
          </a:p>
          <a:p>
            <a:pPr marL="780415" lvl="1" indent="-310515">
              <a:lnSpc>
                <a:spcPct val="100000"/>
              </a:lnSpc>
              <a:spcBef>
                <a:spcPts val="219"/>
              </a:spcBef>
              <a:buFont typeface="Wingdings"/>
              <a:buChar char=""/>
              <a:tabLst>
                <a:tab pos="780415" algn="l"/>
              </a:tabLst>
            </a:pPr>
            <a:r>
              <a:rPr sz="2400" dirty="0">
                <a:solidFill>
                  <a:srgbClr val="C00000"/>
                </a:solidFill>
                <a:latin typeface="Calibri"/>
                <a:cs typeface="Calibri"/>
              </a:rPr>
              <a:t>The</a:t>
            </a:r>
            <a:r>
              <a:rPr sz="2400" spc="-60" dirty="0">
                <a:solidFill>
                  <a:srgbClr val="C00000"/>
                </a:solidFill>
                <a:latin typeface="Calibri"/>
                <a:cs typeface="Calibri"/>
              </a:rPr>
              <a:t> </a:t>
            </a:r>
            <a:r>
              <a:rPr sz="2400" dirty="0">
                <a:solidFill>
                  <a:srgbClr val="C00000"/>
                </a:solidFill>
                <a:latin typeface="Calibri"/>
                <a:cs typeface="Calibri"/>
              </a:rPr>
              <a:t>customer</a:t>
            </a:r>
            <a:r>
              <a:rPr sz="2400" spc="-60" dirty="0">
                <a:solidFill>
                  <a:srgbClr val="C00000"/>
                </a:solidFill>
                <a:latin typeface="Calibri"/>
                <a:cs typeface="Calibri"/>
              </a:rPr>
              <a:t> </a:t>
            </a:r>
            <a:r>
              <a:rPr sz="2400" dirty="0">
                <a:solidFill>
                  <a:srgbClr val="C00000"/>
                </a:solidFill>
                <a:latin typeface="Calibri"/>
                <a:cs typeface="Calibri"/>
              </a:rPr>
              <a:t>wants</a:t>
            </a:r>
            <a:r>
              <a:rPr sz="2400" spc="-65" dirty="0">
                <a:solidFill>
                  <a:srgbClr val="C00000"/>
                </a:solidFill>
                <a:latin typeface="Calibri"/>
                <a:cs typeface="Calibri"/>
              </a:rPr>
              <a:t> </a:t>
            </a:r>
            <a:r>
              <a:rPr sz="2400" dirty="0">
                <a:solidFill>
                  <a:srgbClr val="C00000"/>
                </a:solidFill>
                <a:latin typeface="Calibri"/>
                <a:cs typeface="Calibri"/>
              </a:rPr>
              <a:t>it</a:t>
            </a:r>
            <a:r>
              <a:rPr sz="2400" spc="-65" dirty="0">
                <a:solidFill>
                  <a:srgbClr val="C00000"/>
                </a:solidFill>
                <a:latin typeface="Calibri"/>
                <a:cs typeface="Calibri"/>
              </a:rPr>
              <a:t> </a:t>
            </a:r>
            <a:r>
              <a:rPr sz="2400" dirty="0">
                <a:solidFill>
                  <a:srgbClr val="C00000"/>
                </a:solidFill>
                <a:latin typeface="Calibri"/>
                <a:cs typeface="Calibri"/>
              </a:rPr>
              <a:t>and</a:t>
            </a:r>
            <a:r>
              <a:rPr sz="2400" spc="-55" dirty="0">
                <a:solidFill>
                  <a:srgbClr val="C00000"/>
                </a:solidFill>
                <a:latin typeface="Calibri"/>
                <a:cs typeface="Calibri"/>
              </a:rPr>
              <a:t> </a:t>
            </a:r>
            <a:r>
              <a:rPr sz="2400" dirty="0">
                <a:solidFill>
                  <a:srgbClr val="C00000"/>
                </a:solidFill>
                <a:latin typeface="Calibri"/>
                <a:cs typeface="Calibri"/>
              </a:rPr>
              <a:t>will</a:t>
            </a:r>
            <a:r>
              <a:rPr sz="2400" spc="-65" dirty="0">
                <a:solidFill>
                  <a:srgbClr val="C00000"/>
                </a:solidFill>
                <a:latin typeface="Calibri"/>
                <a:cs typeface="Calibri"/>
              </a:rPr>
              <a:t> </a:t>
            </a:r>
            <a:r>
              <a:rPr sz="2400" dirty="0">
                <a:solidFill>
                  <a:srgbClr val="C00000"/>
                </a:solidFill>
                <a:latin typeface="Calibri"/>
                <a:cs typeface="Calibri"/>
              </a:rPr>
              <a:t>pay</a:t>
            </a:r>
            <a:r>
              <a:rPr sz="2400" spc="-60" dirty="0">
                <a:solidFill>
                  <a:srgbClr val="C00000"/>
                </a:solidFill>
                <a:latin typeface="Calibri"/>
                <a:cs typeface="Calibri"/>
              </a:rPr>
              <a:t> </a:t>
            </a:r>
            <a:r>
              <a:rPr sz="2400" dirty="0">
                <a:solidFill>
                  <a:srgbClr val="C00000"/>
                </a:solidFill>
                <a:latin typeface="Calibri"/>
                <a:cs typeface="Calibri"/>
              </a:rPr>
              <a:t>for</a:t>
            </a:r>
            <a:r>
              <a:rPr sz="2400" spc="-60" dirty="0">
                <a:solidFill>
                  <a:srgbClr val="C00000"/>
                </a:solidFill>
                <a:latin typeface="Calibri"/>
                <a:cs typeface="Calibri"/>
              </a:rPr>
              <a:t> </a:t>
            </a:r>
            <a:r>
              <a:rPr sz="2400" spc="-25" dirty="0">
                <a:solidFill>
                  <a:srgbClr val="C00000"/>
                </a:solidFill>
                <a:latin typeface="Calibri"/>
                <a:cs typeface="Calibri"/>
              </a:rPr>
              <a:t>it.</a:t>
            </a:r>
            <a:endParaRPr sz="24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8</a:t>
            </a:fld>
            <a:endParaRPr spc="-50"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0" dirty="0"/>
              <a:t>Scope</a:t>
            </a:r>
            <a:r>
              <a:rPr spc="120" dirty="0"/>
              <a:t> </a:t>
            </a:r>
            <a:r>
              <a:rPr spc="95" dirty="0"/>
              <a:t>Creep</a:t>
            </a:r>
            <a:r>
              <a:rPr spc="114" dirty="0"/>
              <a:t> </a:t>
            </a:r>
            <a:r>
              <a:rPr sz="1950" spc="-10" dirty="0"/>
              <a:t>(2/2)</a:t>
            </a:r>
            <a:endParaRPr sz="19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5"/>
          <p:cNvSpPr txBox="1">
            <a:spLocks noGrp="1"/>
          </p:cNvSpPr>
          <p:nvPr>
            <p:ph type="sldNum" sz="quarter" idx="7"/>
          </p:nvPr>
        </p:nvSpPr>
        <p:spPr>
          <a:xfrm>
            <a:off x="13118081" y="5834651"/>
            <a:ext cx="221876" cy="127991"/>
          </a:xfrm>
          <a:prstGeom prst="rect">
            <a:avLst/>
          </a:prstGeom>
        </p:spPr>
        <p:txBody>
          <a:bodyPr vert="horz" wrap="square" lIns="0" tIns="16136" rIns="0" bIns="0" rtlCol="0">
            <a:spAutoFit/>
          </a:bodyPr>
          <a:lstStyle/>
          <a:p>
            <a:pPr marL="11527">
              <a:spcBef>
                <a:spcPts val="127"/>
              </a:spcBef>
            </a:pPr>
            <a:fld id="{81D60167-4931-47E6-BA6A-407CBD079E47}" type="slidenum">
              <a:rPr sz="726" spc="-23" dirty="0"/>
              <a:pPr marL="11527">
                <a:spcBef>
                  <a:spcPts val="127"/>
                </a:spcBef>
              </a:pPr>
              <a:t>9</a:t>
            </a:fld>
            <a:endParaRPr sz="726"/>
          </a:p>
        </p:txBody>
      </p:sp>
      <p:sp>
        <p:nvSpPr>
          <p:cNvPr id="9" name="object 9"/>
          <p:cNvSpPr txBox="1">
            <a:spLocks noGrp="1"/>
          </p:cNvSpPr>
          <p:nvPr>
            <p:ph type="title"/>
          </p:nvPr>
        </p:nvSpPr>
        <p:spPr>
          <a:xfrm>
            <a:off x="2075713" y="558929"/>
            <a:ext cx="7967959" cy="549931"/>
          </a:xfrm>
          <a:prstGeom prst="rect">
            <a:avLst/>
          </a:prstGeom>
        </p:spPr>
        <p:txBody>
          <a:bodyPr vert="horz" wrap="square" lIns="0" tIns="12102" rIns="0" bIns="0" rtlCol="0">
            <a:spAutoFit/>
          </a:bodyPr>
          <a:lstStyle/>
          <a:p>
            <a:pPr marL="8645">
              <a:spcBef>
                <a:spcPts val="95"/>
              </a:spcBef>
            </a:pPr>
            <a:r>
              <a:rPr sz="3494" dirty="0">
                <a:solidFill>
                  <a:srgbClr val="011F5D"/>
                </a:solidFill>
              </a:rPr>
              <a:t>Scope</a:t>
            </a:r>
            <a:r>
              <a:rPr sz="3494" spc="195" dirty="0">
                <a:solidFill>
                  <a:srgbClr val="011F5D"/>
                </a:solidFill>
              </a:rPr>
              <a:t> </a:t>
            </a:r>
            <a:r>
              <a:rPr sz="3494" dirty="0">
                <a:solidFill>
                  <a:srgbClr val="002160"/>
                </a:solidFill>
              </a:rPr>
              <a:t>Changes</a:t>
            </a:r>
            <a:r>
              <a:rPr sz="3494" spc="340" dirty="0">
                <a:solidFill>
                  <a:srgbClr val="002160"/>
                </a:solidFill>
              </a:rPr>
              <a:t> </a:t>
            </a:r>
            <a:r>
              <a:rPr sz="3494" spc="141" dirty="0">
                <a:solidFill>
                  <a:srgbClr val="01215D"/>
                </a:solidFill>
              </a:rPr>
              <a:t>to</a:t>
            </a:r>
            <a:r>
              <a:rPr sz="3494" spc="50" dirty="0">
                <a:solidFill>
                  <a:srgbClr val="01215D"/>
                </a:solidFill>
              </a:rPr>
              <a:t> </a:t>
            </a:r>
            <a:r>
              <a:rPr sz="3494" dirty="0">
                <a:solidFill>
                  <a:srgbClr val="00215D"/>
                </a:solidFill>
              </a:rPr>
              <a:t>a</a:t>
            </a:r>
            <a:r>
              <a:rPr sz="3494" spc="41" dirty="0">
                <a:solidFill>
                  <a:srgbClr val="00215D"/>
                </a:solidFill>
              </a:rPr>
              <a:t> </a:t>
            </a:r>
            <a:r>
              <a:rPr sz="3494" spc="36" dirty="0"/>
              <a:t>Baseline</a:t>
            </a:r>
            <a:endParaRPr sz="3494"/>
          </a:p>
        </p:txBody>
      </p:sp>
      <p:pic>
        <p:nvPicPr>
          <p:cNvPr id="17" name="Picture 16">
            <a:extLst>
              <a:ext uri="{FF2B5EF4-FFF2-40B4-BE49-F238E27FC236}">
                <a16:creationId xmlns:a16="http://schemas.microsoft.com/office/drawing/2014/main" id="{89D4199A-68FE-B8A2-4452-AA456E53EFBE}"/>
              </a:ext>
            </a:extLst>
          </p:cNvPr>
          <p:cNvPicPr>
            <a:picLocks noChangeAspect="1"/>
          </p:cNvPicPr>
          <p:nvPr/>
        </p:nvPicPr>
        <p:blipFill>
          <a:blip r:embed="rId2"/>
          <a:stretch>
            <a:fillRect/>
          </a:stretch>
        </p:blipFill>
        <p:spPr>
          <a:xfrm>
            <a:off x="2075713" y="1905000"/>
            <a:ext cx="6153887" cy="4863106"/>
          </a:xfrm>
          <a:prstGeom prst="rect">
            <a:avLst/>
          </a:prstGeom>
        </p:spPr>
      </p:pic>
      <p:pic>
        <p:nvPicPr>
          <p:cNvPr id="2" name="Picture 1">
            <a:extLst>
              <a:ext uri="{FF2B5EF4-FFF2-40B4-BE49-F238E27FC236}">
                <a16:creationId xmlns:a16="http://schemas.microsoft.com/office/drawing/2014/main" id="{1E72B33C-CDA3-E0CB-96DB-ACD5D321F0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1"/>
            <a:ext cx="16002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55271"/>
            <a:ext cx="10091420" cy="392430"/>
          </a:xfrm>
          <a:custGeom>
            <a:avLst/>
            <a:gdLst/>
            <a:ahLst/>
            <a:cxnLst/>
            <a:rect l="l" t="t" r="r" b="b"/>
            <a:pathLst>
              <a:path w="10091420" h="392430">
                <a:moveTo>
                  <a:pt x="10091056" y="0"/>
                </a:moveTo>
                <a:lnTo>
                  <a:pt x="0" y="0"/>
                </a:lnTo>
                <a:lnTo>
                  <a:pt x="0" y="391885"/>
                </a:lnTo>
                <a:lnTo>
                  <a:pt x="10091056" y="391885"/>
                </a:lnTo>
                <a:lnTo>
                  <a:pt x="10091056" y="0"/>
                </a:lnTo>
                <a:close/>
              </a:path>
            </a:pathLst>
          </a:custGeom>
          <a:solidFill>
            <a:srgbClr val="FFFFFF"/>
          </a:solidFill>
        </p:spPr>
        <p:txBody>
          <a:bodyPr wrap="square" lIns="0" tIns="0" rIns="0" bIns="0" rtlCol="0"/>
          <a:lstStyle/>
          <a:p>
            <a:endParaRPr/>
          </a:p>
        </p:txBody>
      </p:sp>
      <p:sp>
        <p:nvSpPr>
          <p:cNvPr id="3" name="object 3"/>
          <p:cNvSpPr txBox="1">
            <a:spLocks noGrp="1"/>
          </p:cNvSpPr>
          <p:nvPr>
            <p:ph type="title"/>
          </p:nvPr>
        </p:nvSpPr>
        <p:spPr>
          <a:xfrm>
            <a:off x="4009179" y="2934596"/>
            <a:ext cx="4361180" cy="832485"/>
          </a:xfrm>
          <a:prstGeom prst="rect">
            <a:avLst/>
          </a:prstGeom>
        </p:spPr>
        <p:txBody>
          <a:bodyPr vert="horz" wrap="square" lIns="0" tIns="12065" rIns="0" bIns="0" rtlCol="0">
            <a:spAutoFit/>
          </a:bodyPr>
          <a:lstStyle/>
          <a:p>
            <a:pPr marL="12700">
              <a:lnSpc>
                <a:spcPct val="100000"/>
              </a:lnSpc>
              <a:spcBef>
                <a:spcPts val="95"/>
              </a:spcBef>
            </a:pPr>
            <a:r>
              <a:rPr sz="5300" spc="100" dirty="0">
                <a:solidFill>
                  <a:srgbClr val="C00000"/>
                </a:solidFill>
              </a:rPr>
              <a:t>Project</a:t>
            </a:r>
            <a:r>
              <a:rPr sz="5300" spc="150" dirty="0">
                <a:solidFill>
                  <a:srgbClr val="C00000"/>
                </a:solidFill>
              </a:rPr>
              <a:t> </a:t>
            </a:r>
            <a:r>
              <a:rPr sz="5300" spc="100" dirty="0">
                <a:solidFill>
                  <a:srgbClr val="C00000"/>
                </a:solidFill>
              </a:rPr>
              <a:t>Closure</a:t>
            </a:r>
            <a:endParaRPr sz="53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60" dirty="0"/>
              <a:t>Types</a:t>
            </a:r>
            <a:r>
              <a:rPr spc="120" dirty="0"/>
              <a:t> </a:t>
            </a:r>
            <a:r>
              <a:rPr spc="80" dirty="0"/>
              <a:t>of</a:t>
            </a:r>
            <a:r>
              <a:rPr spc="125" dirty="0"/>
              <a:t> </a:t>
            </a:r>
            <a:r>
              <a:rPr spc="85" dirty="0"/>
              <a:t>Project</a:t>
            </a:r>
            <a:r>
              <a:rPr spc="125" dirty="0"/>
              <a:t> </a:t>
            </a:r>
            <a:r>
              <a:rPr spc="85" dirty="0"/>
              <a:t>Closure</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11</a:t>
            </a:fld>
            <a:endParaRPr spc="-25" dirty="0"/>
          </a:p>
        </p:txBody>
      </p:sp>
      <p:sp>
        <p:nvSpPr>
          <p:cNvPr id="3" name="object 3"/>
          <p:cNvSpPr txBox="1"/>
          <p:nvPr/>
        </p:nvSpPr>
        <p:spPr>
          <a:xfrm>
            <a:off x="612140" y="1889252"/>
            <a:ext cx="10662285" cy="4366260"/>
          </a:xfrm>
          <a:prstGeom prst="rect">
            <a:avLst/>
          </a:prstGeom>
        </p:spPr>
        <p:txBody>
          <a:bodyPr vert="horz" wrap="square" lIns="0" tIns="12700" rIns="0" bIns="0" rtlCol="0">
            <a:spAutoFit/>
          </a:bodyPr>
          <a:lstStyle/>
          <a:p>
            <a:pPr marL="393065" indent="-380365">
              <a:lnSpc>
                <a:spcPct val="100000"/>
              </a:lnSpc>
              <a:spcBef>
                <a:spcPts val="100"/>
              </a:spcBef>
              <a:buAutoNum type="arabicPeriod"/>
              <a:tabLst>
                <a:tab pos="393065" algn="l"/>
              </a:tabLst>
            </a:pPr>
            <a:r>
              <a:rPr sz="2400" b="1" i="1" spc="-10" dirty="0">
                <a:solidFill>
                  <a:srgbClr val="C00000"/>
                </a:solidFill>
                <a:latin typeface="Calibri"/>
                <a:cs typeface="Calibri"/>
              </a:rPr>
              <a:t>Normal</a:t>
            </a:r>
            <a:endParaRPr sz="2400" dirty="0">
              <a:latin typeface="Calibri"/>
              <a:cs typeface="Calibri"/>
            </a:endParaRPr>
          </a:p>
          <a:p>
            <a:pPr marL="393065" indent="-380365">
              <a:lnSpc>
                <a:spcPct val="100000"/>
              </a:lnSpc>
              <a:spcBef>
                <a:spcPts val="2900"/>
              </a:spcBef>
              <a:buAutoNum type="arabicPeriod"/>
              <a:tabLst>
                <a:tab pos="393065" algn="l"/>
              </a:tabLst>
            </a:pPr>
            <a:r>
              <a:rPr sz="2400" b="1" i="1" spc="-10" dirty="0">
                <a:solidFill>
                  <a:srgbClr val="C00000"/>
                </a:solidFill>
                <a:latin typeface="Calibri"/>
                <a:cs typeface="Calibri"/>
              </a:rPr>
              <a:t>Premature</a:t>
            </a:r>
            <a:endParaRPr sz="2400" dirty="0">
              <a:latin typeface="Calibri"/>
              <a:cs typeface="Calibri"/>
            </a:endParaRPr>
          </a:p>
          <a:p>
            <a:pPr>
              <a:lnSpc>
                <a:spcPct val="100000"/>
              </a:lnSpc>
              <a:spcBef>
                <a:spcPts val="400"/>
              </a:spcBef>
              <a:buClr>
                <a:srgbClr val="C00000"/>
              </a:buClr>
              <a:buFont typeface="Calibri"/>
              <a:buAutoNum type="arabicPeriod"/>
            </a:pPr>
            <a:endParaRPr sz="2400" dirty="0">
              <a:latin typeface="Calibri"/>
              <a:cs typeface="Calibri"/>
            </a:endParaRPr>
          </a:p>
          <a:p>
            <a:pPr marL="393700" marR="5715" indent="-381000">
              <a:lnSpc>
                <a:spcPts val="2620"/>
              </a:lnSpc>
              <a:buAutoNum type="arabicPeriod"/>
              <a:tabLst>
                <a:tab pos="393700" algn="l"/>
              </a:tabLst>
            </a:pPr>
            <a:r>
              <a:rPr sz="2400" b="1" i="1" dirty="0">
                <a:solidFill>
                  <a:srgbClr val="C00000"/>
                </a:solidFill>
                <a:latin typeface="Calibri"/>
                <a:cs typeface="Calibri"/>
              </a:rPr>
              <a:t>Perpetual:</a:t>
            </a:r>
            <a:r>
              <a:rPr sz="2400" b="1" i="1" spc="50" dirty="0">
                <a:solidFill>
                  <a:srgbClr val="C00000"/>
                </a:solidFill>
                <a:latin typeface="Calibri"/>
                <a:cs typeface="Calibri"/>
              </a:rPr>
              <a:t> </a:t>
            </a:r>
            <a:r>
              <a:rPr sz="2400" dirty="0">
                <a:latin typeface="Calibri"/>
                <a:cs typeface="Calibri"/>
              </a:rPr>
              <a:t>Some</a:t>
            </a:r>
            <a:r>
              <a:rPr sz="2400" spc="50" dirty="0">
                <a:latin typeface="Calibri"/>
                <a:cs typeface="Calibri"/>
              </a:rPr>
              <a:t> </a:t>
            </a:r>
            <a:r>
              <a:rPr sz="2400" dirty="0">
                <a:latin typeface="Calibri"/>
                <a:cs typeface="Calibri"/>
              </a:rPr>
              <a:t>projects</a:t>
            </a:r>
            <a:r>
              <a:rPr sz="2400" spc="50" dirty="0">
                <a:latin typeface="Calibri"/>
                <a:cs typeface="Calibri"/>
              </a:rPr>
              <a:t> </a:t>
            </a:r>
            <a:r>
              <a:rPr sz="2400" dirty="0">
                <a:latin typeface="Calibri"/>
                <a:cs typeface="Calibri"/>
              </a:rPr>
              <a:t>never</a:t>
            </a:r>
            <a:r>
              <a:rPr sz="2400" spc="50" dirty="0">
                <a:latin typeface="Calibri"/>
                <a:cs typeface="Calibri"/>
              </a:rPr>
              <a:t> </a:t>
            </a:r>
            <a:r>
              <a:rPr sz="2400" dirty="0">
                <a:latin typeface="Calibri"/>
                <a:cs typeface="Calibri"/>
              </a:rPr>
              <a:t>seem</a:t>
            </a:r>
            <a:r>
              <a:rPr sz="2400" spc="50" dirty="0">
                <a:latin typeface="Calibri"/>
                <a:cs typeface="Calibri"/>
              </a:rPr>
              <a:t> </a:t>
            </a:r>
            <a:r>
              <a:rPr sz="2400" dirty="0">
                <a:latin typeface="Calibri"/>
                <a:cs typeface="Calibri"/>
              </a:rPr>
              <a:t>to</a:t>
            </a:r>
            <a:r>
              <a:rPr sz="2400" spc="50" dirty="0">
                <a:latin typeface="Calibri"/>
                <a:cs typeface="Calibri"/>
              </a:rPr>
              <a:t> </a:t>
            </a:r>
            <a:r>
              <a:rPr sz="2400" dirty="0">
                <a:latin typeface="Calibri"/>
                <a:cs typeface="Calibri"/>
              </a:rPr>
              <a:t>end.</a:t>
            </a:r>
            <a:r>
              <a:rPr sz="2400" spc="50" dirty="0">
                <a:latin typeface="Calibri"/>
                <a:cs typeface="Calibri"/>
              </a:rPr>
              <a:t> </a:t>
            </a:r>
            <a:r>
              <a:rPr sz="2400" dirty="0">
                <a:latin typeface="Calibri"/>
                <a:cs typeface="Calibri"/>
              </a:rPr>
              <a:t>The</a:t>
            </a:r>
            <a:r>
              <a:rPr sz="2400" spc="60" dirty="0">
                <a:latin typeface="Calibri"/>
                <a:cs typeface="Calibri"/>
              </a:rPr>
              <a:t> </a:t>
            </a:r>
            <a:r>
              <a:rPr sz="2400" dirty="0">
                <a:latin typeface="Calibri"/>
                <a:cs typeface="Calibri"/>
              </a:rPr>
              <a:t>major</a:t>
            </a:r>
            <a:r>
              <a:rPr sz="2400" spc="55" dirty="0">
                <a:latin typeface="Calibri"/>
                <a:cs typeface="Calibri"/>
              </a:rPr>
              <a:t> </a:t>
            </a:r>
            <a:r>
              <a:rPr sz="2400" dirty="0">
                <a:latin typeface="Calibri"/>
                <a:cs typeface="Calibri"/>
              </a:rPr>
              <a:t>characteristic</a:t>
            </a:r>
            <a:r>
              <a:rPr sz="2400" spc="50" dirty="0">
                <a:latin typeface="Calibri"/>
                <a:cs typeface="Calibri"/>
              </a:rPr>
              <a:t> </a:t>
            </a:r>
            <a:r>
              <a:rPr sz="2400" dirty="0">
                <a:latin typeface="Calibri"/>
                <a:cs typeface="Calibri"/>
              </a:rPr>
              <a:t>of</a:t>
            </a:r>
            <a:r>
              <a:rPr sz="2400" spc="60" dirty="0">
                <a:latin typeface="Calibri"/>
                <a:cs typeface="Calibri"/>
              </a:rPr>
              <a:t> </a:t>
            </a:r>
            <a:r>
              <a:rPr sz="2400" dirty="0">
                <a:latin typeface="Calibri"/>
                <a:cs typeface="Calibri"/>
              </a:rPr>
              <a:t>this</a:t>
            </a:r>
            <a:r>
              <a:rPr sz="2400" spc="50" dirty="0">
                <a:latin typeface="Calibri"/>
                <a:cs typeface="Calibri"/>
              </a:rPr>
              <a:t> </a:t>
            </a:r>
            <a:r>
              <a:rPr sz="2400" spc="-20" dirty="0">
                <a:latin typeface="Calibri"/>
                <a:cs typeface="Calibri"/>
              </a:rPr>
              <a:t>kind </a:t>
            </a:r>
            <a:r>
              <a:rPr sz="2400" dirty="0">
                <a:latin typeface="Calibri"/>
                <a:cs typeface="Calibri"/>
              </a:rPr>
              <a:t>of</a:t>
            </a:r>
            <a:r>
              <a:rPr sz="2400" spc="-60" dirty="0">
                <a:latin typeface="Calibri"/>
                <a:cs typeface="Calibri"/>
              </a:rPr>
              <a:t> </a:t>
            </a:r>
            <a:r>
              <a:rPr sz="2400" dirty="0">
                <a:latin typeface="Calibri"/>
                <a:cs typeface="Calibri"/>
              </a:rPr>
              <a:t>project</a:t>
            </a:r>
            <a:r>
              <a:rPr sz="2400" spc="-65" dirty="0">
                <a:latin typeface="Calibri"/>
                <a:cs typeface="Calibri"/>
              </a:rPr>
              <a:t> </a:t>
            </a:r>
            <a:r>
              <a:rPr sz="2400" dirty="0">
                <a:latin typeface="Calibri"/>
                <a:cs typeface="Calibri"/>
              </a:rPr>
              <a:t>is</a:t>
            </a:r>
            <a:r>
              <a:rPr sz="2400" spc="-60" dirty="0">
                <a:latin typeface="Calibri"/>
                <a:cs typeface="Calibri"/>
              </a:rPr>
              <a:t> </a:t>
            </a:r>
            <a:r>
              <a:rPr sz="2400" spc="-10" dirty="0">
                <a:latin typeface="Calibri"/>
                <a:cs typeface="Calibri"/>
              </a:rPr>
              <a:t>constant</a:t>
            </a:r>
            <a:r>
              <a:rPr sz="2400" spc="-60" dirty="0">
                <a:latin typeface="Calibri"/>
                <a:cs typeface="Calibri"/>
              </a:rPr>
              <a:t> </a:t>
            </a:r>
            <a:r>
              <a:rPr sz="2400" spc="-30" dirty="0">
                <a:latin typeface="Calibri"/>
                <a:cs typeface="Calibri"/>
              </a:rPr>
              <a:t>“add-</a:t>
            </a:r>
            <a:r>
              <a:rPr sz="2400" spc="-20" dirty="0">
                <a:latin typeface="Calibri"/>
                <a:cs typeface="Calibri"/>
              </a:rPr>
              <a:t>ons,”</a:t>
            </a:r>
            <a:r>
              <a:rPr sz="2400" spc="-65" dirty="0">
                <a:latin typeface="Calibri"/>
                <a:cs typeface="Calibri"/>
              </a:rPr>
              <a:t> </a:t>
            </a:r>
            <a:r>
              <a:rPr sz="2400" dirty="0">
                <a:latin typeface="Calibri"/>
                <a:cs typeface="Calibri"/>
              </a:rPr>
              <a:t>suggesting</a:t>
            </a:r>
            <a:r>
              <a:rPr sz="2400" spc="-60" dirty="0">
                <a:latin typeface="Calibri"/>
                <a:cs typeface="Calibri"/>
              </a:rPr>
              <a:t> </a:t>
            </a:r>
            <a:r>
              <a:rPr sz="2400" dirty="0">
                <a:latin typeface="Calibri"/>
                <a:cs typeface="Calibri"/>
              </a:rPr>
              <a:t>a</a:t>
            </a:r>
            <a:r>
              <a:rPr sz="2400" spc="-55" dirty="0">
                <a:latin typeface="Calibri"/>
                <a:cs typeface="Calibri"/>
              </a:rPr>
              <a:t> </a:t>
            </a:r>
            <a:r>
              <a:rPr sz="2400" dirty="0">
                <a:latin typeface="Calibri"/>
                <a:cs typeface="Calibri"/>
              </a:rPr>
              <a:t>poorly</a:t>
            </a:r>
            <a:r>
              <a:rPr sz="2400" spc="-55" dirty="0">
                <a:latin typeface="Calibri"/>
                <a:cs typeface="Calibri"/>
              </a:rPr>
              <a:t> </a:t>
            </a:r>
            <a:r>
              <a:rPr sz="2400" dirty="0">
                <a:latin typeface="Calibri"/>
                <a:cs typeface="Calibri"/>
              </a:rPr>
              <a:t>project</a:t>
            </a:r>
            <a:r>
              <a:rPr sz="2400" spc="-65" dirty="0">
                <a:latin typeface="Calibri"/>
                <a:cs typeface="Calibri"/>
              </a:rPr>
              <a:t> </a:t>
            </a:r>
            <a:r>
              <a:rPr sz="2400" spc="-10" dirty="0">
                <a:latin typeface="Calibri"/>
                <a:cs typeface="Calibri"/>
              </a:rPr>
              <a:t>scope.</a:t>
            </a:r>
            <a:endParaRPr sz="2400" dirty="0">
              <a:latin typeface="Calibri"/>
              <a:cs typeface="Calibri"/>
            </a:endParaRPr>
          </a:p>
          <a:p>
            <a:pPr>
              <a:lnSpc>
                <a:spcPct val="100000"/>
              </a:lnSpc>
              <a:spcBef>
                <a:spcPts val="325"/>
              </a:spcBef>
              <a:buClr>
                <a:srgbClr val="C00000"/>
              </a:buClr>
              <a:buFont typeface="Calibri"/>
              <a:buAutoNum type="arabicPeriod"/>
            </a:pPr>
            <a:endParaRPr sz="2400" dirty="0">
              <a:latin typeface="Calibri"/>
              <a:cs typeface="Calibri"/>
            </a:endParaRPr>
          </a:p>
          <a:p>
            <a:pPr marL="302895" marR="5080" indent="-290195">
              <a:lnSpc>
                <a:spcPts val="2620"/>
              </a:lnSpc>
              <a:buAutoNum type="arabicPeriod"/>
              <a:tabLst>
                <a:tab pos="304800" algn="l"/>
                <a:tab pos="1202690" algn="l"/>
                <a:tab pos="2318385" algn="l"/>
                <a:tab pos="3136900" algn="l"/>
                <a:tab pos="3976370" algn="l"/>
                <a:tab pos="4949190" algn="l"/>
                <a:tab pos="5405120" algn="l"/>
                <a:tab pos="6249670" algn="l"/>
                <a:tab pos="6651625" algn="l"/>
                <a:tab pos="8477885" algn="l"/>
                <a:tab pos="9034780" algn="l"/>
                <a:tab pos="10289540" algn="l"/>
              </a:tabLst>
            </a:pPr>
            <a:r>
              <a:rPr sz="2400" b="1" i="1" spc="-10" dirty="0">
                <a:solidFill>
                  <a:srgbClr val="C00000"/>
                </a:solidFill>
                <a:latin typeface="Calibri"/>
                <a:cs typeface="Calibri"/>
              </a:rPr>
              <a:t>Failed</a:t>
            </a:r>
            <a:r>
              <a:rPr sz="2400" b="1" i="1" dirty="0">
                <a:solidFill>
                  <a:srgbClr val="C00000"/>
                </a:solidFill>
                <a:latin typeface="Calibri"/>
                <a:cs typeface="Calibri"/>
              </a:rPr>
              <a:t>	</a:t>
            </a:r>
            <a:r>
              <a:rPr sz="2400" b="1" i="1" spc="-10" dirty="0">
                <a:solidFill>
                  <a:srgbClr val="C00000"/>
                </a:solidFill>
                <a:latin typeface="Calibri"/>
                <a:cs typeface="Calibri"/>
              </a:rPr>
              <a:t>Project:</a:t>
            </a:r>
            <a:r>
              <a:rPr sz="2400" b="1" i="1" dirty="0">
                <a:solidFill>
                  <a:srgbClr val="C00000"/>
                </a:solidFill>
                <a:latin typeface="Calibri"/>
                <a:cs typeface="Calibri"/>
              </a:rPr>
              <a:t>	</a:t>
            </a:r>
            <a:r>
              <a:rPr sz="2400" spc="-20" dirty="0">
                <a:latin typeface="Calibri"/>
                <a:cs typeface="Calibri"/>
              </a:rPr>
              <a:t>Every</a:t>
            </a:r>
            <a:r>
              <a:rPr sz="2400" dirty="0">
                <a:latin typeface="Calibri"/>
                <a:cs typeface="Calibri"/>
              </a:rPr>
              <a:t>	</a:t>
            </a:r>
            <a:r>
              <a:rPr sz="2400" spc="-10" dirty="0">
                <a:latin typeface="Calibri"/>
                <a:cs typeface="Calibri"/>
              </a:rPr>
              <a:t>effort</a:t>
            </a:r>
            <a:r>
              <a:rPr sz="2400" dirty="0">
                <a:latin typeface="Calibri"/>
                <a:cs typeface="Calibri"/>
              </a:rPr>
              <a:t>	</a:t>
            </a:r>
            <a:r>
              <a:rPr sz="2400" spc="-10" dirty="0">
                <a:latin typeface="Calibri"/>
                <a:cs typeface="Calibri"/>
              </a:rPr>
              <a:t>should</a:t>
            </a:r>
            <a:r>
              <a:rPr sz="2400" dirty="0">
                <a:latin typeface="Calibri"/>
                <a:cs typeface="Calibri"/>
              </a:rPr>
              <a:t>	</a:t>
            </a:r>
            <a:r>
              <a:rPr sz="2400" spc="-25" dirty="0">
                <a:latin typeface="Calibri"/>
                <a:cs typeface="Calibri"/>
              </a:rPr>
              <a:t>be</a:t>
            </a:r>
            <a:r>
              <a:rPr sz="2400" dirty="0">
                <a:latin typeface="Calibri"/>
                <a:cs typeface="Calibri"/>
              </a:rPr>
              <a:t>	</a:t>
            </a:r>
            <a:r>
              <a:rPr sz="2400" spc="-20" dirty="0">
                <a:latin typeface="Calibri"/>
                <a:cs typeface="Calibri"/>
              </a:rPr>
              <a:t>made</a:t>
            </a:r>
            <a:r>
              <a:rPr sz="2400" dirty="0">
                <a:latin typeface="Calibri"/>
                <a:cs typeface="Calibri"/>
              </a:rPr>
              <a:t>	</a:t>
            </a:r>
            <a:r>
              <a:rPr sz="2400" spc="-25" dirty="0">
                <a:latin typeface="Calibri"/>
                <a:cs typeface="Calibri"/>
              </a:rPr>
              <a:t>to</a:t>
            </a:r>
            <a:r>
              <a:rPr sz="2400" dirty="0">
                <a:latin typeface="Calibri"/>
                <a:cs typeface="Calibri"/>
              </a:rPr>
              <a:t>	</a:t>
            </a:r>
            <a:r>
              <a:rPr sz="2400" spc="-10" dirty="0">
                <a:latin typeface="Calibri"/>
                <a:cs typeface="Calibri"/>
              </a:rPr>
              <a:t>communicate</a:t>
            </a:r>
            <a:r>
              <a:rPr sz="2400" dirty="0">
                <a:latin typeface="Calibri"/>
                <a:cs typeface="Calibri"/>
              </a:rPr>
              <a:t>	</a:t>
            </a:r>
            <a:r>
              <a:rPr sz="2400" spc="-25" dirty="0">
                <a:latin typeface="Calibri"/>
                <a:cs typeface="Calibri"/>
              </a:rPr>
              <a:t>the</a:t>
            </a:r>
            <a:r>
              <a:rPr sz="2400" dirty="0">
                <a:latin typeface="Calibri"/>
                <a:cs typeface="Calibri"/>
              </a:rPr>
              <a:t>	</a:t>
            </a:r>
            <a:r>
              <a:rPr sz="2400" spc="-10" dirty="0">
                <a:latin typeface="Calibri"/>
                <a:cs typeface="Calibri"/>
              </a:rPr>
              <a:t>technical</a:t>
            </a:r>
            <a:r>
              <a:rPr sz="2400" dirty="0">
                <a:latin typeface="Calibri"/>
                <a:cs typeface="Calibri"/>
              </a:rPr>
              <a:t>	</a:t>
            </a:r>
            <a:r>
              <a:rPr sz="2400" spc="-25" dirty="0">
                <a:latin typeface="Calibri"/>
                <a:cs typeface="Calibri"/>
              </a:rPr>
              <a:t>(or 	</a:t>
            </a:r>
            <a:r>
              <a:rPr sz="2400" dirty="0">
                <a:latin typeface="Calibri"/>
                <a:cs typeface="Calibri"/>
              </a:rPr>
              <a:t>other)</a:t>
            </a:r>
            <a:r>
              <a:rPr sz="2400" spc="-75" dirty="0">
                <a:latin typeface="Calibri"/>
                <a:cs typeface="Calibri"/>
              </a:rPr>
              <a:t> </a:t>
            </a:r>
            <a:r>
              <a:rPr sz="2400" dirty="0">
                <a:latin typeface="Calibri"/>
                <a:cs typeface="Calibri"/>
              </a:rPr>
              <a:t>reasons</a:t>
            </a:r>
            <a:r>
              <a:rPr sz="2400" spc="-65" dirty="0">
                <a:latin typeface="Calibri"/>
                <a:cs typeface="Calibri"/>
              </a:rPr>
              <a:t> </a:t>
            </a:r>
            <a:r>
              <a:rPr sz="2400" dirty="0">
                <a:latin typeface="Calibri"/>
                <a:cs typeface="Calibri"/>
              </a:rPr>
              <a:t>for</a:t>
            </a:r>
            <a:r>
              <a:rPr sz="2400" spc="-70" dirty="0">
                <a:latin typeface="Calibri"/>
                <a:cs typeface="Calibri"/>
              </a:rPr>
              <a:t> </a:t>
            </a:r>
            <a:r>
              <a:rPr sz="2400" dirty="0">
                <a:latin typeface="Calibri"/>
                <a:cs typeface="Calibri"/>
              </a:rPr>
              <a:t>termination</a:t>
            </a:r>
            <a:r>
              <a:rPr sz="2400" spc="-65" dirty="0">
                <a:latin typeface="Calibri"/>
                <a:cs typeface="Calibri"/>
              </a:rPr>
              <a:t> </a:t>
            </a:r>
            <a:r>
              <a:rPr sz="2400" dirty="0">
                <a:latin typeface="Calibri"/>
                <a:cs typeface="Calibri"/>
              </a:rPr>
              <a:t>of</a:t>
            </a:r>
            <a:r>
              <a:rPr sz="2400" spc="-70" dirty="0">
                <a:latin typeface="Calibri"/>
                <a:cs typeface="Calibri"/>
              </a:rPr>
              <a:t> </a:t>
            </a:r>
            <a:r>
              <a:rPr sz="2400" dirty="0">
                <a:latin typeface="Calibri"/>
                <a:cs typeface="Calibri"/>
              </a:rPr>
              <a:t>the</a:t>
            </a:r>
            <a:r>
              <a:rPr sz="2400" spc="-60" dirty="0">
                <a:latin typeface="Calibri"/>
                <a:cs typeface="Calibri"/>
              </a:rPr>
              <a:t> </a:t>
            </a:r>
            <a:r>
              <a:rPr sz="2400" spc="-10" dirty="0">
                <a:latin typeface="Calibri"/>
                <a:cs typeface="Calibri"/>
              </a:rPr>
              <a:t>project</a:t>
            </a:r>
            <a:endParaRPr sz="2400" dirty="0">
              <a:latin typeface="Calibri"/>
              <a:cs typeface="Calibri"/>
            </a:endParaRPr>
          </a:p>
          <a:p>
            <a:pPr>
              <a:lnSpc>
                <a:spcPct val="100000"/>
              </a:lnSpc>
              <a:spcBef>
                <a:spcPts val="375"/>
              </a:spcBef>
              <a:buClr>
                <a:srgbClr val="C00000"/>
              </a:buClr>
              <a:buFont typeface="Calibri"/>
              <a:buAutoNum type="arabicPeriod"/>
            </a:pPr>
            <a:endParaRPr sz="2400" dirty="0">
              <a:latin typeface="Calibri"/>
              <a:cs typeface="Calibri"/>
            </a:endParaRPr>
          </a:p>
          <a:p>
            <a:pPr marL="302895" marR="5080" indent="-290195">
              <a:lnSpc>
                <a:spcPts val="2590"/>
              </a:lnSpc>
              <a:buAutoNum type="arabicPeriod"/>
              <a:tabLst>
                <a:tab pos="304800" algn="l"/>
              </a:tabLst>
            </a:pPr>
            <a:r>
              <a:rPr sz="2400" b="1" i="1" dirty="0">
                <a:solidFill>
                  <a:srgbClr val="C00000"/>
                </a:solidFill>
                <a:latin typeface="Calibri"/>
                <a:cs typeface="Calibri"/>
              </a:rPr>
              <a:t>Changed</a:t>
            </a:r>
            <a:r>
              <a:rPr sz="2400" b="1" i="1" spc="310" dirty="0">
                <a:solidFill>
                  <a:srgbClr val="C00000"/>
                </a:solidFill>
                <a:latin typeface="Calibri"/>
                <a:cs typeface="Calibri"/>
              </a:rPr>
              <a:t> </a:t>
            </a:r>
            <a:r>
              <a:rPr sz="2400" b="1" i="1" dirty="0">
                <a:solidFill>
                  <a:srgbClr val="C00000"/>
                </a:solidFill>
                <a:latin typeface="Calibri"/>
                <a:cs typeface="Calibri"/>
              </a:rPr>
              <a:t>Priority:</a:t>
            </a:r>
            <a:r>
              <a:rPr sz="2400" b="1" i="1" spc="310" dirty="0">
                <a:solidFill>
                  <a:srgbClr val="C00000"/>
                </a:solidFill>
                <a:latin typeface="Calibri"/>
                <a:cs typeface="Calibri"/>
              </a:rPr>
              <a:t> </a:t>
            </a:r>
            <a:r>
              <a:rPr sz="2400" dirty="0">
                <a:latin typeface="Calibri"/>
                <a:cs typeface="Calibri"/>
              </a:rPr>
              <a:t>For</a:t>
            </a:r>
            <a:r>
              <a:rPr sz="2400" spc="310" dirty="0">
                <a:latin typeface="Calibri"/>
                <a:cs typeface="Calibri"/>
              </a:rPr>
              <a:t> </a:t>
            </a:r>
            <a:r>
              <a:rPr sz="2400" dirty="0">
                <a:latin typeface="Calibri"/>
                <a:cs typeface="Calibri"/>
              </a:rPr>
              <a:t>example,</a:t>
            </a:r>
            <a:r>
              <a:rPr sz="2400" spc="320" dirty="0">
                <a:latin typeface="Calibri"/>
                <a:cs typeface="Calibri"/>
              </a:rPr>
              <a:t> </a:t>
            </a:r>
            <a:r>
              <a:rPr sz="2400" dirty="0">
                <a:latin typeface="Calibri"/>
                <a:cs typeface="Calibri"/>
              </a:rPr>
              <a:t>during</a:t>
            </a:r>
            <a:r>
              <a:rPr sz="2400" spc="305" dirty="0">
                <a:latin typeface="Calibri"/>
                <a:cs typeface="Calibri"/>
              </a:rPr>
              <a:t> </a:t>
            </a:r>
            <a:r>
              <a:rPr sz="2400" dirty="0">
                <a:latin typeface="Calibri"/>
                <a:cs typeface="Calibri"/>
              </a:rPr>
              <a:t>the</a:t>
            </a:r>
            <a:r>
              <a:rPr sz="2400" spc="315" dirty="0">
                <a:latin typeface="Calibri"/>
                <a:cs typeface="Calibri"/>
              </a:rPr>
              <a:t> </a:t>
            </a:r>
            <a:r>
              <a:rPr sz="2400" dirty="0">
                <a:latin typeface="Calibri"/>
                <a:cs typeface="Calibri"/>
              </a:rPr>
              <a:t>10/2008</a:t>
            </a:r>
            <a:r>
              <a:rPr sz="2400" spc="310" dirty="0">
                <a:latin typeface="Calibri"/>
                <a:cs typeface="Calibri"/>
              </a:rPr>
              <a:t> </a:t>
            </a:r>
            <a:r>
              <a:rPr sz="2400" dirty="0">
                <a:latin typeface="Calibri"/>
                <a:cs typeface="Calibri"/>
              </a:rPr>
              <a:t>financial</a:t>
            </a:r>
            <a:r>
              <a:rPr sz="2400" spc="305" dirty="0">
                <a:latin typeface="Calibri"/>
                <a:cs typeface="Calibri"/>
              </a:rPr>
              <a:t> </a:t>
            </a:r>
            <a:r>
              <a:rPr sz="2400" dirty="0">
                <a:latin typeface="Calibri"/>
                <a:cs typeface="Calibri"/>
              </a:rPr>
              <a:t>crisis,</a:t>
            </a:r>
            <a:r>
              <a:rPr sz="2400" spc="315" dirty="0">
                <a:latin typeface="Calibri"/>
                <a:cs typeface="Calibri"/>
              </a:rPr>
              <a:t> </a:t>
            </a:r>
            <a:r>
              <a:rPr sz="2400" spc="-10" dirty="0">
                <a:latin typeface="Calibri"/>
                <a:cs typeface="Calibri"/>
              </a:rPr>
              <a:t>organizations 	</a:t>
            </a:r>
            <a:r>
              <a:rPr sz="2400" dirty="0">
                <a:latin typeface="Calibri"/>
                <a:cs typeface="Calibri"/>
              </a:rPr>
              <a:t>shifted</a:t>
            </a:r>
            <a:r>
              <a:rPr sz="2400" spc="-65" dirty="0">
                <a:latin typeface="Calibri"/>
                <a:cs typeface="Calibri"/>
              </a:rPr>
              <a:t> </a:t>
            </a:r>
            <a:r>
              <a:rPr sz="2400" dirty="0">
                <a:latin typeface="Calibri"/>
                <a:cs typeface="Calibri"/>
              </a:rPr>
              <a:t>their</a:t>
            </a:r>
            <a:r>
              <a:rPr sz="2400" spc="-65" dirty="0">
                <a:latin typeface="Calibri"/>
                <a:cs typeface="Calibri"/>
              </a:rPr>
              <a:t> </a:t>
            </a:r>
            <a:r>
              <a:rPr sz="2400" dirty="0">
                <a:latin typeface="Calibri"/>
                <a:cs typeface="Calibri"/>
              </a:rPr>
              <a:t>focus</a:t>
            </a:r>
            <a:r>
              <a:rPr sz="2400" spc="-65" dirty="0">
                <a:latin typeface="Calibri"/>
                <a:cs typeface="Calibri"/>
              </a:rPr>
              <a:t> </a:t>
            </a:r>
            <a:r>
              <a:rPr sz="2400" dirty="0">
                <a:latin typeface="Calibri"/>
                <a:cs typeface="Calibri"/>
              </a:rPr>
              <a:t>from</a:t>
            </a:r>
            <a:r>
              <a:rPr sz="2400" spc="-70" dirty="0">
                <a:latin typeface="Calibri"/>
                <a:cs typeface="Calibri"/>
              </a:rPr>
              <a:t> </a:t>
            </a:r>
            <a:r>
              <a:rPr sz="2400" spc="-25" dirty="0">
                <a:latin typeface="Calibri"/>
                <a:cs typeface="Calibri"/>
              </a:rPr>
              <a:t>money-</a:t>
            </a:r>
            <a:r>
              <a:rPr sz="2400" dirty="0">
                <a:latin typeface="Calibri"/>
                <a:cs typeface="Calibri"/>
              </a:rPr>
              <a:t>making</a:t>
            </a:r>
            <a:r>
              <a:rPr sz="2400" spc="-70" dirty="0">
                <a:latin typeface="Calibri"/>
                <a:cs typeface="Calibri"/>
              </a:rPr>
              <a:t> </a:t>
            </a:r>
            <a:r>
              <a:rPr sz="2400" dirty="0">
                <a:latin typeface="Calibri"/>
                <a:cs typeface="Calibri"/>
              </a:rPr>
              <a:t>projects</a:t>
            </a:r>
            <a:r>
              <a:rPr sz="2400" spc="-70" dirty="0">
                <a:latin typeface="Calibri"/>
                <a:cs typeface="Calibri"/>
              </a:rPr>
              <a:t> </a:t>
            </a:r>
            <a:r>
              <a:rPr sz="2400" dirty="0">
                <a:latin typeface="Calibri"/>
                <a:cs typeface="Calibri"/>
              </a:rPr>
              <a:t>to</a:t>
            </a:r>
            <a:r>
              <a:rPr sz="2400" spc="-70" dirty="0">
                <a:latin typeface="Calibri"/>
                <a:cs typeface="Calibri"/>
              </a:rPr>
              <a:t> </a:t>
            </a:r>
            <a:r>
              <a:rPr sz="2400" dirty="0">
                <a:latin typeface="Calibri"/>
                <a:cs typeface="Calibri"/>
              </a:rPr>
              <a:t>cost</a:t>
            </a:r>
            <a:r>
              <a:rPr sz="2400" spc="-65" dirty="0">
                <a:latin typeface="Calibri"/>
                <a:cs typeface="Calibri"/>
              </a:rPr>
              <a:t> </a:t>
            </a:r>
            <a:r>
              <a:rPr sz="2400" dirty="0">
                <a:latin typeface="Calibri"/>
                <a:cs typeface="Calibri"/>
              </a:rPr>
              <a:t>savings</a:t>
            </a:r>
            <a:r>
              <a:rPr sz="2400" spc="-70" dirty="0">
                <a:latin typeface="Calibri"/>
                <a:cs typeface="Calibri"/>
              </a:rPr>
              <a:t> </a:t>
            </a:r>
            <a:r>
              <a:rPr sz="2400" spc="-10" dirty="0">
                <a:latin typeface="Calibri"/>
                <a:cs typeface="Calibri"/>
              </a:rPr>
              <a:t>projects.</a:t>
            </a:r>
            <a:endParaRPr sz="2400" dirty="0">
              <a:latin typeface="Calibri"/>
              <a:cs typeface="Calibri"/>
            </a:endParaRPr>
          </a:p>
        </p:txBody>
      </p:sp>
      <p:pic>
        <p:nvPicPr>
          <p:cNvPr id="5" name="Picture 4">
            <a:extLst>
              <a:ext uri="{FF2B5EF4-FFF2-40B4-BE49-F238E27FC236}">
                <a16:creationId xmlns:a16="http://schemas.microsoft.com/office/drawing/2014/main" id="{32E676BD-DF37-1581-0A87-781A1B73468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1"/>
            <a:ext cx="16002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631358" y="58331"/>
            <a:ext cx="1491574" cy="534930"/>
          </a:xfrm>
          <a:prstGeom prst="rect">
            <a:avLst/>
          </a:prstGeom>
        </p:spPr>
      </p:pic>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5" dirty="0"/>
              <a:t>Major</a:t>
            </a:r>
            <a:r>
              <a:rPr spc="130" dirty="0"/>
              <a:t> </a:t>
            </a:r>
            <a:r>
              <a:rPr spc="100" dirty="0"/>
              <a:t>deliverables</a:t>
            </a:r>
            <a:r>
              <a:rPr spc="135" dirty="0"/>
              <a:t> </a:t>
            </a:r>
            <a:r>
              <a:rPr spc="50" dirty="0"/>
              <a:t>for</a:t>
            </a:r>
            <a:r>
              <a:rPr spc="130" dirty="0"/>
              <a:t> </a:t>
            </a:r>
            <a:r>
              <a:rPr spc="90" dirty="0"/>
              <a:t>project</a:t>
            </a:r>
            <a:r>
              <a:rPr spc="140" dirty="0"/>
              <a:t> </a:t>
            </a:r>
            <a:r>
              <a:rPr spc="85" dirty="0"/>
              <a:t>closure</a:t>
            </a:r>
          </a:p>
        </p:txBody>
      </p:sp>
      <p:grpSp>
        <p:nvGrpSpPr>
          <p:cNvPr id="4" name="object 4"/>
          <p:cNvGrpSpPr/>
          <p:nvPr/>
        </p:nvGrpSpPr>
        <p:grpSpPr>
          <a:xfrm>
            <a:off x="523008" y="2009401"/>
            <a:ext cx="10989310" cy="4240530"/>
            <a:chOff x="523008" y="2009401"/>
            <a:chExt cx="10989310" cy="4240530"/>
          </a:xfrm>
        </p:grpSpPr>
        <p:pic>
          <p:nvPicPr>
            <p:cNvPr id="5" name="object 5"/>
            <p:cNvPicPr/>
            <p:nvPr/>
          </p:nvPicPr>
          <p:blipFill>
            <a:blip r:embed="rId3" cstate="print"/>
            <a:stretch>
              <a:fillRect/>
            </a:stretch>
          </p:blipFill>
          <p:spPr>
            <a:xfrm>
              <a:off x="523008" y="2009401"/>
              <a:ext cx="10988723" cy="4240111"/>
            </a:xfrm>
            <a:prstGeom prst="rect">
              <a:avLst/>
            </a:prstGeom>
          </p:spPr>
        </p:pic>
        <p:pic>
          <p:nvPicPr>
            <p:cNvPr id="6" name="object 6"/>
            <p:cNvPicPr/>
            <p:nvPr/>
          </p:nvPicPr>
          <p:blipFill>
            <a:blip r:embed="rId4" cstate="print"/>
            <a:stretch>
              <a:fillRect/>
            </a:stretch>
          </p:blipFill>
          <p:spPr>
            <a:xfrm>
              <a:off x="7708490" y="5321300"/>
              <a:ext cx="1359310" cy="228600"/>
            </a:xfrm>
            <a:prstGeom prst="rect">
              <a:avLst/>
            </a:prstGeom>
          </p:spPr>
        </p:pic>
      </p:grpSp>
      <p:sp>
        <p:nvSpPr>
          <p:cNvPr id="7" name="object 7"/>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12</a:t>
            </a:fld>
            <a:endParaRPr spc="-25" dirty="0"/>
          </a:p>
        </p:txBody>
      </p:sp>
      <p:pic>
        <p:nvPicPr>
          <p:cNvPr id="8" name="Picture 7">
            <a:extLst>
              <a:ext uri="{FF2B5EF4-FFF2-40B4-BE49-F238E27FC236}">
                <a16:creationId xmlns:a16="http://schemas.microsoft.com/office/drawing/2014/main" id="{FE2A60AD-FB68-DD09-7875-67FCBA735E2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591800" y="1"/>
            <a:ext cx="16002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85" dirty="0"/>
              <a:t>Wrap-up</a:t>
            </a:r>
            <a:r>
              <a:rPr spc="120" dirty="0"/>
              <a:t> </a:t>
            </a:r>
            <a:r>
              <a:rPr spc="100" dirty="0"/>
              <a:t>Closure</a:t>
            </a:r>
            <a:r>
              <a:rPr spc="114" dirty="0"/>
              <a:t> </a:t>
            </a:r>
            <a:r>
              <a:rPr spc="105" dirty="0"/>
              <a:t>Activities</a:t>
            </a:r>
          </a:p>
        </p:txBody>
      </p:sp>
      <p:sp>
        <p:nvSpPr>
          <p:cNvPr id="7" name="object 7"/>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13</a:t>
            </a:fld>
            <a:endParaRPr spc="-25" dirty="0"/>
          </a:p>
        </p:txBody>
      </p:sp>
      <p:sp>
        <p:nvSpPr>
          <p:cNvPr id="3" name="object 3"/>
          <p:cNvSpPr txBox="1"/>
          <p:nvPr/>
        </p:nvSpPr>
        <p:spPr>
          <a:xfrm>
            <a:off x="916939" y="1732788"/>
            <a:ext cx="10358120" cy="1665605"/>
          </a:xfrm>
          <a:prstGeom prst="rect">
            <a:avLst/>
          </a:prstGeom>
        </p:spPr>
        <p:txBody>
          <a:bodyPr vert="horz" wrap="square" lIns="0" tIns="131445" rIns="0" bIns="0" rtlCol="0">
            <a:spAutoFit/>
          </a:bodyPr>
          <a:lstStyle/>
          <a:p>
            <a:pPr marL="241300" marR="5080" indent="-228600">
              <a:lnSpc>
                <a:spcPct val="70000"/>
              </a:lnSpc>
              <a:spcBef>
                <a:spcPts val="1035"/>
              </a:spcBef>
              <a:buFont typeface="Arial MT"/>
              <a:buChar char="•"/>
              <a:tabLst>
                <a:tab pos="241300" algn="l"/>
                <a:tab pos="1160145" algn="l"/>
                <a:tab pos="1585595" algn="l"/>
                <a:tab pos="2184400" algn="l"/>
                <a:tab pos="3009900" algn="l"/>
                <a:tab pos="3365500" algn="l"/>
                <a:tab pos="4471035" algn="l"/>
                <a:tab pos="5126355" algn="l"/>
                <a:tab pos="6358255" algn="l"/>
                <a:tab pos="7988934" algn="l"/>
                <a:tab pos="8608060" algn="l"/>
                <a:tab pos="9095740" algn="l"/>
                <a:tab pos="9694545" algn="l"/>
              </a:tabLst>
            </a:pPr>
            <a:r>
              <a:rPr sz="2600" spc="-20" dirty="0">
                <a:latin typeface="Calibri"/>
                <a:cs typeface="Calibri"/>
              </a:rPr>
              <a:t>Much</a:t>
            </a:r>
            <a:r>
              <a:rPr sz="2600" dirty="0">
                <a:latin typeface="Calibri"/>
                <a:cs typeface="Calibri"/>
              </a:rPr>
              <a:t>	</a:t>
            </a:r>
            <a:r>
              <a:rPr sz="2600" spc="-25" dirty="0">
                <a:latin typeface="Calibri"/>
                <a:cs typeface="Calibri"/>
              </a:rPr>
              <a:t>of</a:t>
            </a:r>
            <a:r>
              <a:rPr sz="2600" dirty="0">
                <a:latin typeface="Calibri"/>
                <a:cs typeface="Calibri"/>
              </a:rPr>
              <a:t>	</a:t>
            </a:r>
            <a:r>
              <a:rPr sz="2600" spc="-25" dirty="0">
                <a:latin typeface="Calibri"/>
                <a:cs typeface="Calibri"/>
              </a:rPr>
              <a:t>the</a:t>
            </a:r>
            <a:r>
              <a:rPr sz="2600" dirty="0">
                <a:latin typeface="Calibri"/>
                <a:cs typeface="Calibri"/>
              </a:rPr>
              <a:t>	</a:t>
            </a:r>
            <a:r>
              <a:rPr sz="2600" spc="-20" dirty="0">
                <a:latin typeface="Calibri"/>
                <a:cs typeface="Calibri"/>
              </a:rPr>
              <a:t>work</a:t>
            </a:r>
            <a:r>
              <a:rPr sz="2600" dirty="0">
                <a:latin typeface="Calibri"/>
                <a:cs typeface="Calibri"/>
              </a:rPr>
              <a:t>	</a:t>
            </a:r>
            <a:r>
              <a:rPr sz="2600" spc="-25" dirty="0">
                <a:latin typeface="Calibri"/>
                <a:cs typeface="Calibri"/>
              </a:rPr>
              <a:t>is</a:t>
            </a:r>
            <a:r>
              <a:rPr sz="2600" dirty="0">
                <a:latin typeface="Calibri"/>
                <a:cs typeface="Calibri"/>
              </a:rPr>
              <a:t>	</a:t>
            </a:r>
            <a:r>
              <a:rPr sz="2600" spc="-10" dirty="0">
                <a:latin typeface="Calibri"/>
                <a:cs typeface="Calibri"/>
              </a:rPr>
              <a:t>regular</a:t>
            </a:r>
            <a:r>
              <a:rPr sz="2600" dirty="0">
                <a:latin typeface="Calibri"/>
                <a:cs typeface="Calibri"/>
              </a:rPr>
              <a:t>	</a:t>
            </a:r>
            <a:r>
              <a:rPr sz="2600" spc="-25" dirty="0">
                <a:latin typeface="Calibri"/>
                <a:cs typeface="Calibri"/>
              </a:rPr>
              <a:t>and</a:t>
            </a:r>
            <a:r>
              <a:rPr sz="2600" dirty="0">
                <a:latin typeface="Calibri"/>
                <a:cs typeface="Calibri"/>
              </a:rPr>
              <a:t>	</a:t>
            </a:r>
            <a:r>
              <a:rPr sz="2600" spc="-10" dirty="0">
                <a:latin typeface="Calibri"/>
                <a:cs typeface="Calibri"/>
              </a:rPr>
              <a:t>tedious.</a:t>
            </a:r>
            <a:r>
              <a:rPr sz="2600" dirty="0">
                <a:latin typeface="Calibri"/>
                <a:cs typeface="Calibri"/>
              </a:rPr>
              <a:t>	</a:t>
            </a:r>
            <a:r>
              <a:rPr sz="2600" spc="-10" dirty="0">
                <a:latin typeface="Calibri"/>
                <a:cs typeface="Calibri"/>
              </a:rPr>
              <a:t>Motivation</a:t>
            </a:r>
            <a:r>
              <a:rPr sz="2600" dirty="0">
                <a:latin typeface="Calibri"/>
                <a:cs typeface="Calibri"/>
              </a:rPr>
              <a:t>	</a:t>
            </a:r>
            <a:r>
              <a:rPr sz="2600" spc="-25" dirty="0">
                <a:latin typeface="Calibri"/>
                <a:cs typeface="Calibri"/>
              </a:rPr>
              <a:t>can</a:t>
            </a:r>
            <a:r>
              <a:rPr sz="2600" dirty="0">
                <a:latin typeface="Calibri"/>
                <a:cs typeface="Calibri"/>
              </a:rPr>
              <a:t>	</a:t>
            </a:r>
            <a:r>
              <a:rPr sz="2600" spc="-25" dirty="0">
                <a:latin typeface="Calibri"/>
                <a:cs typeface="Calibri"/>
              </a:rPr>
              <a:t>be</a:t>
            </a:r>
            <a:r>
              <a:rPr sz="2600" dirty="0">
                <a:latin typeface="Calibri"/>
                <a:cs typeface="Calibri"/>
              </a:rPr>
              <a:t>	</a:t>
            </a:r>
            <a:r>
              <a:rPr sz="2600" spc="-25" dirty="0">
                <a:latin typeface="Calibri"/>
                <a:cs typeface="Calibri"/>
              </a:rPr>
              <a:t>the</a:t>
            </a:r>
            <a:r>
              <a:rPr sz="2600" dirty="0">
                <a:latin typeface="Calibri"/>
                <a:cs typeface="Calibri"/>
              </a:rPr>
              <a:t>	</a:t>
            </a:r>
            <a:r>
              <a:rPr sz="2600" spc="-20" dirty="0">
                <a:latin typeface="Calibri"/>
                <a:cs typeface="Calibri"/>
              </a:rPr>
              <a:t>chief </a:t>
            </a:r>
            <a:r>
              <a:rPr sz="2600" spc="-10" dirty="0">
                <a:latin typeface="Calibri"/>
                <a:cs typeface="Calibri"/>
              </a:rPr>
              <a:t>challenge.</a:t>
            </a:r>
            <a:endParaRPr sz="2600" dirty="0">
              <a:latin typeface="Calibri"/>
              <a:cs typeface="Calibri"/>
            </a:endParaRPr>
          </a:p>
          <a:p>
            <a:pPr marL="241300" indent="-228600">
              <a:lnSpc>
                <a:spcPts val="2650"/>
              </a:lnSpc>
              <a:spcBef>
                <a:spcPts val="95"/>
              </a:spcBef>
              <a:buFont typeface="Arial MT"/>
              <a:buChar char="•"/>
              <a:tabLst>
                <a:tab pos="241300" algn="l"/>
              </a:tabLst>
            </a:pPr>
            <a:r>
              <a:rPr sz="2600" dirty="0">
                <a:latin typeface="Calibri"/>
                <a:cs typeface="Calibri"/>
              </a:rPr>
              <a:t>The</a:t>
            </a:r>
            <a:r>
              <a:rPr sz="2600" spc="-55" dirty="0">
                <a:latin typeface="Calibri"/>
                <a:cs typeface="Calibri"/>
              </a:rPr>
              <a:t> </a:t>
            </a:r>
            <a:r>
              <a:rPr sz="2600" dirty="0">
                <a:latin typeface="Calibri"/>
                <a:cs typeface="Calibri"/>
              </a:rPr>
              <a:t>project</a:t>
            </a:r>
            <a:r>
              <a:rPr sz="2600" spc="-40" dirty="0">
                <a:latin typeface="Calibri"/>
                <a:cs typeface="Calibri"/>
              </a:rPr>
              <a:t> </a:t>
            </a:r>
            <a:r>
              <a:rPr sz="2600" spc="-10" dirty="0">
                <a:latin typeface="Calibri"/>
                <a:cs typeface="Calibri"/>
              </a:rPr>
              <a:t>manager’s</a:t>
            </a:r>
            <a:r>
              <a:rPr sz="2600" spc="-50" dirty="0">
                <a:latin typeface="Calibri"/>
                <a:cs typeface="Calibri"/>
              </a:rPr>
              <a:t> </a:t>
            </a:r>
            <a:r>
              <a:rPr sz="2600" dirty="0">
                <a:latin typeface="Calibri"/>
                <a:cs typeface="Calibri"/>
              </a:rPr>
              <a:t>challenge</a:t>
            </a:r>
            <a:r>
              <a:rPr sz="2600" spc="-50" dirty="0">
                <a:latin typeface="Calibri"/>
                <a:cs typeface="Calibri"/>
              </a:rPr>
              <a:t> </a:t>
            </a:r>
            <a:r>
              <a:rPr sz="2600" dirty="0">
                <a:latin typeface="Calibri"/>
                <a:cs typeface="Calibri"/>
              </a:rPr>
              <a:t>is</a:t>
            </a:r>
            <a:r>
              <a:rPr sz="2600" spc="-50" dirty="0">
                <a:latin typeface="Calibri"/>
                <a:cs typeface="Calibri"/>
              </a:rPr>
              <a:t> </a:t>
            </a:r>
            <a:r>
              <a:rPr sz="2600" dirty="0">
                <a:latin typeface="Calibri"/>
                <a:cs typeface="Calibri"/>
              </a:rPr>
              <a:t>to</a:t>
            </a:r>
            <a:r>
              <a:rPr sz="2600" spc="-45" dirty="0">
                <a:latin typeface="Calibri"/>
                <a:cs typeface="Calibri"/>
              </a:rPr>
              <a:t> </a:t>
            </a:r>
            <a:r>
              <a:rPr sz="2600" dirty="0">
                <a:latin typeface="Calibri"/>
                <a:cs typeface="Calibri"/>
              </a:rPr>
              <a:t>keep</a:t>
            </a:r>
            <a:r>
              <a:rPr sz="2600" spc="-50" dirty="0">
                <a:latin typeface="Calibri"/>
                <a:cs typeface="Calibri"/>
              </a:rPr>
              <a:t> </a:t>
            </a:r>
            <a:r>
              <a:rPr sz="2600" dirty="0">
                <a:latin typeface="Calibri"/>
                <a:cs typeface="Calibri"/>
              </a:rPr>
              <a:t>the</a:t>
            </a:r>
            <a:r>
              <a:rPr sz="2600" spc="-45" dirty="0">
                <a:latin typeface="Calibri"/>
                <a:cs typeface="Calibri"/>
              </a:rPr>
              <a:t> </a:t>
            </a:r>
            <a:r>
              <a:rPr sz="2600" dirty="0">
                <a:latin typeface="Calibri"/>
                <a:cs typeface="Calibri"/>
              </a:rPr>
              <a:t>project</a:t>
            </a:r>
            <a:r>
              <a:rPr sz="2600" spc="-45" dirty="0">
                <a:latin typeface="Calibri"/>
                <a:cs typeface="Calibri"/>
              </a:rPr>
              <a:t> </a:t>
            </a:r>
            <a:r>
              <a:rPr sz="2600" dirty="0">
                <a:latin typeface="Calibri"/>
                <a:cs typeface="Calibri"/>
              </a:rPr>
              <a:t>team</a:t>
            </a:r>
            <a:r>
              <a:rPr sz="2600" spc="-45" dirty="0">
                <a:latin typeface="Calibri"/>
                <a:cs typeface="Calibri"/>
              </a:rPr>
              <a:t> </a:t>
            </a:r>
            <a:r>
              <a:rPr sz="2600" dirty="0">
                <a:latin typeface="Calibri"/>
                <a:cs typeface="Calibri"/>
              </a:rPr>
              <a:t>focused</a:t>
            </a:r>
            <a:r>
              <a:rPr sz="2600" spc="-45" dirty="0">
                <a:latin typeface="Calibri"/>
                <a:cs typeface="Calibri"/>
              </a:rPr>
              <a:t> </a:t>
            </a:r>
            <a:r>
              <a:rPr sz="2600" dirty="0">
                <a:latin typeface="Calibri"/>
                <a:cs typeface="Calibri"/>
              </a:rPr>
              <a:t>on</a:t>
            </a:r>
            <a:r>
              <a:rPr sz="2600" spc="-45" dirty="0">
                <a:latin typeface="Calibri"/>
                <a:cs typeface="Calibri"/>
              </a:rPr>
              <a:t> </a:t>
            </a:r>
            <a:r>
              <a:rPr sz="2600" spc="-25" dirty="0">
                <a:latin typeface="Calibri"/>
                <a:cs typeface="Calibri"/>
              </a:rPr>
              <a:t>the</a:t>
            </a:r>
            <a:endParaRPr sz="2600" dirty="0">
              <a:latin typeface="Calibri"/>
              <a:cs typeface="Calibri"/>
            </a:endParaRPr>
          </a:p>
          <a:p>
            <a:pPr marL="241300" marR="5080">
              <a:lnSpc>
                <a:spcPct val="70800"/>
              </a:lnSpc>
              <a:spcBef>
                <a:spcPts val="445"/>
              </a:spcBef>
            </a:pPr>
            <a:r>
              <a:rPr sz="2600" dirty="0">
                <a:latin typeface="Calibri"/>
                <a:cs typeface="Calibri"/>
              </a:rPr>
              <a:t>remaining</a:t>
            </a:r>
            <a:r>
              <a:rPr sz="2600" spc="-60" dirty="0">
                <a:latin typeface="Calibri"/>
                <a:cs typeface="Calibri"/>
              </a:rPr>
              <a:t> </a:t>
            </a:r>
            <a:r>
              <a:rPr sz="2600" dirty="0">
                <a:latin typeface="Calibri"/>
                <a:cs typeface="Calibri"/>
              </a:rPr>
              <a:t>project</a:t>
            </a:r>
            <a:r>
              <a:rPr sz="2600" spc="-60" dirty="0">
                <a:latin typeface="Calibri"/>
                <a:cs typeface="Calibri"/>
              </a:rPr>
              <a:t> </a:t>
            </a:r>
            <a:r>
              <a:rPr sz="2600" dirty="0">
                <a:latin typeface="Calibri"/>
                <a:cs typeface="Calibri"/>
              </a:rPr>
              <a:t>activities</a:t>
            </a:r>
            <a:r>
              <a:rPr sz="2600" spc="-75" dirty="0">
                <a:latin typeface="Calibri"/>
                <a:cs typeface="Calibri"/>
              </a:rPr>
              <a:t> </a:t>
            </a:r>
            <a:r>
              <a:rPr sz="2600" dirty="0">
                <a:latin typeface="Calibri"/>
                <a:cs typeface="Calibri"/>
              </a:rPr>
              <a:t>and</a:t>
            </a:r>
            <a:r>
              <a:rPr sz="2600" spc="-65" dirty="0">
                <a:latin typeface="Calibri"/>
                <a:cs typeface="Calibri"/>
              </a:rPr>
              <a:t> </a:t>
            </a:r>
            <a:r>
              <a:rPr sz="2600" dirty="0">
                <a:latin typeface="Calibri"/>
                <a:cs typeface="Calibri"/>
              </a:rPr>
              <a:t>delivery</a:t>
            </a:r>
            <a:r>
              <a:rPr sz="2600" spc="-65" dirty="0">
                <a:latin typeface="Calibri"/>
                <a:cs typeface="Calibri"/>
              </a:rPr>
              <a:t> </a:t>
            </a:r>
            <a:r>
              <a:rPr sz="2600" dirty="0">
                <a:latin typeface="Calibri"/>
                <a:cs typeface="Calibri"/>
              </a:rPr>
              <a:t>to</a:t>
            </a:r>
            <a:r>
              <a:rPr sz="2600" spc="-60" dirty="0">
                <a:latin typeface="Calibri"/>
                <a:cs typeface="Calibri"/>
              </a:rPr>
              <a:t> </a:t>
            </a:r>
            <a:r>
              <a:rPr sz="2600" dirty="0">
                <a:latin typeface="Calibri"/>
                <a:cs typeface="Calibri"/>
              </a:rPr>
              <a:t>the</a:t>
            </a:r>
            <a:r>
              <a:rPr sz="2600" spc="-60" dirty="0">
                <a:latin typeface="Calibri"/>
                <a:cs typeface="Calibri"/>
              </a:rPr>
              <a:t> </a:t>
            </a:r>
            <a:r>
              <a:rPr sz="2600" dirty="0">
                <a:latin typeface="Calibri"/>
                <a:cs typeface="Calibri"/>
              </a:rPr>
              <a:t>customer</a:t>
            </a:r>
            <a:r>
              <a:rPr sz="2600" spc="-60" dirty="0">
                <a:latin typeface="Calibri"/>
                <a:cs typeface="Calibri"/>
              </a:rPr>
              <a:t> </a:t>
            </a:r>
            <a:r>
              <a:rPr sz="2600" dirty="0">
                <a:latin typeface="Calibri"/>
                <a:cs typeface="Calibri"/>
              </a:rPr>
              <a:t>until</a:t>
            </a:r>
            <a:r>
              <a:rPr sz="2600" spc="-55" dirty="0">
                <a:latin typeface="Calibri"/>
                <a:cs typeface="Calibri"/>
              </a:rPr>
              <a:t> </a:t>
            </a:r>
            <a:r>
              <a:rPr sz="2600" dirty="0">
                <a:latin typeface="Calibri"/>
                <a:cs typeface="Calibri"/>
              </a:rPr>
              <a:t>the</a:t>
            </a:r>
            <a:r>
              <a:rPr sz="2600" spc="-65" dirty="0">
                <a:latin typeface="Calibri"/>
                <a:cs typeface="Calibri"/>
              </a:rPr>
              <a:t> </a:t>
            </a:r>
            <a:r>
              <a:rPr sz="2600" dirty="0">
                <a:latin typeface="Calibri"/>
                <a:cs typeface="Calibri"/>
              </a:rPr>
              <a:t>project</a:t>
            </a:r>
            <a:r>
              <a:rPr sz="2600" spc="-60" dirty="0">
                <a:latin typeface="Calibri"/>
                <a:cs typeface="Calibri"/>
              </a:rPr>
              <a:t> </a:t>
            </a:r>
            <a:r>
              <a:rPr sz="2600" spc="-25" dirty="0">
                <a:latin typeface="Calibri"/>
                <a:cs typeface="Calibri"/>
              </a:rPr>
              <a:t>is </a:t>
            </a:r>
            <a:r>
              <a:rPr sz="2600" spc="-10" dirty="0">
                <a:latin typeface="Calibri"/>
                <a:cs typeface="Calibri"/>
              </a:rPr>
              <a:t>complete</a:t>
            </a:r>
            <a:endParaRPr sz="2600" dirty="0">
              <a:latin typeface="Calibri"/>
              <a:cs typeface="Calibri"/>
            </a:endParaRPr>
          </a:p>
        </p:txBody>
      </p:sp>
      <p:sp>
        <p:nvSpPr>
          <p:cNvPr id="4" name="object 4"/>
          <p:cNvSpPr txBox="1"/>
          <p:nvPr/>
        </p:nvSpPr>
        <p:spPr>
          <a:xfrm>
            <a:off x="916939" y="3381755"/>
            <a:ext cx="10357485" cy="42164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1300" algn="l"/>
              </a:tabLst>
            </a:pPr>
            <a:r>
              <a:rPr sz="2600" dirty="0">
                <a:latin typeface="Calibri"/>
                <a:cs typeface="Calibri"/>
              </a:rPr>
              <a:t>Communicating</a:t>
            </a:r>
            <a:r>
              <a:rPr sz="2600" spc="325" dirty="0">
                <a:latin typeface="Calibri"/>
                <a:cs typeface="Calibri"/>
              </a:rPr>
              <a:t> </a:t>
            </a:r>
            <a:r>
              <a:rPr sz="2600" dirty="0">
                <a:latin typeface="Calibri"/>
                <a:cs typeface="Calibri"/>
              </a:rPr>
              <a:t>a</a:t>
            </a:r>
            <a:r>
              <a:rPr sz="2600" spc="320" dirty="0">
                <a:latin typeface="Calibri"/>
                <a:cs typeface="Calibri"/>
              </a:rPr>
              <a:t> </a:t>
            </a:r>
            <a:r>
              <a:rPr sz="2600" dirty="0">
                <a:latin typeface="Calibri"/>
                <a:cs typeface="Calibri"/>
              </a:rPr>
              <a:t>closure</a:t>
            </a:r>
            <a:r>
              <a:rPr sz="2600" spc="315" dirty="0">
                <a:latin typeface="Calibri"/>
                <a:cs typeface="Calibri"/>
              </a:rPr>
              <a:t> </a:t>
            </a:r>
            <a:r>
              <a:rPr sz="2600" dirty="0">
                <a:latin typeface="Calibri"/>
                <a:cs typeface="Calibri"/>
              </a:rPr>
              <a:t>and</a:t>
            </a:r>
            <a:r>
              <a:rPr sz="2600" spc="315" dirty="0">
                <a:latin typeface="Calibri"/>
                <a:cs typeface="Calibri"/>
              </a:rPr>
              <a:t> </a:t>
            </a:r>
            <a:r>
              <a:rPr sz="2600" dirty="0">
                <a:latin typeface="Calibri"/>
                <a:cs typeface="Calibri"/>
              </a:rPr>
              <a:t>review</a:t>
            </a:r>
            <a:r>
              <a:rPr sz="2600" spc="325" dirty="0">
                <a:latin typeface="Calibri"/>
                <a:cs typeface="Calibri"/>
              </a:rPr>
              <a:t> </a:t>
            </a:r>
            <a:r>
              <a:rPr sz="2600" dirty="0">
                <a:latin typeface="Calibri"/>
                <a:cs typeface="Calibri"/>
              </a:rPr>
              <a:t>plan</a:t>
            </a:r>
            <a:r>
              <a:rPr sz="2600" spc="315" dirty="0">
                <a:latin typeface="Calibri"/>
                <a:cs typeface="Calibri"/>
              </a:rPr>
              <a:t> </a:t>
            </a:r>
            <a:r>
              <a:rPr sz="2600" dirty="0">
                <a:latin typeface="Calibri"/>
                <a:cs typeface="Calibri"/>
              </a:rPr>
              <a:t>and</a:t>
            </a:r>
            <a:r>
              <a:rPr sz="2600" spc="320" dirty="0">
                <a:latin typeface="Calibri"/>
                <a:cs typeface="Calibri"/>
              </a:rPr>
              <a:t> </a:t>
            </a:r>
            <a:r>
              <a:rPr sz="2600" dirty="0">
                <a:latin typeface="Calibri"/>
                <a:cs typeface="Calibri"/>
              </a:rPr>
              <a:t>schedule</a:t>
            </a:r>
            <a:r>
              <a:rPr sz="2600" spc="305" dirty="0">
                <a:latin typeface="Calibri"/>
                <a:cs typeface="Calibri"/>
              </a:rPr>
              <a:t> </a:t>
            </a:r>
            <a:r>
              <a:rPr sz="2600" dirty="0">
                <a:latin typeface="Calibri"/>
                <a:cs typeface="Calibri"/>
              </a:rPr>
              <a:t>early</a:t>
            </a:r>
            <a:r>
              <a:rPr sz="2600" spc="320" dirty="0">
                <a:latin typeface="Calibri"/>
                <a:cs typeface="Calibri"/>
              </a:rPr>
              <a:t> </a:t>
            </a:r>
            <a:r>
              <a:rPr sz="2600" dirty="0">
                <a:latin typeface="Calibri"/>
                <a:cs typeface="Calibri"/>
              </a:rPr>
              <a:t>allows</a:t>
            </a:r>
            <a:r>
              <a:rPr sz="2600" spc="310" dirty="0">
                <a:latin typeface="Calibri"/>
                <a:cs typeface="Calibri"/>
              </a:rPr>
              <a:t> </a:t>
            </a:r>
            <a:r>
              <a:rPr sz="2600" spc="-25" dirty="0">
                <a:latin typeface="Calibri"/>
                <a:cs typeface="Calibri"/>
              </a:rPr>
              <a:t>the</a:t>
            </a:r>
            <a:endParaRPr sz="2600" dirty="0">
              <a:latin typeface="Calibri"/>
              <a:cs typeface="Calibri"/>
            </a:endParaRPr>
          </a:p>
        </p:txBody>
      </p:sp>
      <p:sp>
        <p:nvSpPr>
          <p:cNvPr id="5" name="object 5"/>
          <p:cNvSpPr txBox="1"/>
          <p:nvPr/>
        </p:nvSpPr>
        <p:spPr>
          <a:xfrm>
            <a:off x="1145539" y="3649979"/>
            <a:ext cx="10128885" cy="421640"/>
          </a:xfrm>
          <a:prstGeom prst="rect">
            <a:avLst/>
          </a:prstGeom>
        </p:spPr>
        <p:txBody>
          <a:bodyPr vert="horz" wrap="square" lIns="0" tIns="12700" rIns="0" bIns="0" rtlCol="0">
            <a:spAutoFit/>
          </a:bodyPr>
          <a:lstStyle/>
          <a:p>
            <a:pPr marL="12700">
              <a:lnSpc>
                <a:spcPct val="100000"/>
              </a:lnSpc>
              <a:spcBef>
                <a:spcPts val="100"/>
              </a:spcBef>
            </a:pPr>
            <a:r>
              <a:rPr sz="2600" dirty="0">
                <a:latin typeface="Calibri"/>
                <a:cs typeface="Calibri"/>
              </a:rPr>
              <a:t>project</a:t>
            </a:r>
            <a:r>
              <a:rPr sz="2600" spc="204" dirty="0">
                <a:latin typeface="Calibri"/>
                <a:cs typeface="Calibri"/>
              </a:rPr>
              <a:t> </a:t>
            </a:r>
            <a:r>
              <a:rPr sz="2600" dirty="0">
                <a:latin typeface="Calibri"/>
                <a:cs typeface="Calibri"/>
              </a:rPr>
              <a:t>team</a:t>
            </a:r>
            <a:r>
              <a:rPr sz="2600" spc="200" dirty="0">
                <a:latin typeface="Calibri"/>
                <a:cs typeface="Calibri"/>
              </a:rPr>
              <a:t> </a:t>
            </a:r>
            <a:r>
              <a:rPr sz="2600" dirty="0">
                <a:latin typeface="Calibri"/>
                <a:cs typeface="Calibri"/>
              </a:rPr>
              <a:t>to</a:t>
            </a:r>
            <a:r>
              <a:rPr sz="2600" spc="204" dirty="0">
                <a:latin typeface="Calibri"/>
                <a:cs typeface="Calibri"/>
              </a:rPr>
              <a:t> </a:t>
            </a:r>
            <a:r>
              <a:rPr sz="2600" dirty="0">
                <a:latin typeface="Calibri"/>
                <a:cs typeface="Calibri"/>
              </a:rPr>
              <a:t>(1)</a:t>
            </a:r>
            <a:r>
              <a:rPr sz="2600" spc="204" dirty="0">
                <a:latin typeface="Calibri"/>
                <a:cs typeface="Calibri"/>
              </a:rPr>
              <a:t> </a:t>
            </a:r>
            <a:r>
              <a:rPr sz="2600" dirty="0">
                <a:latin typeface="Calibri"/>
                <a:cs typeface="Calibri"/>
              </a:rPr>
              <a:t>accept</a:t>
            </a:r>
            <a:r>
              <a:rPr sz="2600" spc="204" dirty="0">
                <a:latin typeface="Calibri"/>
                <a:cs typeface="Calibri"/>
              </a:rPr>
              <a:t> </a:t>
            </a:r>
            <a:r>
              <a:rPr sz="2600" dirty="0">
                <a:latin typeface="Calibri"/>
                <a:cs typeface="Calibri"/>
              </a:rPr>
              <a:t>the</a:t>
            </a:r>
            <a:r>
              <a:rPr sz="2600" spc="200" dirty="0">
                <a:latin typeface="Calibri"/>
                <a:cs typeface="Calibri"/>
              </a:rPr>
              <a:t> </a:t>
            </a:r>
            <a:r>
              <a:rPr sz="2600" dirty="0">
                <a:latin typeface="Calibri"/>
                <a:cs typeface="Calibri"/>
              </a:rPr>
              <a:t>psychological</a:t>
            </a:r>
            <a:r>
              <a:rPr sz="2600" spc="200" dirty="0">
                <a:latin typeface="Calibri"/>
                <a:cs typeface="Calibri"/>
              </a:rPr>
              <a:t> </a:t>
            </a:r>
            <a:r>
              <a:rPr sz="2600" dirty="0">
                <a:latin typeface="Calibri"/>
                <a:cs typeface="Calibri"/>
              </a:rPr>
              <a:t>fact</a:t>
            </a:r>
            <a:r>
              <a:rPr sz="2600" spc="204" dirty="0">
                <a:latin typeface="Calibri"/>
                <a:cs typeface="Calibri"/>
              </a:rPr>
              <a:t> </a:t>
            </a:r>
            <a:r>
              <a:rPr sz="2600" dirty="0">
                <a:latin typeface="Calibri"/>
                <a:cs typeface="Calibri"/>
              </a:rPr>
              <a:t>the</a:t>
            </a:r>
            <a:r>
              <a:rPr sz="2600" spc="200" dirty="0">
                <a:latin typeface="Calibri"/>
                <a:cs typeface="Calibri"/>
              </a:rPr>
              <a:t> </a:t>
            </a:r>
            <a:r>
              <a:rPr sz="2600" dirty="0">
                <a:latin typeface="Calibri"/>
                <a:cs typeface="Calibri"/>
              </a:rPr>
              <a:t>project</a:t>
            </a:r>
            <a:r>
              <a:rPr sz="2600" spc="210" dirty="0">
                <a:latin typeface="Calibri"/>
                <a:cs typeface="Calibri"/>
              </a:rPr>
              <a:t> </a:t>
            </a:r>
            <a:r>
              <a:rPr sz="2600" dirty="0">
                <a:latin typeface="Calibri"/>
                <a:cs typeface="Calibri"/>
              </a:rPr>
              <a:t>will</a:t>
            </a:r>
            <a:r>
              <a:rPr sz="2600" spc="204" dirty="0">
                <a:latin typeface="Calibri"/>
                <a:cs typeface="Calibri"/>
              </a:rPr>
              <a:t> </a:t>
            </a:r>
            <a:r>
              <a:rPr sz="2600" dirty="0">
                <a:latin typeface="Calibri"/>
                <a:cs typeface="Calibri"/>
              </a:rPr>
              <a:t>end</a:t>
            </a:r>
            <a:r>
              <a:rPr sz="2600" spc="200" dirty="0">
                <a:latin typeface="Calibri"/>
                <a:cs typeface="Calibri"/>
              </a:rPr>
              <a:t> </a:t>
            </a:r>
            <a:r>
              <a:rPr sz="2600" spc="-25" dirty="0">
                <a:latin typeface="Calibri"/>
                <a:cs typeface="Calibri"/>
              </a:rPr>
              <a:t>and</a:t>
            </a:r>
            <a:endParaRPr sz="2600">
              <a:latin typeface="Calibri"/>
              <a:cs typeface="Calibri"/>
            </a:endParaRPr>
          </a:p>
        </p:txBody>
      </p:sp>
      <p:sp>
        <p:nvSpPr>
          <p:cNvPr id="6" name="object 6"/>
          <p:cNvSpPr txBox="1"/>
          <p:nvPr/>
        </p:nvSpPr>
        <p:spPr>
          <a:xfrm>
            <a:off x="916939" y="3927348"/>
            <a:ext cx="9822815" cy="2621280"/>
          </a:xfrm>
          <a:prstGeom prst="rect">
            <a:avLst/>
          </a:prstGeom>
        </p:spPr>
        <p:txBody>
          <a:bodyPr vert="horz" wrap="square" lIns="0" tIns="12700" rIns="0" bIns="0" rtlCol="0">
            <a:spAutoFit/>
          </a:bodyPr>
          <a:lstStyle/>
          <a:p>
            <a:pPr marL="241300">
              <a:lnSpc>
                <a:spcPct val="100000"/>
              </a:lnSpc>
              <a:spcBef>
                <a:spcPts val="100"/>
              </a:spcBef>
            </a:pPr>
            <a:r>
              <a:rPr sz="2600" dirty="0">
                <a:latin typeface="Calibri"/>
                <a:cs typeface="Calibri"/>
              </a:rPr>
              <a:t>(2)</a:t>
            </a:r>
            <a:r>
              <a:rPr sz="2600" spc="-60" dirty="0">
                <a:latin typeface="Calibri"/>
                <a:cs typeface="Calibri"/>
              </a:rPr>
              <a:t> </a:t>
            </a:r>
            <a:r>
              <a:rPr sz="2600" spc="-10" dirty="0">
                <a:latin typeface="Calibri"/>
                <a:cs typeface="Calibri"/>
              </a:rPr>
              <a:t>prepare</a:t>
            </a:r>
            <a:r>
              <a:rPr sz="2600" spc="-70" dirty="0">
                <a:latin typeface="Calibri"/>
                <a:cs typeface="Calibri"/>
              </a:rPr>
              <a:t> </a:t>
            </a:r>
            <a:r>
              <a:rPr sz="2600" dirty="0">
                <a:latin typeface="Calibri"/>
                <a:cs typeface="Calibri"/>
              </a:rPr>
              <a:t>to</a:t>
            </a:r>
            <a:r>
              <a:rPr sz="2600" spc="-50" dirty="0">
                <a:latin typeface="Calibri"/>
                <a:cs typeface="Calibri"/>
              </a:rPr>
              <a:t> </a:t>
            </a:r>
            <a:r>
              <a:rPr sz="2600" dirty="0">
                <a:latin typeface="Calibri"/>
                <a:cs typeface="Calibri"/>
              </a:rPr>
              <a:t>move</a:t>
            </a:r>
            <a:r>
              <a:rPr sz="2600" spc="-60" dirty="0">
                <a:latin typeface="Calibri"/>
                <a:cs typeface="Calibri"/>
              </a:rPr>
              <a:t> </a:t>
            </a:r>
            <a:r>
              <a:rPr sz="2600" spc="-25" dirty="0">
                <a:latin typeface="Calibri"/>
                <a:cs typeface="Calibri"/>
              </a:rPr>
              <a:t>on.</a:t>
            </a:r>
            <a:endParaRPr sz="2600" dirty="0">
              <a:latin typeface="Calibri"/>
              <a:cs typeface="Calibri"/>
            </a:endParaRPr>
          </a:p>
          <a:p>
            <a:pPr marL="241300" indent="-228600">
              <a:lnSpc>
                <a:spcPts val="2960"/>
              </a:lnSpc>
              <a:spcBef>
                <a:spcPts val="95"/>
              </a:spcBef>
              <a:buFont typeface="Arial MT"/>
              <a:buChar char="•"/>
              <a:tabLst>
                <a:tab pos="241300" algn="l"/>
              </a:tabLst>
            </a:pPr>
            <a:r>
              <a:rPr sz="2600" dirty="0">
                <a:latin typeface="Calibri"/>
                <a:cs typeface="Calibri"/>
              </a:rPr>
              <a:t>Implementing</a:t>
            </a:r>
            <a:r>
              <a:rPr sz="2600" spc="-50" dirty="0">
                <a:latin typeface="Calibri"/>
                <a:cs typeface="Calibri"/>
              </a:rPr>
              <a:t> </a:t>
            </a:r>
            <a:r>
              <a:rPr sz="2600" dirty="0">
                <a:latin typeface="Calibri"/>
                <a:cs typeface="Calibri"/>
              </a:rPr>
              <a:t>the</a:t>
            </a:r>
            <a:r>
              <a:rPr sz="2600" spc="-55" dirty="0">
                <a:latin typeface="Calibri"/>
                <a:cs typeface="Calibri"/>
              </a:rPr>
              <a:t> </a:t>
            </a:r>
            <a:r>
              <a:rPr sz="2600" dirty="0">
                <a:latin typeface="Calibri"/>
                <a:cs typeface="Calibri"/>
              </a:rPr>
              <a:t>closure</a:t>
            </a:r>
            <a:r>
              <a:rPr sz="2600" spc="-55" dirty="0">
                <a:latin typeface="Calibri"/>
                <a:cs typeface="Calibri"/>
              </a:rPr>
              <a:t> </a:t>
            </a:r>
            <a:r>
              <a:rPr sz="2600" dirty="0">
                <a:latin typeface="Calibri"/>
                <a:cs typeface="Calibri"/>
              </a:rPr>
              <a:t>process</a:t>
            </a:r>
            <a:r>
              <a:rPr sz="2600" spc="-50" dirty="0">
                <a:latin typeface="Calibri"/>
                <a:cs typeface="Calibri"/>
              </a:rPr>
              <a:t> </a:t>
            </a:r>
            <a:r>
              <a:rPr sz="2600" dirty="0">
                <a:latin typeface="Calibri"/>
                <a:cs typeface="Calibri"/>
              </a:rPr>
              <a:t>includes</a:t>
            </a:r>
            <a:r>
              <a:rPr sz="2600" spc="-50" dirty="0">
                <a:latin typeface="Calibri"/>
                <a:cs typeface="Calibri"/>
              </a:rPr>
              <a:t> </a:t>
            </a:r>
            <a:r>
              <a:rPr sz="2600" dirty="0">
                <a:latin typeface="Calibri"/>
                <a:cs typeface="Calibri"/>
              </a:rPr>
              <a:t>(6)</a:t>
            </a:r>
            <a:r>
              <a:rPr sz="2600" spc="-55" dirty="0">
                <a:latin typeface="Calibri"/>
                <a:cs typeface="Calibri"/>
              </a:rPr>
              <a:t> </a:t>
            </a:r>
            <a:r>
              <a:rPr sz="2600" dirty="0">
                <a:latin typeface="Calibri"/>
                <a:cs typeface="Calibri"/>
              </a:rPr>
              <a:t>major</a:t>
            </a:r>
            <a:r>
              <a:rPr sz="2600" spc="-40" dirty="0">
                <a:latin typeface="Calibri"/>
                <a:cs typeface="Calibri"/>
              </a:rPr>
              <a:t> </a:t>
            </a:r>
            <a:r>
              <a:rPr sz="2600" spc="-30" dirty="0">
                <a:latin typeface="Calibri"/>
                <a:cs typeface="Calibri"/>
              </a:rPr>
              <a:t>wrap-</a:t>
            </a:r>
            <a:r>
              <a:rPr sz="2600" dirty="0">
                <a:latin typeface="Calibri"/>
                <a:cs typeface="Calibri"/>
              </a:rPr>
              <a:t>up</a:t>
            </a:r>
            <a:r>
              <a:rPr sz="2600" spc="-50" dirty="0">
                <a:latin typeface="Calibri"/>
                <a:cs typeface="Calibri"/>
              </a:rPr>
              <a:t> </a:t>
            </a:r>
            <a:r>
              <a:rPr sz="2600" spc="-10" dirty="0">
                <a:latin typeface="Calibri"/>
                <a:cs typeface="Calibri"/>
              </a:rPr>
              <a:t>activities:</a:t>
            </a:r>
            <a:endParaRPr sz="2600" dirty="0">
              <a:latin typeface="Calibri"/>
              <a:cs typeface="Calibri"/>
            </a:endParaRPr>
          </a:p>
          <a:p>
            <a:pPr marL="672465" lvl="1" indent="-342265">
              <a:lnSpc>
                <a:spcPts val="2360"/>
              </a:lnSpc>
              <a:buAutoNum type="arabicPeriod"/>
              <a:tabLst>
                <a:tab pos="672465" algn="l"/>
              </a:tabLst>
            </a:pPr>
            <a:r>
              <a:rPr sz="2200" dirty="0">
                <a:latin typeface="Calibri"/>
                <a:cs typeface="Calibri"/>
              </a:rPr>
              <a:t>Getting</a:t>
            </a:r>
            <a:r>
              <a:rPr sz="2200" spc="-80" dirty="0">
                <a:latin typeface="Calibri"/>
                <a:cs typeface="Calibri"/>
              </a:rPr>
              <a:t> </a:t>
            </a:r>
            <a:r>
              <a:rPr sz="2200" dirty="0">
                <a:latin typeface="Calibri"/>
                <a:cs typeface="Calibri"/>
              </a:rPr>
              <a:t>delivery</a:t>
            </a:r>
            <a:r>
              <a:rPr sz="2200" spc="-75" dirty="0">
                <a:latin typeface="Calibri"/>
                <a:cs typeface="Calibri"/>
              </a:rPr>
              <a:t> </a:t>
            </a:r>
            <a:r>
              <a:rPr sz="2200" dirty="0">
                <a:latin typeface="Calibri"/>
                <a:cs typeface="Calibri"/>
              </a:rPr>
              <a:t>acceptance</a:t>
            </a:r>
            <a:r>
              <a:rPr sz="2200" spc="-75" dirty="0">
                <a:latin typeface="Calibri"/>
                <a:cs typeface="Calibri"/>
              </a:rPr>
              <a:t> </a:t>
            </a:r>
            <a:r>
              <a:rPr sz="2200" dirty="0">
                <a:latin typeface="Calibri"/>
                <a:cs typeface="Calibri"/>
              </a:rPr>
              <a:t>from</a:t>
            </a:r>
            <a:r>
              <a:rPr sz="2200" spc="-75" dirty="0">
                <a:latin typeface="Calibri"/>
                <a:cs typeface="Calibri"/>
              </a:rPr>
              <a:t> </a:t>
            </a:r>
            <a:r>
              <a:rPr sz="2200" dirty="0">
                <a:latin typeface="Calibri"/>
                <a:cs typeface="Calibri"/>
              </a:rPr>
              <a:t>the</a:t>
            </a:r>
            <a:r>
              <a:rPr sz="2200" spc="-75" dirty="0">
                <a:latin typeface="Calibri"/>
                <a:cs typeface="Calibri"/>
              </a:rPr>
              <a:t> </a:t>
            </a:r>
            <a:r>
              <a:rPr sz="2200" spc="-10" dirty="0">
                <a:latin typeface="Calibri"/>
                <a:cs typeface="Calibri"/>
              </a:rPr>
              <a:t>customer.</a:t>
            </a:r>
            <a:endParaRPr sz="2200" dirty="0">
              <a:latin typeface="Calibri"/>
              <a:cs typeface="Calibri"/>
            </a:endParaRPr>
          </a:p>
          <a:p>
            <a:pPr marL="672465" lvl="1" indent="-342265">
              <a:lnSpc>
                <a:spcPts val="2350"/>
              </a:lnSpc>
              <a:buAutoNum type="arabicPeriod"/>
              <a:tabLst>
                <a:tab pos="672465" algn="l"/>
              </a:tabLst>
            </a:pPr>
            <a:r>
              <a:rPr sz="2200" dirty="0">
                <a:latin typeface="Calibri"/>
                <a:cs typeface="Calibri"/>
              </a:rPr>
              <a:t>Shutting</a:t>
            </a:r>
            <a:r>
              <a:rPr sz="2200" spc="-65" dirty="0">
                <a:latin typeface="Calibri"/>
                <a:cs typeface="Calibri"/>
              </a:rPr>
              <a:t> </a:t>
            </a:r>
            <a:r>
              <a:rPr sz="2200" dirty="0">
                <a:latin typeface="Calibri"/>
                <a:cs typeface="Calibri"/>
              </a:rPr>
              <a:t>down</a:t>
            </a:r>
            <a:r>
              <a:rPr sz="2200" spc="-65" dirty="0">
                <a:latin typeface="Calibri"/>
                <a:cs typeface="Calibri"/>
              </a:rPr>
              <a:t> </a:t>
            </a:r>
            <a:r>
              <a:rPr sz="2200" dirty="0">
                <a:latin typeface="Calibri"/>
                <a:cs typeface="Calibri"/>
              </a:rPr>
              <a:t>resources</a:t>
            </a:r>
            <a:r>
              <a:rPr sz="2200" spc="-60" dirty="0">
                <a:latin typeface="Calibri"/>
                <a:cs typeface="Calibri"/>
              </a:rPr>
              <a:t> </a:t>
            </a:r>
            <a:r>
              <a:rPr sz="2200" dirty="0">
                <a:latin typeface="Calibri"/>
                <a:cs typeface="Calibri"/>
              </a:rPr>
              <a:t>and</a:t>
            </a:r>
            <a:r>
              <a:rPr sz="2200" spc="-70" dirty="0">
                <a:latin typeface="Calibri"/>
                <a:cs typeface="Calibri"/>
              </a:rPr>
              <a:t> </a:t>
            </a:r>
            <a:r>
              <a:rPr sz="2200" dirty="0">
                <a:latin typeface="Calibri"/>
                <a:cs typeface="Calibri"/>
              </a:rPr>
              <a:t>releasing</a:t>
            </a:r>
            <a:r>
              <a:rPr sz="2200" spc="-60" dirty="0">
                <a:latin typeface="Calibri"/>
                <a:cs typeface="Calibri"/>
              </a:rPr>
              <a:t> </a:t>
            </a:r>
            <a:r>
              <a:rPr sz="2200" dirty="0">
                <a:latin typeface="Calibri"/>
                <a:cs typeface="Calibri"/>
              </a:rPr>
              <a:t>to</a:t>
            </a:r>
            <a:r>
              <a:rPr sz="2200" spc="-60" dirty="0">
                <a:latin typeface="Calibri"/>
                <a:cs typeface="Calibri"/>
              </a:rPr>
              <a:t> </a:t>
            </a:r>
            <a:r>
              <a:rPr sz="2200" dirty="0">
                <a:latin typeface="Calibri"/>
                <a:cs typeface="Calibri"/>
              </a:rPr>
              <a:t>new</a:t>
            </a:r>
            <a:r>
              <a:rPr sz="2200" spc="-60" dirty="0">
                <a:latin typeface="Calibri"/>
                <a:cs typeface="Calibri"/>
              </a:rPr>
              <a:t> </a:t>
            </a:r>
            <a:r>
              <a:rPr sz="2200" spc="-10" dirty="0">
                <a:latin typeface="Calibri"/>
                <a:cs typeface="Calibri"/>
              </a:rPr>
              <a:t>uses.</a:t>
            </a:r>
            <a:endParaRPr sz="2200" dirty="0">
              <a:latin typeface="Calibri"/>
              <a:cs typeface="Calibri"/>
            </a:endParaRPr>
          </a:p>
          <a:p>
            <a:pPr marL="672465" lvl="1" indent="-342265">
              <a:lnSpc>
                <a:spcPts val="2350"/>
              </a:lnSpc>
              <a:buAutoNum type="arabicPeriod"/>
              <a:tabLst>
                <a:tab pos="672465" algn="l"/>
              </a:tabLst>
            </a:pPr>
            <a:r>
              <a:rPr sz="2200" spc="-10" dirty="0">
                <a:latin typeface="Calibri"/>
                <a:cs typeface="Calibri"/>
              </a:rPr>
              <a:t>Reassigning</a:t>
            </a:r>
            <a:r>
              <a:rPr sz="2200" spc="-60" dirty="0">
                <a:latin typeface="Calibri"/>
                <a:cs typeface="Calibri"/>
              </a:rPr>
              <a:t> </a:t>
            </a:r>
            <a:r>
              <a:rPr sz="2200" dirty="0">
                <a:latin typeface="Calibri"/>
                <a:cs typeface="Calibri"/>
              </a:rPr>
              <a:t>project</a:t>
            </a:r>
            <a:r>
              <a:rPr sz="2200" spc="-60" dirty="0">
                <a:latin typeface="Calibri"/>
                <a:cs typeface="Calibri"/>
              </a:rPr>
              <a:t> </a:t>
            </a:r>
            <a:r>
              <a:rPr sz="2200" dirty="0">
                <a:latin typeface="Calibri"/>
                <a:cs typeface="Calibri"/>
              </a:rPr>
              <a:t>team</a:t>
            </a:r>
            <a:r>
              <a:rPr sz="2200" spc="-55" dirty="0">
                <a:latin typeface="Calibri"/>
                <a:cs typeface="Calibri"/>
              </a:rPr>
              <a:t> </a:t>
            </a:r>
            <a:r>
              <a:rPr sz="2200" spc="-10" dirty="0">
                <a:latin typeface="Calibri"/>
                <a:cs typeface="Calibri"/>
              </a:rPr>
              <a:t>members.</a:t>
            </a:r>
            <a:endParaRPr sz="2200" dirty="0">
              <a:latin typeface="Calibri"/>
              <a:cs typeface="Calibri"/>
            </a:endParaRPr>
          </a:p>
          <a:p>
            <a:pPr marL="672465" lvl="1" indent="-342265">
              <a:lnSpc>
                <a:spcPts val="2340"/>
              </a:lnSpc>
              <a:buAutoNum type="arabicPeriod"/>
              <a:tabLst>
                <a:tab pos="672465" algn="l"/>
              </a:tabLst>
            </a:pPr>
            <a:r>
              <a:rPr sz="2200" dirty="0">
                <a:latin typeface="Calibri"/>
                <a:cs typeface="Calibri"/>
              </a:rPr>
              <a:t>Closing</a:t>
            </a:r>
            <a:r>
              <a:rPr sz="2200" spc="-45" dirty="0">
                <a:latin typeface="Calibri"/>
                <a:cs typeface="Calibri"/>
              </a:rPr>
              <a:t> </a:t>
            </a:r>
            <a:r>
              <a:rPr sz="2200" dirty="0">
                <a:latin typeface="Calibri"/>
                <a:cs typeface="Calibri"/>
              </a:rPr>
              <a:t>accounts</a:t>
            </a:r>
            <a:r>
              <a:rPr sz="2200" spc="-40" dirty="0">
                <a:latin typeface="Calibri"/>
                <a:cs typeface="Calibri"/>
              </a:rPr>
              <a:t> </a:t>
            </a:r>
            <a:r>
              <a:rPr sz="2200" dirty="0">
                <a:latin typeface="Calibri"/>
                <a:cs typeface="Calibri"/>
              </a:rPr>
              <a:t>and</a:t>
            </a:r>
            <a:r>
              <a:rPr sz="2200" spc="-45" dirty="0">
                <a:latin typeface="Calibri"/>
                <a:cs typeface="Calibri"/>
              </a:rPr>
              <a:t> </a:t>
            </a:r>
            <a:r>
              <a:rPr sz="2200" dirty="0">
                <a:latin typeface="Calibri"/>
                <a:cs typeface="Calibri"/>
              </a:rPr>
              <a:t>seeing</a:t>
            </a:r>
            <a:r>
              <a:rPr sz="2200" spc="-45" dirty="0">
                <a:latin typeface="Calibri"/>
                <a:cs typeface="Calibri"/>
              </a:rPr>
              <a:t> </a:t>
            </a:r>
            <a:r>
              <a:rPr sz="2200" dirty="0">
                <a:latin typeface="Calibri"/>
                <a:cs typeface="Calibri"/>
              </a:rPr>
              <a:t>all</a:t>
            </a:r>
            <a:r>
              <a:rPr sz="2200" spc="-45" dirty="0">
                <a:latin typeface="Calibri"/>
                <a:cs typeface="Calibri"/>
              </a:rPr>
              <a:t> </a:t>
            </a:r>
            <a:r>
              <a:rPr sz="2200" dirty="0">
                <a:latin typeface="Calibri"/>
                <a:cs typeface="Calibri"/>
              </a:rPr>
              <a:t>bills</a:t>
            </a:r>
            <a:r>
              <a:rPr sz="2200" spc="-40" dirty="0">
                <a:latin typeface="Calibri"/>
                <a:cs typeface="Calibri"/>
              </a:rPr>
              <a:t> </a:t>
            </a:r>
            <a:r>
              <a:rPr sz="2200" dirty="0">
                <a:latin typeface="Calibri"/>
                <a:cs typeface="Calibri"/>
              </a:rPr>
              <a:t>are</a:t>
            </a:r>
            <a:r>
              <a:rPr sz="2200" spc="-40" dirty="0">
                <a:latin typeface="Calibri"/>
                <a:cs typeface="Calibri"/>
              </a:rPr>
              <a:t> </a:t>
            </a:r>
            <a:r>
              <a:rPr sz="2200" spc="-10" dirty="0">
                <a:latin typeface="Calibri"/>
                <a:cs typeface="Calibri"/>
              </a:rPr>
              <a:t>paid.</a:t>
            </a:r>
            <a:endParaRPr sz="2200" dirty="0">
              <a:latin typeface="Calibri"/>
              <a:cs typeface="Calibri"/>
            </a:endParaRPr>
          </a:p>
          <a:p>
            <a:pPr marL="672465" lvl="1" indent="-342265">
              <a:lnSpc>
                <a:spcPts val="2340"/>
              </a:lnSpc>
              <a:buAutoNum type="arabicPeriod"/>
              <a:tabLst>
                <a:tab pos="672465" algn="l"/>
              </a:tabLst>
            </a:pPr>
            <a:r>
              <a:rPr sz="2200" dirty="0">
                <a:latin typeface="Calibri"/>
                <a:cs typeface="Calibri"/>
              </a:rPr>
              <a:t>Delivering</a:t>
            </a:r>
            <a:r>
              <a:rPr sz="2200" spc="-60" dirty="0">
                <a:latin typeface="Calibri"/>
                <a:cs typeface="Calibri"/>
              </a:rPr>
              <a:t> </a:t>
            </a:r>
            <a:r>
              <a:rPr sz="2200" dirty="0">
                <a:latin typeface="Calibri"/>
                <a:cs typeface="Calibri"/>
              </a:rPr>
              <a:t>the</a:t>
            </a:r>
            <a:r>
              <a:rPr sz="2200" spc="-55" dirty="0">
                <a:latin typeface="Calibri"/>
                <a:cs typeface="Calibri"/>
              </a:rPr>
              <a:t> </a:t>
            </a:r>
            <a:r>
              <a:rPr sz="2200" dirty="0">
                <a:latin typeface="Calibri"/>
                <a:cs typeface="Calibri"/>
              </a:rPr>
              <a:t>project</a:t>
            </a:r>
            <a:r>
              <a:rPr sz="2200" spc="-60" dirty="0">
                <a:latin typeface="Calibri"/>
                <a:cs typeface="Calibri"/>
              </a:rPr>
              <a:t> </a:t>
            </a:r>
            <a:r>
              <a:rPr sz="2200" dirty="0">
                <a:latin typeface="Calibri"/>
                <a:cs typeface="Calibri"/>
              </a:rPr>
              <a:t>to</a:t>
            </a:r>
            <a:r>
              <a:rPr sz="2200" spc="-55" dirty="0">
                <a:latin typeface="Calibri"/>
                <a:cs typeface="Calibri"/>
              </a:rPr>
              <a:t> </a:t>
            </a:r>
            <a:r>
              <a:rPr sz="2200" dirty="0">
                <a:latin typeface="Calibri"/>
                <a:cs typeface="Calibri"/>
              </a:rPr>
              <a:t>the</a:t>
            </a:r>
            <a:r>
              <a:rPr sz="2200" spc="-55" dirty="0">
                <a:latin typeface="Calibri"/>
                <a:cs typeface="Calibri"/>
              </a:rPr>
              <a:t> </a:t>
            </a:r>
            <a:r>
              <a:rPr sz="2200" spc="-10" dirty="0">
                <a:latin typeface="Calibri"/>
                <a:cs typeface="Calibri"/>
              </a:rPr>
              <a:t>customer.</a:t>
            </a:r>
            <a:endParaRPr sz="2200" dirty="0">
              <a:latin typeface="Calibri"/>
              <a:cs typeface="Calibri"/>
            </a:endParaRPr>
          </a:p>
          <a:p>
            <a:pPr marL="672465" lvl="1" indent="-342265">
              <a:lnSpc>
                <a:spcPts val="2520"/>
              </a:lnSpc>
              <a:buAutoNum type="arabicPeriod"/>
              <a:tabLst>
                <a:tab pos="672465" algn="l"/>
              </a:tabLst>
            </a:pPr>
            <a:r>
              <a:rPr sz="2200" dirty="0">
                <a:latin typeface="Calibri"/>
                <a:cs typeface="Calibri"/>
              </a:rPr>
              <a:t>Creating</a:t>
            </a:r>
            <a:r>
              <a:rPr sz="2200" spc="-45" dirty="0">
                <a:latin typeface="Calibri"/>
                <a:cs typeface="Calibri"/>
              </a:rPr>
              <a:t> </a:t>
            </a:r>
            <a:r>
              <a:rPr sz="2200" dirty="0">
                <a:latin typeface="Calibri"/>
                <a:cs typeface="Calibri"/>
              </a:rPr>
              <a:t>a</a:t>
            </a:r>
            <a:r>
              <a:rPr sz="2200" spc="-45" dirty="0">
                <a:latin typeface="Calibri"/>
                <a:cs typeface="Calibri"/>
              </a:rPr>
              <a:t> </a:t>
            </a:r>
            <a:r>
              <a:rPr sz="2200" dirty="0">
                <a:latin typeface="Calibri"/>
                <a:cs typeface="Calibri"/>
              </a:rPr>
              <a:t>final</a:t>
            </a:r>
            <a:r>
              <a:rPr sz="2200" spc="-50" dirty="0">
                <a:latin typeface="Calibri"/>
                <a:cs typeface="Calibri"/>
              </a:rPr>
              <a:t> </a:t>
            </a:r>
            <a:r>
              <a:rPr sz="2200" spc="-10" dirty="0">
                <a:latin typeface="Calibri"/>
                <a:cs typeface="Calibri"/>
              </a:rPr>
              <a:t>report.</a:t>
            </a:r>
            <a:endParaRPr sz="2200" dirty="0">
              <a:latin typeface="Calibri"/>
              <a:cs typeface="Calibri"/>
            </a:endParaRPr>
          </a:p>
        </p:txBody>
      </p:sp>
      <p:pic>
        <p:nvPicPr>
          <p:cNvPr id="8" name="Picture 7">
            <a:extLst>
              <a:ext uri="{FF2B5EF4-FFF2-40B4-BE49-F238E27FC236}">
                <a16:creationId xmlns:a16="http://schemas.microsoft.com/office/drawing/2014/main" id="{FD319EA3-DC62-C525-C373-C48586F938B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91800" y="1"/>
            <a:ext cx="16002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072896" y="1677297"/>
            <a:ext cx="8049217" cy="248963"/>
            <a:chOff x="913835" y="1153610"/>
            <a:chExt cx="8869045" cy="274320"/>
          </a:xfrm>
        </p:grpSpPr>
        <p:pic>
          <p:nvPicPr>
            <p:cNvPr id="3" name="object 3"/>
            <p:cNvPicPr/>
            <p:nvPr/>
          </p:nvPicPr>
          <p:blipFill>
            <a:blip r:embed="rId2" cstate="print"/>
            <a:stretch>
              <a:fillRect/>
            </a:stretch>
          </p:blipFill>
          <p:spPr>
            <a:xfrm>
              <a:off x="920213" y="1153610"/>
              <a:ext cx="475177" cy="274263"/>
            </a:xfrm>
            <a:prstGeom prst="rect">
              <a:avLst/>
            </a:prstGeom>
          </p:spPr>
        </p:pic>
        <p:sp>
          <p:nvSpPr>
            <p:cNvPr id="4" name="object 4"/>
            <p:cNvSpPr/>
            <p:nvPr/>
          </p:nvSpPr>
          <p:spPr>
            <a:xfrm>
              <a:off x="913835" y="1153610"/>
              <a:ext cx="8869045" cy="271145"/>
            </a:xfrm>
            <a:custGeom>
              <a:avLst/>
              <a:gdLst/>
              <a:ahLst/>
              <a:cxnLst/>
              <a:rect l="l" t="t" r="r" b="b"/>
              <a:pathLst>
                <a:path w="8869045" h="271144">
                  <a:moveTo>
                    <a:pt x="8868916" y="271074"/>
                  </a:moveTo>
                  <a:lnTo>
                    <a:pt x="0" y="271074"/>
                  </a:lnTo>
                  <a:lnTo>
                    <a:pt x="0" y="0"/>
                  </a:lnTo>
                  <a:lnTo>
                    <a:pt x="8868916" y="0"/>
                  </a:lnTo>
                  <a:lnTo>
                    <a:pt x="8868916" y="271074"/>
                  </a:lnTo>
                  <a:close/>
                </a:path>
              </a:pathLst>
            </a:custGeom>
            <a:solidFill>
              <a:srgbClr val="000000"/>
            </a:solidFill>
          </p:spPr>
          <p:txBody>
            <a:bodyPr wrap="square" lIns="0" tIns="0" rIns="0" bIns="0" rtlCol="0"/>
            <a:lstStyle/>
            <a:p>
              <a:endParaRPr/>
            </a:p>
          </p:txBody>
        </p:sp>
      </p:grpSp>
      <p:sp>
        <p:nvSpPr>
          <p:cNvPr id="5" name="object 5"/>
          <p:cNvSpPr txBox="1"/>
          <p:nvPr/>
        </p:nvSpPr>
        <p:spPr>
          <a:xfrm>
            <a:off x="2072896" y="1677297"/>
            <a:ext cx="8049217" cy="210161"/>
          </a:xfrm>
          <a:prstGeom prst="rect">
            <a:avLst/>
          </a:prstGeom>
        </p:spPr>
        <p:txBody>
          <a:bodyPr vert="horz" wrap="square" lIns="0" tIns="35154" rIns="0" bIns="0" rtlCol="0">
            <a:spAutoFit/>
          </a:bodyPr>
          <a:lstStyle/>
          <a:p>
            <a:pPr marL="3261429">
              <a:spcBef>
                <a:spcPts val="277"/>
              </a:spcBef>
              <a:tabLst>
                <a:tab pos="6556861" algn="l"/>
                <a:tab pos="7432299" algn="l"/>
              </a:tabLst>
            </a:pPr>
            <a:r>
              <a:rPr sz="1089" spc="-18" dirty="0">
                <a:solidFill>
                  <a:srgbClr val="FFFFFF"/>
                </a:solidFill>
                <a:latin typeface="Arial MT"/>
                <a:cs typeface="Arial MT"/>
              </a:rPr>
              <a:t>Task</a:t>
            </a:r>
            <a:r>
              <a:rPr sz="1089" dirty="0">
                <a:solidFill>
                  <a:srgbClr val="FFFFFF"/>
                </a:solidFill>
                <a:latin typeface="Arial MT"/>
                <a:cs typeface="Arial MT"/>
              </a:rPr>
              <a:t>	</a:t>
            </a:r>
            <a:r>
              <a:rPr sz="1135" spc="-9" dirty="0">
                <a:solidFill>
                  <a:srgbClr val="FFFFFF"/>
                </a:solidFill>
                <a:latin typeface="Arial MT"/>
                <a:cs typeface="Arial MT"/>
              </a:rPr>
              <a:t>Completed</a:t>
            </a:r>
            <a:r>
              <a:rPr sz="1135" dirty="0">
                <a:solidFill>
                  <a:srgbClr val="FFFFFF"/>
                </a:solidFill>
                <a:latin typeface="Arial MT"/>
                <a:cs typeface="Arial MT"/>
              </a:rPr>
              <a:t>	Yes</a:t>
            </a:r>
            <a:r>
              <a:rPr sz="1135" spc="5" dirty="0">
                <a:solidFill>
                  <a:srgbClr val="FFFFFF"/>
                </a:solidFill>
                <a:latin typeface="Arial MT"/>
                <a:cs typeface="Arial MT"/>
              </a:rPr>
              <a:t> </a:t>
            </a:r>
            <a:r>
              <a:rPr sz="1135" spc="-23" dirty="0">
                <a:solidFill>
                  <a:srgbClr val="FFFFFF"/>
                </a:solidFill>
                <a:latin typeface="Arial MT"/>
                <a:cs typeface="Arial MT"/>
              </a:rPr>
              <a:t>No</a:t>
            </a:r>
            <a:endParaRPr sz="1135" dirty="0">
              <a:latin typeface="Arial MT"/>
              <a:cs typeface="Arial MT"/>
            </a:endParaRPr>
          </a:p>
        </p:txBody>
      </p:sp>
      <p:sp>
        <p:nvSpPr>
          <p:cNvPr id="10" name="object 10"/>
          <p:cNvSpPr txBox="1">
            <a:spLocks noGrp="1"/>
          </p:cNvSpPr>
          <p:nvPr>
            <p:ph type="sldNum" sz="quarter" idx="7"/>
          </p:nvPr>
        </p:nvSpPr>
        <p:spPr>
          <a:xfrm>
            <a:off x="13118081" y="5834651"/>
            <a:ext cx="221876" cy="127991"/>
          </a:xfrm>
          <a:prstGeom prst="rect">
            <a:avLst/>
          </a:prstGeom>
        </p:spPr>
        <p:txBody>
          <a:bodyPr vert="horz" wrap="square" lIns="0" tIns="16136" rIns="0" bIns="0" rtlCol="0">
            <a:spAutoFit/>
          </a:bodyPr>
          <a:lstStyle/>
          <a:p>
            <a:pPr marL="11527">
              <a:spcBef>
                <a:spcPts val="127"/>
              </a:spcBef>
            </a:pPr>
            <a:fld id="{81D60167-4931-47E6-BA6A-407CBD079E47}" type="slidenum">
              <a:rPr sz="726" spc="-23" dirty="0"/>
              <a:pPr marL="11527">
                <a:spcBef>
                  <a:spcPts val="127"/>
                </a:spcBef>
              </a:pPr>
              <a:t>14</a:t>
            </a:fld>
            <a:endParaRPr sz="726"/>
          </a:p>
        </p:txBody>
      </p:sp>
      <p:sp>
        <p:nvSpPr>
          <p:cNvPr id="6" name="object 6"/>
          <p:cNvSpPr txBox="1">
            <a:spLocks noGrp="1"/>
          </p:cNvSpPr>
          <p:nvPr>
            <p:ph type="title"/>
          </p:nvPr>
        </p:nvSpPr>
        <p:spPr>
          <a:xfrm>
            <a:off x="2154832" y="358178"/>
            <a:ext cx="4900300" cy="502300"/>
          </a:xfrm>
          <a:prstGeom prst="rect">
            <a:avLst/>
          </a:prstGeom>
        </p:spPr>
        <p:txBody>
          <a:bodyPr vert="horz" wrap="square" lIns="0" tIns="13254" rIns="0" bIns="0" rtlCol="0">
            <a:spAutoFit/>
          </a:bodyPr>
          <a:lstStyle/>
          <a:p>
            <a:pPr marL="11527">
              <a:spcBef>
                <a:spcPts val="103"/>
              </a:spcBef>
            </a:pPr>
            <a:r>
              <a:rPr sz="3177" spc="-27" dirty="0"/>
              <a:t>Wrap-</a:t>
            </a:r>
            <a:r>
              <a:rPr sz="3177" dirty="0"/>
              <a:t>up</a:t>
            </a:r>
            <a:r>
              <a:rPr sz="3177" spc="172" dirty="0"/>
              <a:t> </a:t>
            </a:r>
            <a:r>
              <a:rPr sz="3177" dirty="0"/>
              <a:t>Closure</a:t>
            </a:r>
            <a:r>
              <a:rPr sz="3177" spc="136" dirty="0"/>
              <a:t> </a:t>
            </a:r>
            <a:r>
              <a:rPr sz="3177" spc="-9" dirty="0"/>
              <a:t>Checklist</a:t>
            </a:r>
            <a:endParaRPr sz="3177" dirty="0"/>
          </a:p>
        </p:txBody>
      </p:sp>
      <p:sp>
        <p:nvSpPr>
          <p:cNvPr id="7" name="object 7"/>
          <p:cNvSpPr txBox="1"/>
          <p:nvPr/>
        </p:nvSpPr>
        <p:spPr>
          <a:xfrm>
            <a:off x="2227778" y="1883168"/>
            <a:ext cx="9278422" cy="4670032"/>
          </a:xfrm>
          <a:prstGeom prst="rect">
            <a:avLst/>
          </a:prstGeom>
        </p:spPr>
        <p:txBody>
          <a:bodyPr vert="horz" wrap="square" lIns="0" tIns="95666" rIns="0" bIns="0" rtlCol="0">
            <a:spAutoFit/>
          </a:bodyPr>
          <a:lstStyle/>
          <a:p>
            <a:pPr marL="364814">
              <a:spcBef>
                <a:spcPts val="753"/>
              </a:spcBef>
            </a:pPr>
            <a:r>
              <a:rPr sz="1135" spc="-18" dirty="0">
                <a:solidFill>
                  <a:srgbClr val="EB0303"/>
                </a:solidFill>
                <a:latin typeface="Trebuchet MS"/>
                <a:cs typeface="Trebuchet MS"/>
              </a:rPr>
              <a:t>Team</a:t>
            </a:r>
            <a:endParaRPr sz="1135" dirty="0">
              <a:latin typeface="Trebuchet MS"/>
              <a:cs typeface="Trebuchet MS"/>
            </a:endParaRPr>
          </a:p>
          <a:p>
            <a:pPr marL="348101" indent="-255889">
              <a:spcBef>
                <a:spcPts val="667"/>
              </a:spcBef>
              <a:buClr>
                <a:srgbClr val="000000"/>
              </a:buClr>
              <a:buAutoNum type="arabicPlain"/>
              <a:tabLst>
                <a:tab pos="348101" algn="l"/>
              </a:tabLst>
            </a:pPr>
            <a:r>
              <a:rPr sz="1135" dirty="0">
                <a:solidFill>
                  <a:srgbClr val="0300D4"/>
                </a:solidFill>
                <a:latin typeface="Arial MT"/>
                <a:cs typeface="Arial MT"/>
              </a:rPr>
              <a:t>Has</a:t>
            </a:r>
            <a:r>
              <a:rPr sz="1135" spc="100" dirty="0">
                <a:solidFill>
                  <a:srgbClr val="0300D4"/>
                </a:solidFill>
                <a:latin typeface="Arial MT"/>
                <a:cs typeface="Arial MT"/>
              </a:rPr>
              <a:t> </a:t>
            </a:r>
            <a:r>
              <a:rPr sz="1135" dirty="0">
                <a:solidFill>
                  <a:srgbClr val="0001BA"/>
                </a:solidFill>
                <a:latin typeface="Arial MT"/>
                <a:cs typeface="Arial MT"/>
              </a:rPr>
              <a:t>a</a:t>
            </a:r>
            <a:r>
              <a:rPr sz="1135" spc="73" dirty="0">
                <a:solidFill>
                  <a:srgbClr val="0001BA"/>
                </a:solidFill>
                <a:latin typeface="Arial MT"/>
                <a:cs typeface="Arial MT"/>
              </a:rPr>
              <a:t> </a:t>
            </a:r>
            <a:r>
              <a:rPr sz="1135" dirty="0">
                <a:solidFill>
                  <a:srgbClr val="0003C3"/>
                </a:solidFill>
                <a:latin typeface="Arial MT"/>
                <a:cs typeface="Arial MT"/>
              </a:rPr>
              <a:t>schedule</a:t>
            </a:r>
            <a:r>
              <a:rPr sz="1135" spc="118" dirty="0">
                <a:solidFill>
                  <a:srgbClr val="0003C3"/>
                </a:solidFill>
                <a:latin typeface="Arial MT"/>
                <a:cs typeface="Arial MT"/>
              </a:rPr>
              <a:t> </a:t>
            </a:r>
            <a:r>
              <a:rPr sz="1135" b="1" dirty="0">
                <a:solidFill>
                  <a:srgbClr val="0003CC"/>
                </a:solidFill>
                <a:latin typeface="Arial"/>
                <a:cs typeface="Arial"/>
              </a:rPr>
              <a:t>for</a:t>
            </a:r>
            <a:r>
              <a:rPr sz="1135" b="1" spc="86" dirty="0">
                <a:solidFill>
                  <a:srgbClr val="0003CC"/>
                </a:solidFill>
                <a:latin typeface="Arial"/>
                <a:cs typeface="Arial"/>
              </a:rPr>
              <a:t> </a:t>
            </a:r>
            <a:r>
              <a:rPr sz="1135" b="1" dirty="0">
                <a:solidFill>
                  <a:srgbClr val="0000C8"/>
                </a:solidFill>
                <a:latin typeface="Arial"/>
                <a:cs typeface="Arial"/>
              </a:rPr>
              <a:t>reducing</a:t>
            </a:r>
            <a:r>
              <a:rPr sz="1135" b="1" spc="100" dirty="0">
                <a:solidFill>
                  <a:srgbClr val="0000C8"/>
                </a:solidFill>
                <a:latin typeface="Arial"/>
                <a:cs typeface="Arial"/>
              </a:rPr>
              <a:t> </a:t>
            </a:r>
            <a:r>
              <a:rPr sz="1135" b="1" dirty="0">
                <a:solidFill>
                  <a:srgbClr val="0001CF"/>
                </a:solidFill>
                <a:latin typeface="Arial"/>
                <a:cs typeface="Arial"/>
              </a:rPr>
              <a:t>project</a:t>
            </a:r>
            <a:r>
              <a:rPr sz="1135" b="1" spc="136" dirty="0">
                <a:solidFill>
                  <a:srgbClr val="0001CF"/>
                </a:solidFill>
                <a:latin typeface="Arial"/>
                <a:cs typeface="Arial"/>
              </a:rPr>
              <a:t> </a:t>
            </a:r>
            <a:r>
              <a:rPr sz="1135" dirty="0">
                <a:solidFill>
                  <a:srgbClr val="0000D1"/>
                </a:solidFill>
                <a:latin typeface="Arial MT"/>
                <a:cs typeface="Arial MT"/>
              </a:rPr>
              <a:t>staff</a:t>
            </a:r>
            <a:r>
              <a:rPr sz="1135" spc="109" dirty="0">
                <a:solidFill>
                  <a:srgbClr val="0000D1"/>
                </a:solidFill>
                <a:latin typeface="Arial MT"/>
                <a:cs typeface="Arial MT"/>
              </a:rPr>
              <a:t> </a:t>
            </a:r>
            <a:r>
              <a:rPr sz="1135" dirty="0">
                <a:solidFill>
                  <a:srgbClr val="010CC8"/>
                </a:solidFill>
                <a:latin typeface="Arial MT"/>
                <a:cs typeface="Arial MT"/>
              </a:rPr>
              <a:t>been</a:t>
            </a:r>
            <a:r>
              <a:rPr sz="1135" spc="100" dirty="0">
                <a:solidFill>
                  <a:srgbClr val="010CC8"/>
                </a:solidFill>
                <a:latin typeface="Arial MT"/>
                <a:cs typeface="Arial MT"/>
              </a:rPr>
              <a:t> </a:t>
            </a:r>
            <a:r>
              <a:rPr sz="1135" dirty="0">
                <a:solidFill>
                  <a:srgbClr val="0000B6"/>
                </a:solidFill>
                <a:latin typeface="Arial MT"/>
                <a:cs typeface="Arial MT"/>
              </a:rPr>
              <a:t>developed</a:t>
            </a:r>
            <a:r>
              <a:rPr sz="1135" spc="185" dirty="0">
                <a:solidFill>
                  <a:srgbClr val="0000B6"/>
                </a:solidFill>
                <a:latin typeface="Arial MT"/>
                <a:cs typeface="Arial MT"/>
              </a:rPr>
              <a:t> </a:t>
            </a:r>
            <a:r>
              <a:rPr sz="1135" dirty="0">
                <a:solidFill>
                  <a:srgbClr val="0000CF"/>
                </a:solidFill>
                <a:latin typeface="Arial MT"/>
                <a:cs typeface="Arial MT"/>
              </a:rPr>
              <a:t>and</a:t>
            </a:r>
            <a:r>
              <a:rPr sz="1135" spc="77" dirty="0">
                <a:solidFill>
                  <a:srgbClr val="0000CF"/>
                </a:solidFill>
                <a:latin typeface="Arial MT"/>
                <a:cs typeface="Arial MT"/>
              </a:rPr>
              <a:t> </a:t>
            </a:r>
            <a:r>
              <a:rPr sz="1135" spc="-9" dirty="0">
                <a:solidFill>
                  <a:srgbClr val="0101C3"/>
                </a:solidFill>
                <a:latin typeface="Arial MT"/>
                <a:cs typeface="Arial MT"/>
              </a:rPr>
              <a:t>accepted?</a:t>
            </a:r>
            <a:endParaRPr sz="1135" dirty="0">
              <a:latin typeface="Arial MT"/>
              <a:cs typeface="Arial MT"/>
            </a:endParaRPr>
          </a:p>
          <a:p>
            <a:pPr marL="348101" indent="-253007">
              <a:spcBef>
                <a:spcPts val="690"/>
              </a:spcBef>
              <a:buAutoNum type="arabicPlain"/>
              <a:tabLst>
                <a:tab pos="348101" algn="l"/>
              </a:tabLst>
            </a:pPr>
            <a:r>
              <a:rPr sz="1135" dirty="0">
                <a:latin typeface="Arial MT"/>
                <a:cs typeface="Arial MT"/>
              </a:rPr>
              <a:t>Has</a:t>
            </a:r>
            <a:r>
              <a:rPr sz="1135" spc="-18" dirty="0">
                <a:latin typeface="Arial MT"/>
                <a:cs typeface="Arial MT"/>
              </a:rPr>
              <a:t> </a:t>
            </a:r>
            <a:r>
              <a:rPr sz="1135" dirty="0">
                <a:latin typeface="Arial MT"/>
                <a:cs typeface="Arial MT"/>
              </a:rPr>
              <a:t>staff</a:t>
            </a:r>
            <a:r>
              <a:rPr sz="1135" spc="-27" dirty="0">
                <a:latin typeface="Arial MT"/>
                <a:cs typeface="Arial MT"/>
              </a:rPr>
              <a:t> </a:t>
            </a:r>
            <a:r>
              <a:rPr sz="1135" dirty="0">
                <a:latin typeface="Arial MT"/>
                <a:cs typeface="Arial MT"/>
              </a:rPr>
              <a:t>been</a:t>
            </a:r>
            <a:r>
              <a:rPr sz="1135" spc="-59" dirty="0">
                <a:latin typeface="Arial MT"/>
                <a:cs typeface="Arial MT"/>
              </a:rPr>
              <a:t> </a:t>
            </a:r>
            <a:r>
              <a:rPr sz="1135" dirty="0">
                <a:latin typeface="Arial MT"/>
                <a:cs typeface="Arial MT"/>
              </a:rPr>
              <a:t>released</a:t>
            </a:r>
            <a:r>
              <a:rPr sz="1135" spc="-9" dirty="0">
                <a:latin typeface="Arial MT"/>
                <a:cs typeface="Arial MT"/>
              </a:rPr>
              <a:t> </a:t>
            </a:r>
            <a:r>
              <a:rPr sz="1135" dirty="0">
                <a:latin typeface="Arial MT"/>
                <a:cs typeface="Arial MT"/>
              </a:rPr>
              <a:t>or</a:t>
            </a:r>
            <a:r>
              <a:rPr sz="1135" spc="-41" dirty="0">
                <a:latin typeface="Arial MT"/>
                <a:cs typeface="Arial MT"/>
              </a:rPr>
              <a:t> </a:t>
            </a:r>
            <a:r>
              <a:rPr sz="1135" dirty="0">
                <a:latin typeface="Arial MT"/>
                <a:cs typeface="Arial MT"/>
              </a:rPr>
              <a:t>notified</a:t>
            </a:r>
            <a:r>
              <a:rPr sz="1135" spc="-9" dirty="0">
                <a:latin typeface="Arial MT"/>
                <a:cs typeface="Arial MT"/>
              </a:rPr>
              <a:t> </a:t>
            </a:r>
            <a:r>
              <a:rPr sz="1135" dirty="0">
                <a:latin typeface="Arial MT"/>
                <a:cs typeface="Arial MT"/>
              </a:rPr>
              <a:t>of</a:t>
            </a:r>
            <a:r>
              <a:rPr sz="1135" spc="-50" dirty="0">
                <a:latin typeface="Arial MT"/>
                <a:cs typeface="Arial MT"/>
              </a:rPr>
              <a:t> </a:t>
            </a:r>
            <a:r>
              <a:rPr sz="1135" dirty="0">
                <a:latin typeface="Arial MT"/>
                <a:cs typeface="Arial MT"/>
              </a:rPr>
              <a:t>new</a:t>
            </a:r>
            <a:r>
              <a:rPr sz="1135" spc="-45" dirty="0">
                <a:latin typeface="Arial MT"/>
                <a:cs typeface="Arial MT"/>
              </a:rPr>
              <a:t> </a:t>
            </a:r>
            <a:r>
              <a:rPr sz="1135" spc="-9" dirty="0">
                <a:latin typeface="Arial MT"/>
                <a:cs typeface="Arial MT"/>
              </a:rPr>
              <a:t>assignments?</a:t>
            </a:r>
            <a:endParaRPr sz="1135" dirty="0">
              <a:latin typeface="Arial MT"/>
              <a:cs typeface="Arial MT"/>
            </a:endParaRPr>
          </a:p>
          <a:p>
            <a:pPr marL="348101" indent="-251854">
              <a:spcBef>
                <a:spcPts val="690"/>
              </a:spcBef>
              <a:buAutoNum type="arabicPlain"/>
              <a:tabLst>
                <a:tab pos="348101" algn="l"/>
              </a:tabLst>
            </a:pPr>
            <a:r>
              <a:rPr sz="1135" dirty="0">
                <a:latin typeface="Arial MT"/>
                <a:cs typeface="Arial MT"/>
              </a:rPr>
              <a:t>Have</a:t>
            </a:r>
            <a:r>
              <a:rPr sz="1135" spc="-36" dirty="0">
                <a:latin typeface="Arial MT"/>
                <a:cs typeface="Arial MT"/>
              </a:rPr>
              <a:t> </a:t>
            </a:r>
            <a:r>
              <a:rPr sz="1135" dirty="0">
                <a:latin typeface="Arial MT"/>
                <a:cs typeface="Arial MT"/>
              </a:rPr>
              <a:t>performance</a:t>
            </a:r>
            <a:r>
              <a:rPr sz="1135" spc="-23" dirty="0">
                <a:latin typeface="Arial MT"/>
                <a:cs typeface="Arial MT"/>
              </a:rPr>
              <a:t> </a:t>
            </a:r>
            <a:r>
              <a:rPr sz="1135" dirty="0">
                <a:latin typeface="Arial MT"/>
                <a:cs typeface="Arial MT"/>
              </a:rPr>
              <a:t>reviews</a:t>
            </a:r>
            <a:r>
              <a:rPr sz="1135" spc="-14" dirty="0">
                <a:latin typeface="Arial MT"/>
                <a:cs typeface="Arial MT"/>
              </a:rPr>
              <a:t> </a:t>
            </a:r>
            <a:r>
              <a:rPr sz="1135" dirty="0">
                <a:latin typeface="Arial MT"/>
                <a:cs typeface="Arial MT"/>
              </a:rPr>
              <a:t>for</a:t>
            </a:r>
            <a:r>
              <a:rPr sz="1135" spc="-45" dirty="0">
                <a:latin typeface="Arial MT"/>
                <a:cs typeface="Arial MT"/>
              </a:rPr>
              <a:t> </a:t>
            </a:r>
            <a:r>
              <a:rPr sz="1135" dirty="0">
                <a:latin typeface="Arial MT"/>
                <a:cs typeface="Arial MT"/>
              </a:rPr>
              <a:t>team</a:t>
            </a:r>
            <a:r>
              <a:rPr sz="1135" spc="-54" dirty="0">
                <a:latin typeface="Arial MT"/>
                <a:cs typeface="Arial MT"/>
              </a:rPr>
              <a:t> </a:t>
            </a:r>
            <a:r>
              <a:rPr sz="1135" dirty="0">
                <a:latin typeface="Arial MT"/>
                <a:cs typeface="Arial MT"/>
              </a:rPr>
              <a:t>members</a:t>
            </a:r>
            <a:r>
              <a:rPr sz="1135" spc="9" dirty="0">
                <a:latin typeface="Arial MT"/>
                <a:cs typeface="Arial MT"/>
              </a:rPr>
              <a:t> </a:t>
            </a:r>
            <a:r>
              <a:rPr sz="1135" dirty="0">
                <a:latin typeface="Arial MT"/>
                <a:cs typeface="Arial MT"/>
              </a:rPr>
              <a:t>been</a:t>
            </a:r>
            <a:r>
              <a:rPr sz="1135" spc="-32" dirty="0">
                <a:latin typeface="Arial MT"/>
                <a:cs typeface="Arial MT"/>
              </a:rPr>
              <a:t> </a:t>
            </a:r>
            <a:r>
              <a:rPr sz="1135" spc="-9" dirty="0">
                <a:latin typeface="Arial MT"/>
                <a:cs typeface="Arial MT"/>
              </a:rPr>
              <a:t>conducted?</a:t>
            </a:r>
            <a:endParaRPr sz="1135" dirty="0">
              <a:latin typeface="Arial MT"/>
              <a:cs typeface="Arial MT"/>
            </a:endParaRPr>
          </a:p>
          <a:p>
            <a:pPr marL="348101" indent="-250702">
              <a:spcBef>
                <a:spcPts val="690"/>
              </a:spcBef>
              <a:buAutoNum type="arabicPlain"/>
              <a:tabLst>
                <a:tab pos="348101" algn="l"/>
              </a:tabLst>
            </a:pPr>
            <a:r>
              <a:rPr sz="1135" dirty="0">
                <a:latin typeface="Arial MT"/>
                <a:cs typeface="Arial MT"/>
              </a:rPr>
              <a:t>Has</a:t>
            </a:r>
            <a:r>
              <a:rPr sz="1135" spc="-18" dirty="0">
                <a:latin typeface="Arial MT"/>
                <a:cs typeface="Arial MT"/>
              </a:rPr>
              <a:t> </a:t>
            </a:r>
            <a:r>
              <a:rPr sz="1135" dirty="0">
                <a:latin typeface="Arial MT"/>
                <a:cs typeface="Arial MT"/>
              </a:rPr>
              <a:t>staff</a:t>
            </a:r>
            <a:r>
              <a:rPr sz="1135" spc="-27" dirty="0">
                <a:latin typeface="Arial MT"/>
                <a:cs typeface="Arial MT"/>
              </a:rPr>
              <a:t> </a:t>
            </a:r>
            <a:r>
              <a:rPr sz="1135" dirty="0">
                <a:latin typeface="Arial MT"/>
                <a:cs typeface="Arial MT"/>
              </a:rPr>
              <a:t>been</a:t>
            </a:r>
            <a:r>
              <a:rPr sz="1135" spc="-50" dirty="0">
                <a:latin typeface="Arial MT"/>
                <a:cs typeface="Arial MT"/>
              </a:rPr>
              <a:t> </a:t>
            </a:r>
            <a:r>
              <a:rPr sz="1135" spc="-9" dirty="0">
                <a:latin typeface="Arial MT"/>
                <a:cs typeface="Arial MT"/>
              </a:rPr>
              <a:t>offered</a:t>
            </a:r>
            <a:r>
              <a:rPr sz="1135" spc="-32" dirty="0">
                <a:latin typeface="Arial MT"/>
                <a:cs typeface="Arial MT"/>
              </a:rPr>
              <a:t> </a:t>
            </a:r>
            <a:r>
              <a:rPr sz="1135" spc="-9" dirty="0">
                <a:latin typeface="Arial MT"/>
                <a:cs typeface="Arial MT"/>
              </a:rPr>
              <a:t>outplacement</a:t>
            </a:r>
            <a:r>
              <a:rPr sz="1135" spc="14" dirty="0">
                <a:latin typeface="Arial MT"/>
                <a:cs typeface="Arial MT"/>
              </a:rPr>
              <a:t> </a:t>
            </a:r>
            <a:r>
              <a:rPr sz="1135" dirty="0">
                <a:latin typeface="Arial MT"/>
                <a:cs typeface="Arial MT"/>
              </a:rPr>
              <a:t>services</a:t>
            </a:r>
            <a:r>
              <a:rPr sz="1135" spc="14" dirty="0">
                <a:latin typeface="Arial MT"/>
                <a:cs typeface="Arial MT"/>
              </a:rPr>
              <a:t> </a:t>
            </a:r>
            <a:r>
              <a:rPr sz="1135" dirty="0">
                <a:latin typeface="Arial MT"/>
                <a:cs typeface="Arial MT"/>
              </a:rPr>
              <a:t>and</a:t>
            </a:r>
            <a:r>
              <a:rPr sz="1135" spc="-54" dirty="0">
                <a:latin typeface="Arial MT"/>
                <a:cs typeface="Arial MT"/>
              </a:rPr>
              <a:t> </a:t>
            </a:r>
            <a:r>
              <a:rPr sz="1135" dirty="0">
                <a:latin typeface="Arial MT"/>
                <a:cs typeface="Arial MT"/>
              </a:rPr>
              <a:t>career</a:t>
            </a:r>
            <a:r>
              <a:rPr sz="1135" spc="-5" dirty="0">
                <a:latin typeface="Arial MT"/>
                <a:cs typeface="Arial MT"/>
              </a:rPr>
              <a:t> </a:t>
            </a:r>
            <a:r>
              <a:rPr sz="1135" spc="-9" dirty="0">
                <a:latin typeface="Arial MT"/>
                <a:cs typeface="Arial MT"/>
              </a:rPr>
              <a:t>counseling activities?</a:t>
            </a:r>
            <a:endParaRPr sz="1135" dirty="0">
              <a:latin typeface="Arial MT"/>
              <a:cs typeface="Arial MT"/>
            </a:endParaRPr>
          </a:p>
          <a:p>
            <a:pPr marL="345219">
              <a:spcBef>
                <a:spcPts val="462"/>
              </a:spcBef>
            </a:pPr>
            <a:r>
              <a:rPr sz="1361" b="1" i="1" spc="-9" dirty="0">
                <a:solidFill>
                  <a:srgbClr val="FB0300"/>
                </a:solidFill>
                <a:latin typeface="Times New Roman"/>
                <a:cs typeface="Times New Roman"/>
              </a:rPr>
              <a:t>VendorB/Gontractor</a:t>
            </a:r>
            <a:endParaRPr sz="1361" dirty="0">
              <a:latin typeface="Times New Roman"/>
              <a:cs typeface="Times New Roman"/>
            </a:endParaRPr>
          </a:p>
          <a:p>
            <a:pPr marL="348101" indent="-251854">
              <a:spcBef>
                <a:spcPts val="644"/>
              </a:spcBef>
              <a:buClr>
                <a:srgbClr val="000000"/>
              </a:buClr>
              <a:buAutoNum type="arabicPlain" startAt="5"/>
              <a:tabLst>
                <a:tab pos="348101" algn="l"/>
              </a:tabLst>
            </a:pPr>
            <a:r>
              <a:rPr sz="1135" dirty="0">
                <a:solidFill>
                  <a:srgbClr val="0500DB"/>
                </a:solidFill>
                <a:latin typeface="Arial MT"/>
                <a:cs typeface="Arial MT"/>
              </a:rPr>
              <a:t>Have</a:t>
            </a:r>
            <a:r>
              <a:rPr sz="1135" spc="195" dirty="0">
                <a:solidFill>
                  <a:srgbClr val="0500DB"/>
                </a:solidFill>
                <a:latin typeface="Arial MT"/>
                <a:cs typeface="Arial MT"/>
              </a:rPr>
              <a:t> </a:t>
            </a:r>
            <a:r>
              <a:rPr sz="1135" dirty="0">
                <a:solidFill>
                  <a:srgbClr val="0000CF"/>
                </a:solidFill>
                <a:latin typeface="Arial MT"/>
                <a:cs typeface="Arial MT"/>
              </a:rPr>
              <a:t>performance</a:t>
            </a:r>
            <a:r>
              <a:rPr sz="1135" spc="268" dirty="0">
                <a:solidFill>
                  <a:srgbClr val="0000CF"/>
                </a:solidFill>
                <a:latin typeface="Arial MT"/>
                <a:cs typeface="Arial MT"/>
              </a:rPr>
              <a:t> </a:t>
            </a:r>
            <a:r>
              <a:rPr sz="1135" dirty="0">
                <a:solidFill>
                  <a:srgbClr val="0000C4"/>
                </a:solidFill>
                <a:latin typeface="Arial MT"/>
                <a:cs typeface="Arial MT"/>
              </a:rPr>
              <a:t>reviews</a:t>
            </a:r>
            <a:r>
              <a:rPr sz="1135" spc="168" dirty="0">
                <a:solidFill>
                  <a:srgbClr val="0000C4"/>
                </a:solidFill>
                <a:latin typeface="Arial MT"/>
                <a:cs typeface="Arial MT"/>
              </a:rPr>
              <a:t> </a:t>
            </a:r>
            <a:r>
              <a:rPr sz="1135" dirty="0">
                <a:solidFill>
                  <a:srgbClr val="0005D4"/>
                </a:solidFill>
                <a:latin typeface="Arial MT"/>
                <a:cs typeface="Arial MT"/>
              </a:rPr>
              <a:t>for</a:t>
            </a:r>
            <a:r>
              <a:rPr sz="1135" spc="268" dirty="0">
                <a:solidFill>
                  <a:srgbClr val="0005D4"/>
                </a:solidFill>
                <a:latin typeface="Arial MT"/>
                <a:cs typeface="Arial MT"/>
              </a:rPr>
              <a:t> </a:t>
            </a:r>
            <a:r>
              <a:rPr sz="1135" dirty="0">
                <a:solidFill>
                  <a:srgbClr val="0000CD"/>
                </a:solidFill>
                <a:latin typeface="Arial MT"/>
                <a:cs typeface="Arial MT"/>
              </a:rPr>
              <a:t>all</a:t>
            </a:r>
            <a:r>
              <a:rPr sz="1135" spc="185" dirty="0">
                <a:solidFill>
                  <a:srgbClr val="0000CD"/>
                </a:solidFill>
                <a:latin typeface="Arial MT"/>
                <a:cs typeface="Arial MT"/>
              </a:rPr>
              <a:t> </a:t>
            </a:r>
            <a:r>
              <a:rPr sz="1135" dirty="0">
                <a:solidFill>
                  <a:srgbClr val="0000CF"/>
                </a:solidFill>
                <a:latin typeface="Arial MT"/>
                <a:cs typeface="Arial MT"/>
              </a:rPr>
              <a:t>vendors</a:t>
            </a:r>
            <a:r>
              <a:rPr sz="1135" spc="254" dirty="0">
                <a:solidFill>
                  <a:srgbClr val="0000CF"/>
                </a:solidFill>
                <a:latin typeface="Arial MT"/>
                <a:cs typeface="Arial MT"/>
              </a:rPr>
              <a:t> </a:t>
            </a:r>
            <a:r>
              <a:rPr sz="1135" dirty="0">
                <a:solidFill>
                  <a:srgbClr val="0001CF"/>
                </a:solidFill>
                <a:latin typeface="Arial MT"/>
                <a:cs typeface="Arial MT"/>
              </a:rPr>
              <a:t>been</a:t>
            </a:r>
            <a:r>
              <a:rPr sz="1135" spc="185" dirty="0">
                <a:solidFill>
                  <a:srgbClr val="0001CF"/>
                </a:solidFill>
                <a:latin typeface="Arial MT"/>
                <a:cs typeface="Arial MT"/>
              </a:rPr>
              <a:t> </a:t>
            </a:r>
            <a:r>
              <a:rPr sz="1135" spc="-9" dirty="0">
                <a:solidFill>
                  <a:srgbClr val="0505D8"/>
                </a:solidFill>
                <a:latin typeface="Arial MT"/>
                <a:cs typeface="Arial MT"/>
              </a:rPr>
              <a:t>conducted?</a:t>
            </a:r>
            <a:endParaRPr sz="1135" dirty="0">
              <a:latin typeface="Arial MT"/>
              <a:cs typeface="Arial MT"/>
            </a:endParaRPr>
          </a:p>
          <a:p>
            <a:pPr marL="348101" indent="-251278">
              <a:spcBef>
                <a:spcPts val="690"/>
              </a:spcBef>
              <a:buAutoNum type="arabicPlain" startAt="5"/>
              <a:tabLst>
                <a:tab pos="348101" algn="l"/>
              </a:tabLst>
            </a:pPr>
            <a:r>
              <a:rPr sz="1135" dirty="0">
                <a:latin typeface="Arial MT"/>
                <a:cs typeface="Arial MT"/>
              </a:rPr>
              <a:t>Have</a:t>
            </a:r>
            <a:r>
              <a:rPr sz="1135" spc="-45" dirty="0">
                <a:latin typeface="Arial MT"/>
                <a:cs typeface="Arial MT"/>
              </a:rPr>
              <a:t> </a:t>
            </a:r>
            <a:r>
              <a:rPr sz="1135" dirty="0">
                <a:latin typeface="Arial MT"/>
                <a:cs typeface="Arial MT"/>
              </a:rPr>
              <a:t>project</a:t>
            </a:r>
            <a:r>
              <a:rPr sz="1135" spc="-23" dirty="0">
                <a:latin typeface="Arial MT"/>
                <a:cs typeface="Arial MT"/>
              </a:rPr>
              <a:t> </a:t>
            </a:r>
            <a:r>
              <a:rPr sz="1135" dirty="0">
                <a:latin typeface="Arial MT"/>
                <a:cs typeface="Arial MT"/>
              </a:rPr>
              <a:t>accounts</a:t>
            </a:r>
            <a:r>
              <a:rPr sz="1135" spc="-5" dirty="0">
                <a:latin typeface="Arial MT"/>
                <a:cs typeface="Arial MT"/>
              </a:rPr>
              <a:t> </a:t>
            </a:r>
            <a:r>
              <a:rPr sz="1135" dirty="0">
                <a:latin typeface="Arial MT"/>
                <a:cs typeface="Arial MT"/>
              </a:rPr>
              <a:t>been</a:t>
            </a:r>
            <a:r>
              <a:rPr sz="1135" spc="-32" dirty="0">
                <a:latin typeface="Arial MT"/>
                <a:cs typeface="Arial MT"/>
              </a:rPr>
              <a:t> </a:t>
            </a:r>
            <a:r>
              <a:rPr sz="1135" dirty="0">
                <a:latin typeface="Arial MT"/>
                <a:cs typeface="Arial MT"/>
              </a:rPr>
              <a:t>finalized</a:t>
            </a:r>
            <a:r>
              <a:rPr sz="1135" spc="-32" dirty="0">
                <a:latin typeface="Arial MT"/>
                <a:cs typeface="Arial MT"/>
              </a:rPr>
              <a:t> </a:t>
            </a:r>
            <a:r>
              <a:rPr sz="1135" dirty="0">
                <a:latin typeface="Arial MT"/>
                <a:cs typeface="Arial MT"/>
              </a:rPr>
              <a:t>and</a:t>
            </a:r>
            <a:r>
              <a:rPr sz="1135" spc="-45" dirty="0">
                <a:latin typeface="Arial MT"/>
                <a:cs typeface="Arial MT"/>
              </a:rPr>
              <a:t> </a:t>
            </a:r>
            <a:r>
              <a:rPr sz="1135" dirty="0">
                <a:latin typeface="Arial MT"/>
                <a:cs typeface="Arial MT"/>
              </a:rPr>
              <a:t>all</a:t>
            </a:r>
            <a:r>
              <a:rPr sz="1135" spc="-77" dirty="0">
                <a:latin typeface="Arial MT"/>
                <a:cs typeface="Arial MT"/>
              </a:rPr>
              <a:t> </a:t>
            </a:r>
            <a:r>
              <a:rPr sz="1135" dirty="0">
                <a:latin typeface="Arial MT"/>
                <a:cs typeface="Arial MT"/>
              </a:rPr>
              <a:t>billing</a:t>
            </a:r>
            <a:r>
              <a:rPr sz="1135" spc="-54" dirty="0">
                <a:latin typeface="Arial MT"/>
                <a:cs typeface="Arial MT"/>
              </a:rPr>
              <a:t> </a:t>
            </a:r>
            <a:r>
              <a:rPr sz="1135" spc="-9" dirty="0">
                <a:latin typeface="Arial MT"/>
                <a:cs typeface="Arial MT"/>
              </a:rPr>
              <a:t>closed?</a:t>
            </a:r>
            <a:endParaRPr sz="1135" dirty="0">
              <a:latin typeface="Arial MT"/>
              <a:cs typeface="Arial MT"/>
            </a:endParaRPr>
          </a:p>
          <a:p>
            <a:pPr marL="349830">
              <a:spcBef>
                <a:spcPts val="690"/>
              </a:spcBef>
            </a:pPr>
            <a:r>
              <a:rPr sz="1135" i="1" spc="-9" dirty="0">
                <a:latin typeface="Arial"/>
                <a:cs typeface="Arial"/>
              </a:rPr>
              <a:t>Customer/Users</a:t>
            </a:r>
            <a:endParaRPr sz="1135" dirty="0">
              <a:latin typeface="Arial"/>
              <a:cs typeface="Arial"/>
            </a:endParaRPr>
          </a:p>
          <a:p>
            <a:pPr marL="348101" indent="-252431">
              <a:spcBef>
                <a:spcPts val="712"/>
              </a:spcBef>
              <a:buAutoNum type="arabicPlain" startAt="7"/>
              <a:tabLst>
                <a:tab pos="348101" algn="l"/>
              </a:tabLst>
            </a:pPr>
            <a:r>
              <a:rPr sz="1135" dirty="0">
                <a:latin typeface="Arial MT"/>
                <a:cs typeface="Arial MT"/>
              </a:rPr>
              <a:t>Has</a:t>
            </a:r>
            <a:r>
              <a:rPr sz="1135" spc="-18" dirty="0">
                <a:latin typeface="Arial MT"/>
                <a:cs typeface="Arial MT"/>
              </a:rPr>
              <a:t> </a:t>
            </a:r>
            <a:r>
              <a:rPr sz="1135" dirty="0">
                <a:latin typeface="Arial MT"/>
                <a:cs typeface="Arial MT"/>
              </a:rPr>
              <a:t>the</a:t>
            </a:r>
            <a:r>
              <a:rPr sz="1135" spc="-50" dirty="0">
                <a:latin typeface="Arial MT"/>
                <a:cs typeface="Arial MT"/>
              </a:rPr>
              <a:t> </a:t>
            </a:r>
            <a:r>
              <a:rPr sz="1135" dirty="0">
                <a:latin typeface="Arial MT"/>
                <a:cs typeface="Arial MT"/>
              </a:rPr>
              <a:t>customer</a:t>
            </a:r>
            <a:r>
              <a:rPr sz="1135" spc="14" dirty="0">
                <a:latin typeface="Arial MT"/>
                <a:cs typeface="Arial MT"/>
              </a:rPr>
              <a:t> </a:t>
            </a:r>
            <a:r>
              <a:rPr sz="1135" dirty="0">
                <a:latin typeface="Arial MT"/>
                <a:cs typeface="Arial MT"/>
              </a:rPr>
              <a:t>signed</a:t>
            </a:r>
            <a:r>
              <a:rPr sz="1135" spc="-27" dirty="0">
                <a:latin typeface="Arial MT"/>
                <a:cs typeface="Arial MT"/>
              </a:rPr>
              <a:t> </a:t>
            </a:r>
            <a:r>
              <a:rPr sz="1135" dirty="0">
                <a:latin typeface="Arial MT"/>
                <a:cs typeface="Arial MT"/>
              </a:rPr>
              <a:t>off</a:t>
            </a:r>
            <a:r>
              <a:rPr sz="1135" spc="-54" dirty="0">
                <a:latin typeface="Arial MT"/>
                <a:cs typeface="Arial MT"/>
              </a:rPr>
              <a:t> </a:t>
            </a:r>
            <a:r>
              <a:rPr sz="1135" dirty="0">
                <a:latin typeface="Arial MT"/>
                <a:cs typeface="Arial MT"/>
              </a:rPr>
              <a:t>on</a:t>
            </a:r>
            <a:r>
              <a:rPr sz="1135" spc="-23" dirty="0">
                <a:latin typeface="Arial MT"/>
                <a:cs typeface="Arial MT"/>
              </a:rPr>
              <a:t> </a:t>
            </a:r>
            <a:r>
              <a:rPr sz="1135" dirty="0">
                <a:latin typeface="Arial MT"/>
                <a:cs typeface="Arial MT"/>
              </a:rPr>
              <a:t>the</a:t>
            </a:r>
            <a:r>
              <a:rPr sz="1135" spc="-45" dirty="0">
                <a:latin typeface="Arial MT"/>
                <a:cs typeface="Arial MT"/>
              </a:rPr>
              <a:t> </a:t>
            </a:r>
            <a:r>
              <a:rPr sz="1135" spc="-9" dirty="0">
                <a:latin typeface="Arial MT"/>
                <a:cs typeface="Arial MT"/>
              </a:rPr>
              <a:t>delivered</a:t>
            </a:r>
            <a:r>
              <a:rPr sz="1135" spc="14" dirty="0">
                <a:latin typeface="Arial MT"/>
                <a:cs typeface="Arial MT"/>
              </a:rPr>
              <a:t> </a:t>
            </a:r>
            <a:r>
              <a:rPr sz="1135" spc="-9" dirty="0">
                <a:latin typeface="Arial MT"/>
                <a:cs typeface="Arial MT"/>
              </a:rPr>
              <a:t>product?</a:t>
            </a:r>
            <a:endParaRPr sz="1135" dirty="0">
              <a:latin typeface="Arial MT"/>
              <a:cs typeface="Arial MT"/>
            </a:endParaRPr>
          </a:p>
          <a:p>
            <a:pPr marL="348677" marR="690439" indent="-252431">
              <a:spcBef>
                <a:spcPts val="690"/>
              </a:spcBef>
              <a:buAutoNum type="arabicPlain" startAt="7"/>
              <a:tabLst>
                <a:tab pos="348677" algn="l"/>
              </a:tabLst>
            </a:pPr>
            <a:r>
              <a:rPr sz="1135" dirty="0">
                <a:latin typeface="Arial MT"/>
                <a:cs typeface="Arial MT"/>
              </a:rPr>
              <a:t>Have</a:t>
            </a:r>
            <a:r>
              <a:rPr sz="1135" spc="-27" dirty="0">
                <a:latin typeface="Arial MT"/>
                <a:cs typeface="Arial MT"/>
              </a:rPr>
              <a:t> </a:t>
            </a:r>
            <a:r>
              <a:rPr sz="1135" dirty="0">
                <a:latin typeface="Arial MT"/>
                <a:cs typeface="Arial MT"/>
              </a:rPr>
              <a:t>an</a:t>
            </a:r>
            <a:r>
              <a:rPr sz="1135" spc="-50" dirty="0">
                <a:latin typeface="Arial MT"/>
                <a:cs typeface="Arial MT"/>
              </a:rPr>
              <a:t> </a:t>
            </a:r>
            <a:r>
              <a:rPr sz="1135" spc="-9" dirty="0">
                <a:latin typeface="Arial MT"/>
                <a:cs typeface="Arial MT"/>
              </a:rPr>
              <a:t>in-</a:t>
            </a:r>
            <a:r>
              <a:rPr sz="1135" dirty="0">
                <a:latin typeface="Arial MT"/>
                <a:cs typeface="Arial MT"/>
              </a:rPr>
              <a:t>depth</a:t>
            </a:r>
            <a:r>
              <a:rPr sz="1135" spc="-54" dirty="0">
                <a:latin typeface="Arial MT"/>
                <a:cs typeface="Arial MT"/>
              </a:rPr>
              <a:t> </a:t>
            </a:r>
            <a:r>
              <a:rPr sz="1135" dirty="0">
                <a:latin typeface="Arial MT"/>
                <a:cs typeface="Arial MT"/>
              </a:rPr>
              <a:t>project</a:t>
            </a:r>
            <a:r>
              <a:rPr sz="1135" spc="-27" dirty="0">
                <a:latin typeface="Arial MT"/>
                <a:cs typeface="Arial MT"/>
              </a:rPr>
              <a:t> </a:t>
            </a:r>
            <a:r>
              <a:rPr sz="1135" dirty="0">
                <a:latin typeface="Arial MT"/>
                <a:cs typeface="Arial MT"/>
              </a:rPr>
              <a:t>review</a:t>
            </a:r>
            <a:r>
              <a:rPr sz="1135" spc="-5" dirty="0">
                <a:latin typeface="Arial MT"/>
                <a:cs typeface="Arial MT"/>
              </a:rPr>
              <a:t> </a:t>
            </a:r>
            <a:r>
              <a:rPr sz="1135" dirty="0">
                <a:latin typeface="Arial MT"/>
                <a:cs typeface="Arial MT"/>
              </a:rPr>
              <a:t>and</a:t>
            </a:r>
            <a:r>
              <a:rPr sz="1135" spc="-36" dirty="0">
                <a:latin typeface="Arial MT"/>
                <a:cs typeface="Arial MT"/>
              </a:rPr>
              <a:t> </a:t>
            </a:r>
            <a:r>
              <a:rPr sz="1135" spc="-9" dirty="0">
                <a:latin typeface="Arial MT"/>
                <a:cs typeface="Arial MT"/>
              </a:rPr>
              <a:t>evaluation</a:t>
            </a:r>
            <a:r>
              <a:rPr sz="1135" spc="-23" dirty="0">
                <a:latin typeface="Arial MT"/>
                <a:cs typeface="Arial MT"/>
              </a:rPr>
              <a:t> </a:t>
            </a:r>
            <a:r>
              <a:rPr sz="1135" dirty="0">
                <a:latin typeface="Arial MT"/>
                <a:cs typeface="Arial MT"/>
              </a:rPr>
              <a:t>interview</a:t>
            </a:r>
            <a:r>
              <a:rPr sz="1135" spc="-5" dirty="0">
                <a:latin typeface="Arial MT"/>
                <a:cs typeface="Arial MT"/>
              </a:rPr>
              <a:t> </a:t>
            </a:r>
            <a:r>
              <a:rPr sz="1135" dirty="0">
                <a:latin typeface="Arial MT"/>
                <a:cs typeface="Arial MT"/>
              </a:rPr>
              <a:t>with</a:t>
            </a:r>
            <a:r>
              <a:rPr sz="1135" spc="-36" dirty="0">
                <a:latin typeface="Arial MT"/>
                <a:cs typeface="Arial MT"/>
              </a:rPr>
              <a:t> </a:t>
            </a:r>
            <a:r>
              <a:rPr sz="1135" dirty="0">
                <a:latin typeface="Arial MT"/>
                <a:cs typeface="Arial MT"/>
              </a:rPr>
              <a:t>the</a:t>
            </a:r>
            <a:r>
              <a:rPr sz="1135" spc="-54" dirty="0">
                <a:latin typeface="Arial MT"/>
                <a:cs typeface="Arial MT"/>
              </a:rPr>
              <a:t> </a:t>
            </a:r>
            <a:r>
              <a:rPr sz="1135" dirty="0">
                <a:latin typeface="Arial MT"/>
                <a:cs typeface="Arial MT"/>
              </a:rPr>
              <a:t>customer </a:t>
            </a:r>
            <a:r>
              <a:rPr sz="1135" spc="-18" dirty="0">
                <a:latin typeface="Arial MT"/>
                <a:cs typeface="Arial MT"/>
              </a:rPr>
              <a:t>been </a:t>
            </a:r>
            <a:r>
              <a:rPr sz="1135" spc="-9" dirty="0">
                <a:latin typeface="Arial MT"/>
                <a:cs typeface="Arial MT"/>
              </a:rPr>
              <a:t>conducted?</a:t>
            </a:r>
            <a:endParaRPr sz="1135" dirty="0">
              <a:latin typeface="Arial MT"/>
              <a:cs typeface="Arial MT"/>
            </a:endParaRPr>
          </a:p>
          <a:p>
            <a:pPr marL="347525" marR="4611" indent="-251278">
              <a:lnSpc>
                <a:spcPts val="1343"/>
              </a:lnSpc>
              <a:spcBef>
                <a:spcPts val="753"/>
              </a:spcBef>
              <a:buAutoNum type="arabicPlain" startAt="7"/>
              <a:tabLst>
                <a:tab pos="347525" algn="l"/>
              </a:tabLst>
            </a:pPr>
            <a:r>
              <a:rPr sz="1135" dirty="0">
                <a:latin typeface="Arial MT"/>
                <a:cs typeface="Arial MT"/>
              </a:rPr>
              <a:t>Have</a:t>
            </a:r>
            <a:r>
              <a:rPr sz="1135" spc="-18" dirty="0">
                <a:latin typeface="Arial MT"/>
                <a:cs typeface="Arial MT"/>
              </a:rPr>
              <a:t> </a:t>
            </a:r>
            <a:r>
              <a:rPr sz="1135" dirty="0">
                <a:latin typeface="Arial MT"/>
                <a:cs typeface="Arial MT"/>
              </a:rPr>
              <a:t>the</a:t>
            </a:r>
            <a:r>
              <a:rPr sz="1135" spc="-36" dirty="0">
                <a:latin typeface="Arial MT"/>
                <a:cs typeface="Arial MT"/>
              </a:rPr>
              <a:t> </a:t>
            </a:r>
            <a:r>
              <a:rPr sz="1135" dirty="0">
                <a:latin typeface="Arial MT"/>
                <a:cs typeface="Arial MT"/>
              </a:rPr>
              <a:t>users</a:t>
            </a:r>
            <a:r>
              <a:rPr sz="1135" spc="-14" dirty="0">
                <a:latin typeface="Arial MT"/>
                <a:cs typeface="Arial MT"/>
              </a:rPr>
              <a:t> </a:t>
            </a:r>
            <a:r>
              <a:rPr sz="1135" dirty="0">
                <a:latin typeface="Arial MT"/>
                <a:cs typeface="Arial MT"/>
              </a:rPr>
              <a:t>been</a:t>
            </a:r>
            <a:r>
              <a:rPr sz="1135" spc="-32" dirty="0">
                <a:latin typeface="Arial MT"/>
                <a:cs typeface="Arial MT"/>
              </a:rPr>
              <a:t> </a:t>
            </a:r>
            <a:r>
              <a:rPr sz="1135" spc="-9" dirty="0">
                <a:latin typeface="Arial MT"/>
                <a:cs typeface="Arial MT"/>
              </a:rPr>
              <a:t>interviewed</a:t>
            </a:r>
            <a:r>
              <a:rPr sz="1135" spc="18" dirty="0">
                <a:latin typeface="Arial MT"/>
                <a:cs typeface="Arial MT"/>
              </a:rPr>
              <a:t> </a:t>
            </a:r>
            <a:r>
              <a:rPr sz="1135" dirty="0">
                <a:latin typeface="Arial MT"/>
                <a:cs typeface="Arial MT"/>
              </a:rPr>
              <a:t>to</a:t>
            </a:r>
            <a:r>
              <a:rPr sz="1135" spc="-27" dirty="0">
                <a:latin typeface="Arial MT"/>
                <a:cs typeface="Arial MT"/>
              </a:rPr>
              <a:t> </a:t>
            </a:r>
            <a:r>
              <a:rPr sz="1135" dirty="0">
                <a:latin typeface="Arial MT"/>
                <a:cs typeface="Arial MT"/>
              </a:rPr>
              <a:t>assess</a:t>
            </a:r>
            <a:r>
              <a:rPr sz="1135" spc="-9" dirty="0">
                <a:latin typeface="Arial MT"/>
                <a:cs typeface="Arial MT"/>
              </a:rPr>
              <a:t> </a:t>
            </a:r>
            <a:r>
              <a:rPr sz="1135" dirty="0">
                <a:latin typeface="Arial MT"/>
                <a:cs typeface="Arial MT"/>
              </a:rPr>
              <a:t>their</a:t>
            </a:r>
            <a:r>
              <a:rPr sz="1135" spc="-9" dirty="0">
                <a:latin typeface="Arial MT"/>
                <a:cs typeface="Arial MT"/>
              </a:rPr>
              <a:t> satisfaction</a:t>
            </a:r>
            <a:r>
              <a:rPr sz="1135" spc="9" dirty="0">
                <a:latin typeface="Arial MT"/>
                <a:cs typeface="Arial MT"/>
              </a:rPr>
              <a:t> </a:t>
            </a:r>
            <a:r>
              <a:rPr sz="1135" dirty="0">
                <a:latin typeface="Arial MT"/>
                <a:cs typeface="Arial MT"/>
              </a:rPr>
              <a:t>with</a:t>
            </a:r>
            <a:r>
              <a:rPr sz="1135" spc="-27" dirty="0">
                <a:latin typeface="Arial MT"/>
                <a:cs typeface="Arial MT"/>
              </a:rPr>
              <a:t> </a:t>
            </a:r>
            <a:r>
              <a:rPr sz="1135" dirty="0">
                <a:latin typeface="Arial MT"/>
                <a:cs typeface="Arial MT"/>
              </a:rPr>
              <a:t>the</a:t>
            </a:r>
            <a:r>
              <a:rPr sz="1135" spc="-45" dirty="0">
                <a:latin typeface="Arial MT"/>
                <a:cs typeface="Arial MT"/>
              </a:rPr>
              <a:t> </a:t>
            </a:r>
            <a:r>
              <a:rPr sz="1135" spc="-9" dirty="0">
                <a:latin typeface="Arial MT"/>
                <a:cs typeface="Arial MT"/>
              </a:rPr>
              <a:t>deliverables?</a:t>
            </a:r>
            <a:r>
              <a:rPr sz="1135" spc="91" dirty="0">
                <a:latin typeface="Arial MT"/>
                <a:cs typeface="Arial MT"/>
              </a:rPr>
              <a:t> </a:t>
            </a:r>
            <a:r>
              <a:rPr sz="1135" dirty="0">
                <a:latin typeface="Arial MT"/>
                <a:cs typeface="Arial MT"/>
              </a:rPr>
              <a:t>With</a:t>
            </a:r>
            <a:r>
              <a:rPr sz="1135" spc="-36" dirty="0">
                <a:latin typeface="Arial MT"/>
                <a:cs typeface="Arial MT"/>
              </a:rPr>
              <a:t> </a:t>
            </a:r>
            <a:r>
              <a:rPr sz="1135" spc="-23" dirty="0">
                <a:latin typeface="Arial MT"/>
                <a:cs typeface="Arial MT"/>
              </a:rPr>
              <a:t>the </a:t>
            </a:r>
            <a:r>
              <a:rPr sz="1135" dirty="0">
                <a:latin typeface="Arial MT"/>
                <a:cs typeface="Arial MT"/>
              </a:rPr>
              <a:t>project</a:t>
            </a:r>
            <a:r>
              <a:rPr sz="1135" spc="-18" dirty="0">
                <a:latin typeface="Arial MT"/>
                <a:cs typeface="Arial MT"/>
              </a:rPr>
              <a:t> </a:t>
            </a:r>
            <a:r>
              <a:rPr sz="1135" dirty="0">
                <a:latin typeface="Arial MT"/>
                <a:cs typeface="Arial MT"/>
              </a:rPr>
              <a:t>team?</a:t>
            </a:r>
            <a:r>
              <a:rPr sz="1135" spc="-18" dirty="0">
                <a:latin typeface="Arial MT"/>
                <a:cs typeface="Arial MT"/>
              </a:rPr>
              <a:t> </a:t>
            </a:r>
            <a:r>
              <a:rPr sz="1135" dirty="0">
                <a:latin typeface="Arial MT"/>
                <a:cs typeface="Arial MT"/>
              </a:rPr>
              <a:t>With</a:t>
            </a:r>
            <a:r>
              <a:rPr sz="1135" spc="-50" dirty="0">
                <a:latin typeface="Arial MT"/>
                <a:cs typeface="Arial MT"/>
              </a:rPr>
              <a:t> </a:t>
            </a:r>
            <a:r>
              <a:rPr sz="1135" dirty="0">
                <a:latin typeface="Arial MT"/>
                <a:cs typeface="Arial MT"/>
              </a:rPr>
              <a:t>vendors?</a:t>
            </a:r>
            <a:r>
              <a:rPr sz="1135" spc="9" dirty="0">
                <a:latin typeface="Arial MT"/>
                <a:cs typeface="Arial MT"/>
              </a:rPr>
              <a:t> </a:t>
            </a:r>
            <a:r>
              <a:rPr sz="1135" dirty="0">
                <a:latin typeface="Arial MT"/>
                <a:cs typeface="Arial MT"/>
              </a:rPr>
              <a:t>With</a:t>
            </a:r>
            <a:r>
              <a:rPr sz="1135" spc="-59" dirty="0">
                <a:latin typeface="Arial MT"/>
                <a:cs typeface="Arial MT"/>
              </a:rPr>
              <a:t> </a:t>
            </a:r>
            <a:r>
              <a:rPr sz="1135" dirty="0">
                <a:latin typeface="Arial MT"/>
                <a:cs typeface="Arial MT"/>
              </a:rPr>
              <a:t>training?</a:t>
            </a:r>
            <a:r>
              <a:rPr sz="1135" spc="-9" dirty="0">
                <a:latin typeface="Arial MT"/>
                <a:cs typeface="Arial MT"/>
              </a:rPr>
              <a:t> </a:t>
            </a:r>
            <a:r>
              <a:rPr sz="1135" dirty="0">
                <a:latin typeface="Arial MT"/>
                <a:cs typeface="Arial MT"/>
              </a:rPr>
              <a:t>With</a:t>
            </a:r>
            <a:r>
              <a:rPr sz="1135" spc="-14" dirty="0">
                <a:latin typeface="Arial MT"/>
                <a:cs typeface="Arial MT"/>
              </a:rPr>
              <a:t> </a:t>
            </a:r>
            <a:r>
              <a:rPr sz="1135" spc="-9" dirty="0">
                <a:latin typeface="Arial MT"/>
                <a:cs typeface="Arial MT"/>
              </a:rPr>
              <a:t>support?</a:t>
            </a:r>
            <a:r>
              <a:rPr sz="1135" spc="5" dirty="0">
                <a:latin typeface="Arial MT"/>
                <a:cs typeface="Arial MT"/>
              </a:rPr>
              <a:t> </a:t>
            </a:r>
            <a:r>
              <a:rPr sz="1135" dirty="0">
                <a:latin typeface="Arial MT"/>
                <a:cs typeface="Arial MT"/>
              </a:rPr>
              <a:t>With</a:t>
            </a:r>
            <a:r>
              <a:rPr sz="1135" spc="-68" dirty="0">
                <a:latin typeface="Arial MT"/>
                <a:cs typeface="Arial MT"/>
              </a:rPr>
              <a:t> </a:t>
            </a:r>
            <a:r>
              <a:rPr sz="1135" spc="-9" dirty="0">
                <a:latin typeface="Arial MT"/>
                <a:cs typeface="Arial MT"/>
              </a:rPr>
              <a:t>maintenance?</a:t>
            </a:r>
            <a:endParaRPr sz="1135" dirty="0">
              <a:latin typeface="Arial MT"/>
              <a:cs typeface="Arial MT"/>
            </a:endParaRPr>
          </a:p>
          <a:p>
            <a:pPr marL="347525">
              <a:spcBef>
                <a:spcPts val="653"/>
              </a:spcBef>
            </a:pPr>
            <a:r>
              <a:rPr sz="1135" i="1" dirty="0">
                <a:latin typeface="Arial"/>
                <a:cs typeface="Arial"/>
              </a:rPr>
              <a:t>Equipment</a:t>
            </a:r>
            <a:r>
              <a:rPr sz="1135" i="1" spc="304" dirty="0">
                <a:latin typeface="Arial"/>
                <a:cs typeface="Arial"/>
              </a:rPr>
              <a:t> </a:t>
            </a:r>
            <a:r>
              <a:rPr sz="1135" i="1" dirty="0">
                <a:latin typeface="Arial"/>
                <a:cs typeface="Arial"/>
              </a:rPr>
              <a:t>and</a:t>
            </a:r>
            <a:r>
              <a:rPr sz="1135" i="1" spc="208" dirty="0">
                <a:latin typeface="Arial"/>
                <a:cs typeface="Arial"/>
              </a:rPr>
              <a:t> </a:t>
            </a:r>
            <a:r>
              <a:rPr sz="1135" i="1" spc="-9" dirty="0">
                <a:latin typeface="Arial"/>
                <a:cs typeface="Arial"/>
              </a:rPr>
              <a:t>Facilities</a:t>
            </a:r>
            <a:endParaRPr sz="1135" dirty="0">
              <a:latin typeface="Arial"/>
              <a:cs typeface="Arial"/>
            </a:endParaRPr>
          </a:p>
          <a:p>
            <a:pPr marL="348101" indent="-336574">
              <a:spcBef>
                <a:spcPts val="712"/>
              </a:spcBef>
              <a:buAutoNum type="arabicPlain" startAt="10"/>
              <a:tabLst>
                <a:tab pos="348101" algn="l"/>
              </a:tabLst>
            </a:pPr>
            <a:r>
              <a:rPr sz="1135" dirty="0">
                <a:latin typeface="Arial MT"/>
                <a:cs typeface="Arial MT"/>
              </a:rPr>
              <a:t>Have</a:t>
            </a:r>
            <a:r>
              <a:rPr sz="1135" spc="-32" dirty="0">
                <a:latin typeface="Arial MT"/>
                <a:cs typeface="Arial MT"/>
              </a:rPr>
              <a:t> </a:t>
            </a:r>
            <a:r>
              <a:rPr sz="1135" dirty="0">
                <a:latin typeface="Arial MT"/>
                <a:cs typeface="Arial MT"/>
              </a:rPr>
              <a:t>project</a:t>
            </a:r>
            <a:r>
              <a:rPr sz="1135" spc="-27" dirty="0">
                <a:latin typeface="Arial MT"/>
                <a:cs typeface="Arial MT"/>
              </a:rPr>
              <a:t> </a:t>
            </a:r>
            <a:r>
              <a:rPr sz="1135" dirty="0">
                <a:latin typeface="Arial MT"/>
                <a:cs typeface="Arial MT"/>
              </a:rPr>
              <a:t>resources</a:t>
            </a:r>
            <a:r>
              <a:rPr sz="1135" spc="14" dirty="0">
                <a:latin typeface="Arial MT"/>
                <a:cs typeface="Arial MT"/>
              </a:rPr>
              <a:t> </a:t>
            </a:r>
            <a:r>
              <a:rPr sz="1135" dirty="0">
                <a:latin typeface="Arial MT"/>
                <a:cs typeface="Arial MT"/>
              </a:rPr>
              <a:t>been</a:t>
            </a:r>
            <a:r>
              <a:rPr sz="1135" spc="-54" dirty="0">
                <a:latin typeface="Arial MT"/>
                <a:cs typeface="Arial MT"/>
              </a:rPr>
              <a:t> </a:t>
            </a:r>
            <a:r>
              <a:rPr sz="1135" spc="-9" dirty="0">
                <a:latin typeface="Arial MT"/>
                <a:cs typeface="Arial MT"/>
              </a:rPr>
              <a:t>transferred</a:t>
            </a:r>
            <a:r>
              <a:rPr sz="1135" spc="36" dirty="0">
                <a:latin typeface="Arial MT"/>
                <a:cs typeface="Arial MT"/>
              </a:rPr>
              <a:t> </a:t>
            </a:r>
            <a:r>
              <a:rPr sz="1135" dirty="0">
                <a:latin typeface="Arial MT"/>
                <a:cs typeface="Arial MT"/>
              </a:rPr>
              <a:t>to</a:t>
            </a:r>
            <a:r>
              <a:rPr sz="1135" spc="-50" dirty="0">
                <a:latin typeface="Arial MT"/>
                <a:cs typeface="Arial MT"/>
              </a:rPr>
              <a:t> </a:t>
            </a:r>
            <a:r>
              <a:rPr sz="1135" dirty="0">
                <a:latin typeface="Arial MT"/>
                <a:cs typeface="Arial MT"/>
              </a:rPr>
              <a:t>other</a:t>
            </a:r>
            <a:r>
              <a:rPr sz="1135" spc="-27" dirty="0">
                <a:latin typeface="Arial MT"/>
                <a:cs typeface="Arial MT"/>
              </a:rPr>
              <a:t> </a:t>
            </a:r>
            <a:r>
              <a:rPr sz="1135" spc="-9" dirty="0">
                <a:latin typeface="Arial MT"/>
                <a:cs typeface="Arial MT"/>
              </a:rPr>
              <a:t>projects?</a:t>
            </a:r>
            <a:endParaRPr sz="1135" dirty="0">
              <a:latin typeface="Arial MT"/>
              <a:cs typeface="Arial MT"/>
            </a:endParaRPr>
          </a:p>
          <a:p>
            <a:pPr marL="348101" indent="-330811">
              <a:spcBef>
                <a:spcPts val="690"/>
              </a:spcBef>
              <a:buAutoNum type="arabicPlain" startAt="10"/>
              <a:tabLst>
                <a:tab pos="348101" algn="l"/>
              </a:tabLst>
            </a:pPr>
            <a:r>
              <a:rPr sz="1135" dirty="0">
                <a:latin typeface="Arial MT"/>
                <a:cs typeface="Arial MT"/>
              </a:rPr>
              <a:t>Have</a:t>
            </a:r>
            <a:r>
              <a:rPr sz="1135" spc="-36" dirty="0">
                <a:latin typeface="Arial MT"/>
                <a:cs typeface="Arial MT"/>
              </a:rPr>
              <a:t> </a:t>
            </a:r>
            <a:r>
              <a:rPr sz="1135" dirty="0">
                <a:latin typeface="Arial MT"/>
                <a:cs typeface="Arial MT"/>
              </a:rPr>
              <a:t>rental</a:t>
            </a:r>
            <a:r>
              <a:rPr sz="1135" spc="-23" dirty="0">
                <a:latin typeface="Arial MT"/>
                <a:cs typeface="Arial MT"/>
              </a:rPr>
              <a:t> </a:t>
            </a:r>
            <a:r>
              <a:rPr sz="1135" dirty="0">
                <a:latin typeface="Arial MT"/>
                <a:cs typeface="Arial MT"/>
              </a:rPr>
              <a:t>or</a:t>
            </a:r>
            <a:r>
              <a:rPr sz="1135" spc="-50" dirty="0">
                <a:latin typeface="Arial MT"/>
                <a:cs typeface="Arial MT"/>
              </a:rPr>
              <a:t> </a:t>
            </a:r>
            <a:r>
              <a:rPr sz="1135" dirty="0">
                <a:latin typeface="Arial MT"/>
                <a:cs typeface="Arial MT"/>
              </a:rPr>
              <a:t>lease</a:t>
            </a:r>
            <a:r>
              <a:rPr sz="1135" spc="-41" dirty="0">
                <a:latin typeface="Arial MT"/>
                <a:cs typeface="Arial MT"/>
              </a:rPr>
              <a:t> </a:t>
            </a:r>
            <a:r>
              <a:rPr sz="1135" spc="-9" dirty="0">
                <a:latin typeface="Arial MT"/>
                <a:cs typeface="Arial MT"/>
              </a:rPr>
              <a:t>equipment</a:t>
            </a:r>
            <a:r>
              <a:rPr sz="1135" spc="5" dirty="0">
                <a:latin typeface="Arial MT"/>
                <a:cs typeface="Arial MT"/>
              </a:rPr>
              <a:t> </a:t>
            </a:r>
            <a:r>
              <a:rPr sz="1135" dirty="0">
                <a:latin typeface="Arial MT"/>
                <a:cs typeface="Arial MT"/>
              </a:rPr>
              <a:t>agreements</a:t>
            </a:r>
            <a:r>
              <a:rPr sz="1135" spc="9" dirty="0">
                <a:latin typeface="Arial MT"/>
                <a:cs typeface="Arial MT"/>
              </a:rPr>
              <a:t> </a:t>
            </a:r>
            <a:r>
              <a:rPr sz="1135" dirty="0">
                <a:latin typeface="Arial MT"/>
                <a:cs typeface="Arial MT"/>
              </a:rPr>
              <a:t>been</a:t>
            </a:r>
            <a:r>
              <a:rPr sz="1135" spc="-36" dirty="0">
                <a:latin typeface="Arial MT"/>
                <a:cs typeface="Arial MT"/>
              </a:rPr>
              <a:t> </a:t>
            </a:r>
            <a:r>
              <a:rPr sz="1135" dirty="0">
                <a:latin typeface="Arial MT"/>
                <a:cs typeface="Arial MT"/>
              </a:rPr>
              <a:t>closed</a:t>
            </a:r>
            <a:r>
              <a:rPr sz="1135" spc="-32" dirty="0">
                <a:latin typeface="Arial MT"/>
                <a:cs typeface="Arial MT"/>
              </a:rPr>
              <a:t> </a:t>
            </a:r>
            <a:r>
              <a:rPr sz="1135" spc="-18" dirty="0">
                <a:latin typeface="Arial MT"/>
                <a:cs typeface="Arial MT"/>
              </a:rPr>
              <a:t>out?</a:t>
            </a:r>
            <a:endParaRPr sz="1135" dirty="0">
              <a:latin typeface="Arial MT"/>
              <a:cs typeface="Arial MT"/>
            </a:endParaRPr>
          </a:p>
          <a:p>
            <a:pPr marL="348101" indent="-336574">
              <a:spcBef>
                <a:spcPts val="690"/>
              </a:spcBef>
              <a:buAutoNum type="arabicPlain" startAt="10"/>
              <a:tabLst>
                <a:tab pos="348101" algn="l"/>
              </a:tabLst>
            </a:pPr>
            <a:r>
              <a:rPr sz="1135" dirty="0">
                <a:latin typeface="Arial MT"/>
                <a:cs typeface="Arial MT"/>
              </a:rPr>
              <a:t>Has</a:t>
            </a:r>
            <a:r>
              <a:rPr sz="1135" spc="-23" dirty="0">
                <a:latin typeface="Arial MT"/>
                <a:cs typeface="Arial MT"/>
              </a:rPr>
              <a:t> </a:t>
            </a:r>
            <a:r>
              <a:rPr sz="1135" dirty="0">
                <a:latin typeface="Arial MT"/>
                <a:cs typeface="Arial MT"/>
              </a:rPr>
              <a:t>the</a:t>
            </a:r>
            <a:r>
              <a:rPr sz="1135" spc="-50" dirty="0">
                <a:latin typeface="Arial MT"/>
                <a:cs typeface="Arial MT"/>
              </a:rPr>
              <a:t> </a:t>
            </a:r>
            <a:r>
              <a:rPr sz="1135" dirty="0">
                <a:latin typeface="Arial MT"/>
                <a:cs typeface="Arial MT"/>
              </a:rPr>
              <a:t>date</a:t>
            </a:r>
            <a:r>
              <a:rPr sz="1135" spc="-36" dirty="0">
                <a:latin typeface="Arial MT"/>
                <a:cs typeface="Arial MT"/>
              </a:rPr>
              <a:t> </a:t>
            </a:r>
            <a:r>
              <a:rPr sz="1135" dirty="0">
                <a:latin typeface="Arial MT"/>
                <a:cs typeface="Arial MT"/>
              </a:rPr>
              <a:t>for</a:t>
            </a:r>
            <a:r>
              <a:rPr sz="1135" spc="-36" dirty="0">
                <a:latin typeface="Arial MT"/>
                <a:cs typeface="Arial MT"/>
              </a:rPr>
              <a:t> </a:t>
            </a:r>
            <a:r>
              <a:rPr sz="1135" dirty="0">
                <a:latin typeface="Arial MT"/>
                <a:cs typeface="Arial MT"/>
              </a:rPr>
              <a:t>the</a:t>
            </a:r>
            <a:r>
              <a:rPr sz="1135" spc="-73" dirty="0">
                <a:latin typeface="Arial MT"/>
                <a:cs typeface="Arial MT"/>
              </a:rPr>
              <a:t> </a:t>
            </a:r>
            <a:r>
              <a:rPr sz="1135" dirty="0">
                <a:latin typeface="Arial MT"/>
                <a:cs typeface="Arial MT"/>
              </a:rPr>
              <a:t>closure</a:t>
            </a:r>
            <a:r>
              <a:rPr sz="1135" spc="-5" dirty="0">
                <a:latin typeface="Arial MT"/>
                <a:cs typeface="Arial MT"/>
              </a:rPr>
              <a:t> </a:t>
            </a:r>
            <a:r>
              <a:rPr sz="1135" dirty="0">
                <a:latin typeface="Arial MT"/>
                <a:cs typeface="Arial MT"/>
              </a:rPr>
              <a:t>review</a:t>
            </a:r>
            <a:r>
              <a:rPr sz="1135" spc="-9" dirty="0">
                <a:latin typeface="Arial MT"/>
                <a:cs typeface="Arial MT"/>
              </a:rPr>
              <a:t> </a:t>
            </a:r>
            <a:r>
              <a:rPr sz="1135" dirty="0">
                <a:latin typeface="Arial MT"/>
                <a:cs typeface="Arial MT"/>
              </a:rPr>
              <a:t>been</a:t>
            </a:r>
            <a:r>
              <a:rPr sz="1135" spc="-45" dirty="0">
                <a:latin typeface="Arial MT"/>
                <a:cs typeface="Arial MT"/>
              </a:rPr>
              <a:t> </a:t>
            </a:r>
            <a:r>
              <a:rPr sz="1135" dirty="0">
                <a:latin typeface="Arial MT"/>
                <a:cs typeface="Arial MT"/>
              </a:rPr>
              <a:t>set</a:t>
            </a:r>
            <a:r>
              <a:rPr sz="1135" spc="-32" dirty="0">
                <a:latin typeface="Arial MT"/>
                <a:cs typeface="Arial MT"/>
              </a:rPr>
              <a:t> </a:t>
            </a:r>
            <a:r>
              <a:rPr sz="1135" dirty="0">
                <a:latin typeface="Arial MT"/>
                <a:cs typeface="Arial MT"/>
              </a:rPr>
              <a:t>and</a:t>
            </a:r>
            <a:r>
              <a:rPr sz="1135" spc="-45" dirty="0">
                <a:latin typeface="Arial MT"/>
                <a:cs typeface="Arial MT"/>
              </a:rPr>
              <a:t> </a:t>
            </a:r>
            <a:r>
              <a:rPr sz="1135" dirty="0">
                <a:latin typeface="Arial MT"/>
                <a:cs typeface="Arial MT"/>
              </a:rPr>
              <a:t>stakeholders</a:t>
            </a:r>
            <a:r>
              <a:rPr sz="1135" spc="18" dirty="0">
                <a:latin typeface="Arial MT"/>
                <a:cs typeface="Arial MT"/>
              </a:rPr>
              <a:t> </a:t>
            </a:r>
            <a:r>
              <a:rPr sz="1135" spc="-9" dirty="0">
                <a:latin typeface="Arial MT"/>
                <a:cs typeface="Arial MT"/>
              </a:rPr>
              <a:t>notified?</a:t>
            </a:r>
            <a:endParaRPr sz="1135" dirty="0">
              <a:latin typeface="Arial MT"/>
              <a:cs typeface="Arial MT"/>
            </a:endParaRPr>
          </a:p>
          <a:p>
            <a:pPr marL="348677">
              <a:spcBef>
                <a:spcPts val="667"/>
              </a:spcBef>
            </a:pPr>
            <a:r>
              <a:rPr sz="1135" i="1" dirty="0">
                <a:latin typeface="Arial"/>
                <a:cs typeface="Arial"/>
              </a:rPr>
              <a:t>Attach</a:t>
            </a:r>
            <a:r>
              <a:rPr sz="1135" i="1" spc="163" dirty="0">
                <a:latin typeface="Arial"/>
                <a:cs typeface="Arial"/>
              </a:rPr>
              <a:t> </a:t>
            </a:r>
            <a:r>
              <a:rPr sz="1135" i="1" dirty="0">
                <a:latin typeface="Arial"/>
                <a:cs typeface="Arial"/>
              </a:rPr>
              <a:t>comments</a:t>
            </a:r>
            <a:r>
              <a:rPr sz="1135" i="1" spc="208" dirty="0">
                <a:latin typeface="Arial"/>
                <a:cs typeface="Arial"/>
              </a:rPr>
              <a:t> </a:t>
            </a:r>
            <a:r>
              <a:rPr sz="1135" i="1" spc="50" dirty="0">
                <a:latin typeface="Arial"/>
                <a:cs typeface="Arial"/>
              </a:rPr>
              <a:t>or</a:t>
            </a:r>
            <a:r>
              <a:rPr sz="1135" i="1" spc="113" dirty="0">
                <a:latin typeface="Arial"/>
                <a:cs typeface="Arial"/>
              </a:rPr>
              <a:t> </a:t>
            </a:r>
            <a:r>
              <a:rPr sz="1135" i="1" spc="50" dirty="0">
                <a:latin typeface="Arial"/>
                <a:cs typeface="Arial"/>
              </a:rPr>
              <a:t>links</a:t>
            </a:r>
            <a:r>
              <a:rPr sz="1135" i="1" spc="150" dirty="0">
                <a:latin typeface="Arial"/>
                <a:cs typeface="Arial"/>
              </a:rPr>
              <a:t> </a:t>
            </a:r>
            <a:r>
              <a:rPr sz="1135" i="1" spc="54" dirty="0">
                <a:latin typeface="Arial"/>
                <a:cs typeface="Arial"/>
              </a:rPr>
              <a:t>on</a:t>
            </a:r>
            <a:r>
              <a:rPr sz="1135" i="1" spc="77" dirty="0">
                <a:latin typeface="Arial"/>
                <a:cs typeface="Arial"/>
              </a:rPr>
              <a:t> </a:t>
            </a:r>
            <a:r>
              <a:rPr sz="1135" i="1" dirty="0">
                <a:latin typeface="Arial"/>
                <a:cs typeface="Arial"/>
              </a:rPr>
              <a:t>any</a:t>
            </a:r>
            <a:r>
              <a:rPr sz="1135" i="1" spc="127" dirty="0">
                <a:latin typeface="Arial"/>
                <a:cs typeface="Arial"/>
              </a:rPr>
              <a:t> </a:t>
            </a:r>
            <a:r>
              <a:rPr sz="1135" i="1" dirty="0">
                <a:latin typeface="Arial"/>
                <a:cs typeface="Arial"/>
              </a:rPr>
              <a:t>tasks</a:t>
            </a:r>
            <a:r>
              <a:rPr sz="1135" i="1" spc="100" dirty="0">
                <a:latin typeface="Arial"/>
                <a:cs typeface="Arial"/>
              </a:rPr>
              <a:t> </a:t>
            </a:r>
            <a:r>
              <a:rPr sz="1135" i="1" spc="50" dirty="0">
                <a:latin typeface="Arial"/>
                <a:cs typeface="Arial"/>
              </a:rPr>
              <a:t>you</a:t>
            </a:r>
            <a:r>
              <a:rPr sz="1135" i="1" spc="159" dirty="0">
                <a:latin typeface="Arial"/>
                <a:cs typeface="Arial"/>
              </a:rPr>
              <a:t> </a:t>
            </a:r>
            <a:r>
              <a:rPr sz="1135" spc="-113" dirty="0">
                <a:latin typeface="Arial MT"/>
                <a:cs typeface="Arial MT"/>
              </a:rPr>
              <a:t>See/</a:t>
            </a:r>
            <a:r>
              <a:rPr sz="1135" spc="91" dirty="0">
                <a:latin typeface="Arial MT"/>
                <a:cs typeface="Arial MT"/>
              </a:rPr>
              <a:t> </a:t>
            </a:r>
            <a:r>
              <a:rPr sz="1135" i="1" dirty="0">
                <a:latin typeface="Arial"/>
                <a:cs typeface="Arial"/>
              </a:rPr>
              <a:t>need</a:t>
            </a:r>
            <a:r>
              <a:rPr sz="1135" i="1" spc="118" dirty="0">
                <a:latin typeface="Arial"/>
                <a:cs typeface="Arial"/>
              </a:rPr>
              <a:t> </a:t>
            </a:r>
            <a:r>
              <a:rPr sz="1135" i="1" spc="-9" dirty="0">
                <a:latin typeface="Arial"/>
                <a:cs typeface="Arial"/>
              </a:rPr>
              <a:t>explanation.</a:t>
            </a:r>
            <a:endParaRPr sz="1135" dirty="0">
              <a:latin typeface="Arial"/>
              <a:cs typeface="Arial"/>
            </a:endParaRPr>
          </a:p>
        </p:txBody>
      </p:sp>
      <p:pic>
        <p:nvPicPr>
          <p:cNvPr id="8" name="Picture 7">
            <a:extLst>
              <a:ext uri="{FF2B5EF4-FFF2-40B4-BE49-F238E27FC236}">
                <a16:creationId xmlns:a16="http://schemas.microsoft.com/office/drawing/2014/main" id="{471C41AE-0E4E-59E8-25A0-03206497D7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1"/>
            <a:ext cx="16002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60" dirty="0"/>
              <a:t>Post-</a:t>
            </a:r>
            <a:r>
              <a:rPr spc="105" dirty="0"/>
              <a:t>Implementation</a:t>
            </a:r>
            <a:r>
              <a:rPr spc="165" dirty="0"/>
              <a:t> </a:t>
            </a:r>
            <a:r>
              <a:rPr spc="90" dirty="0"/>
              <a:t>Evaluation</a:t>
            </a:r>
            <a:r>
              <a:rPr spc="200" dirty="0"/>
              <a:t> </a:t>
            </a:r>
            <a:r>
              <a:rPr sz="1950" spc="-10" dirty="0"/>
              <a:t>(1/3)</a:t>
            </a:r>
            <a:endParaRPr sz="1950"/>
          </a:p>
        </p:txBody>
      </p:sp>
      <p:sp>
        <p:nvSpPr>
          <p:cNvPr id="3" name="object 3"/>
          <p:cNvSpPr txBox="1"/>
          <p:nvPr/>
        </p:nvSpPr>
        <p:spPr>
          <a:xfrm>
            <a:off x="916939" y="1570228"/>
            <a:ext cx="10472420" cy="5144135"/>
          </a:xfrm>
          <a:prstGeom prst="rect">
            <a:avLst/>
          </a:prstGeom>
        </p:spPr>
        <p:txBody>
          <a:bodyPr vert="horz" wrap="square" lIns="0" tIns="92710" rIns="0" bIns="0" rtlCol="0">
            <a:spAutoFit/>
          </a:bodyPr>
          <a:lstStyle/>
          <a:p>
            <a:pPr marL="241300" marR="5080" indent="-228600" algn="just">
              <a:lnSpc>
                <a:spcPts val="2710"/>
              </a:lnSpc>
              <a:spcBef>
                <a:spcPts val="730"/>
              </a:spcBef>
              <a:buFont typeface="Arial MT"/>
              <a:buChar char="•"/>
              <a:tabLst>
                <a:tab pos="241300" algn="l"/>
              </a:tabLst>
            </a:pPr>
            <a:r>
              <a:rPr sz="2800" dirty="0">
                <a:latin typeface="Calibri"/>
                <a:cs typeface="Calibri"/>
              </a:rPr>
              <a:t>The</a:t>
            </a:r>
            <a:r>
              <a:rPr sz="2800" spc="335" dirty="0">
                <a:latin typeface="Calibri"/>
                <a:cs typeface="Calibri"/>
              </a:rPr>
              <a:t> </a:t>
            </a:r>
            <a:r>
              <a:rPr sz="2800" dirty="0">
                <a:latin typeface="Calibri"/>
                <a:cs typeface="Calibri"/>
              </a:rPr>
              <a:t>purpose</a:t>
            </a:r>
            <a:r>
              <a:rPr sz="2800" spc="330" dirty="0">
                <a:latin typeface="Calibri"/>
                <a:cs typeface="Calibri"/>
              </a:rPr>
              <a:t> </a:t>
            </a:r>
            <a:r>
              <a:rPr sz="2800" dirty="0">
                <a:latin typeface="Calibri"/>
                <a:cs typeface="Calibri"/>
              </a:rPr>
              <a:t>of</a:t>
            </a:r>
            <a:r>
              <a:rPr sz="2800" spc="335" dirty="0">
                <a:latin typeface="Calibri"/>
                <a:cs typeface="Calibri"/>
              </a:rPr>
              <a:t> </a:t>
            </a:r>
            <a:r>
              <a:rPr sz="2800" b="1" dirty="0">
                <a:solidFill>
                  <a:srgbClr val="FF0000"/>
                </a:solidFill>
                <a:latin typeface="Calibri"/>
                <a:cs typeface="Calibri"/>
              </a:rPr>
              <a:t>project</a:t>
            </a:r>
            <a:r>
              <a:rPr sz="2800" b="1" spc="345" dirty="0">
                <a:solidFill>
                  <a:srgbClr val="FF0000"/>
                </a:solidFill>
                <a:latin typeface="Calibri"/>
                <a:cs typeface="Calibri"/>
              </a:rPr>
              <a:t> </a:t>
            </a:r>
            <a:r>
              <a:rPr sz="2800" b="1" dirty="0">
                <a:solidFill>
                  <a:srgbClr val="FF0000"/>
                </a:solidFill>
                <a:latin typeface="Calibri"/>
                <a:cs typeface="Calibri"/>
              </a:rPr>
              <a:t>evaluation</a:t>
            </a:r>
            <a:r>
              <a:rPr sz="2800" b="1" spc="340" dirty="0">
                <a:solidFill>
                  <a:srgbClr val="FF0000"/>
                </a:solidFill>
                <a:latin typeface="Calibri"/>
                <a:cs typeface="Calibri"/>
              </a:rPr>
              <a:t> </a:t>
            </a:r>
            <a:r>
              <a:rPr sz="2800" dirty="0">
                <a:latin typeface="Calibri"/>
                <a:cs typeface="Calibri"/>
              </a:rPr>
              <a:t>is</a:t>
            </a:r>
            <a:r>
              <a:rPr sz="2800" spc="345" dirty="0">
                <a:latin typeface="Calibri"/>
                <a:cs typeface="Calibri"/>
              </a:rPr>
              <a:t> </a:t>
            </a:r>
            <a:r>
              <a:rPr sz="2800" dirty="0">
                <a:latin typeface="Calibri"/>
                <a:cs typeface="Calibri"/>
              </a:rPr>
              <a:t>to</a:t>
            </a:r>
            <a:r>
              <a:rPr sz="2800" spc="340" dirty="0">
                <a:latin typeface="Calibri"/>
                <a:cs typeface="Calibri"/>
              </a:rPr>
              <a:t> </a:t>
            </a:r>
            <a:r>
              <a:rPr sz="2800" dirty="0">
                <a:latin typeface="Calibri"/>
                <a:cs typeface="Calibri"/>
              </a:rPr>
              <a:t>assess</a:t>
            </a:r>
            <a:r>
              <a:rPr sz="2800" spc="345" dirty="0">
                <a:latin typeface="Calibri"/>
                <a:cs typeface="Calibri"/>
              </a:rPr>
              <a:t> </a:t>
            </a:r>
            <a:r>
              <a:rPr sz="2800" dirty="0">
                <a:latin typeface="Calibri"/>
                <a:cs typeface="Calibri"/>
              </a:rPr>
              <a:t>how</a:t>
            </a:r>
            <a:r>
              <a:rPr sz="2800" spc="340" dirty="0">
                <a:latin typeface="Calibri"/>
                <a:cs typeface="Calibri"/>
              </a:rPr>
              <a:t> </a:t>
            </a:r>
            <a:r>
              <a:rPr sz="2800" dirty="0">
                <a:latin typeface="Calibri"/>
                <a:cs typeface="Calibri"/>
              </a:rPr>
              <a:t>well</a:t>
            </a:r>
            <a:r>
              <a:rPr sz="2800" spc="340" dirty="0">
                <a:latin typeface="Calibri"/>
                <a:cs typeface="Calibri"/>
              </a:rPr>
              <a:t> </a:t>
            </a:r>
            <a:r>
              <a:rPr sz="2800" dirty="0">
                <a:latin typeface="Calibri"/>
                <a:cs typeface="Calibri"/>
              </a:rPr>
              <a:t>the</a:t>
            </a:r>
            <a:r>
              <a:rPr sz="2800" spc="335" dirty="0">
                <a:latin typeface="Calibri"/>
                <a:cs typeface="Calibri"/>
              </a:rPr>
              <a:t> </a:t>
            </a:r>
            <a:r>
              <a:rPr sz="2800" spc="-10" dirty="0">
                <a:latin typeface="Calibri"/>
                <a:cs typeface="Calibri"/>
              </a:rPr>
              <a:t>project </a:t>
            </a:r>
            <a:r>
              <a:rPr sz="2800" dirty="0">
                <a:latin typeface="Calibri"/>
                <a:cs typeface="Calibri"/>
              </a:rPr>
              <a:t>team,</a:t>
            </a:r>
            <a:r>
              <a:rPr sz="2800" spc="-75" dirty="0">
                <a:latin typeface="Calibri"/>
                <a:cs typeface="Calibri"/>
              </a:rPr>
              <a:t> </a:t>
            </a:r>
            <a:r>
              <a:rPr sz="2800" dirty="0">
                <a:latin typeface="Calibri"/>
                <a:cs typeface="Calibri"/>
              </a:rPr>
              <a:t>team</a:t>
            </a:r>
            <a:r>
              <a:rPr sz="2800" spc="-75" dirty="0">
                <a:latin typeface="Calibri"/>
                <a:cs typeface="Calibri"/>
              </a:rPr>
              <a:t> </a:t>
            </a:r>
            <a:r>
              <a:rPr sz="2800" dirty="0">
                <a:latin typeface="Calibri"/>
                <a:cs typeface="Calibri"/>
              </a:rPr>
              <a:t>members,</a:t>
            </a:r>
            <a:r>
              <a:rPr sz="2800" spc="-65" dirty="0">
                <a:latin typeface="Calibri"/>
                <a:cs typeface="Calibri"/>
              </a:rPr>
              <a:t> </a:t>
            </a:r>
            <a:r>
              <a:rPr sz="2800" dirty="0">
                <a:latin typeface="Calibri"/>
                <a:cs typeface="Calibri"/>
              </a:rPr>
              <a:t>and</a:t>
            </a:r>
            <a:r>
              <a:rPr sz="2800" spc="-70" dirty="0">
                <a:latin typeface="Calibri"/>
                <a:cs typeface="Calibri"/>
              </a:rPr>
              <a:t> </a:t>
            </a:r>
            <a:r>
              <a:rPr sz="2800" dirty="0">
                <a:latin typeface="Calibri"/>
                <a:cs typeface="Calibri"/>
              </a:rPr>
              <a:t>project</a:t>
            </a:r>
            <a:r>
              <a:rPr sz="2800" spc="-70" dirty="0">
                <a:latin typeface="Calibri"/>
                <a:cs typeface="Calibri"/>
              </a:rPr>
              <a:t> </a:t>
            </a:r>
            <a:r>
              <a:rPr sz="2800" dirty="0">
                <a:latin typeface="Calibri"/>
                <a:cs typeface="Calibri"/>
              </a:rPr>
              <a:t>manager</a:t>
            </a:r>
            <a:r>
              <a:rPr sz="2800" spc="-75" dirty="0">
                <a:latin typeface="Calibri"/>
                <a:cs typeface="Calibri"/>
              </a:rPr>
              <a:t> </a:t>
            </a:r>
            <a:r>
              <a:rPr sz="2800" spc="-10" dirty="0">
                <a:latin typeface="Calibri"/>
                <a:cs typeface="Calibri"/>
              </a:rPr>
              <a:t>performed</a:t>
            </a:r>
            <a:endParaRPr sz="2800" dirty="0">
              <a:latin typeface="Calibri"/>
              <a:cs typeface="Calibri"/>
            </a:endParaRPr>
          </a:p>
          <a:p>
            <a:pPr marL="494030" marR="5080" lvl="1" indent="-227329" algn="just">
              <a:lnSpc>
                <a:spcPct val="79800"/>
              </a:lnSpc>
              <a:spcBef>
                <a:spcPts val="545"/>
              </a:spcBef>
              <a:buFont typeface="Courier New"/>
              <a:buChar char="o"/>
              <a:tabLst>
                <a:tab pos="495300" algn="l"/>
              </a:tabLst>
            </a:pPr>
            <a:r>
              <a:rPr sz="2400" b="1" dirty="0">
                <a:solidFill>
                  <a:srgbClr val="FF0000"/>
                </a:solidFill>
                <a:latin typeface="Calibri"/>
                <a:cs typeface="Calibri"/>
              </a:rPr>
              <a:t>Team</a:t>
            </a:r>
            <a:r>
              <a:rPr sz="2400" b="1" spc="105" dirty="0">
                <a:solidFill>
                  <a:srgbClr val="FF0000"/>
                </a:solidFill>
                <a:latin typeface="Calibri"/>
                <a:cs typeface="Calibri"/>
              </a:rPr>
              <a:t> </a:t>
            </a:r>
            <a:r>
              <a:rPr sz="2400" b="1" dirty="0">
                <a:solidFill>
                  <a:srgbClr val="FF0000"/>
                </a:solidFill>
                <a:latin typeface="Calibri"/>
                <a:cs typeface="Calibri"/>
              </a:rPr>
              <a:t>Evaluation</a:t>
            </a:r>
            <a:r>
              <a:rPr sz="2400" b="1" dirty="0">
                <a:latin typeface="Calibri"/>
                <a:cs typeface="Calibri"/>
              </a:rPr>
              <a:t>:</a:t>
            </a:r>
            <a:r>
              <a:rPr sz="2400" b="1" spc="110" dirty="0">
                <a:latin typeface="Calibri"/>
                <a:cs typeface="Calibri"/>
              </a:rPr>
              <a:t> </a:t>
            </a:r>
            <a:r>
              <a:rPr sz="2400" dirty="0">
                <a:latin typeface="Calibri"/>
                <a:cs typeface="Calibri"/>
              </a:rPr>
              <a:t>Evaluation</a:t>
            </a:r>
            <a:r>
              <a:rPr sz="2400" spc="110" dirty="0">
                <a:latin typeface="Calibri"/>
                <a:cs typeface="Calibri"/>
              </a:rPr>
              <a:t> </a:t>
            </a:r>
            <a:r>
              <a:rPr sz="2400" dirty="0">
                <a:latin typeface="Calibri"/>
                <a:cs typeface="Calibri"/>
              </a:rPr>
              <a:t>of</a:t>
            </a:r>
            <a:r>
              <a:rPr sz="2400" spc="110" dirty="0">
                <a:latin typeface="Calibri"/>
                <a:cs typeface="Calibri"/>
              </a:rPr>
              <a:t> </a:t>
            </a:r>
            <a:r>
              <a:rPr sz="2400" dirty="0">
                <a:latin typeface="Calibri"/>
                <a:cs typeface="Calibri"/>
              </a:rPr>
              <a:t>performance</a:t>
            </a:r>
            <a:r>
              <a:rPr sz="2400" spc="114" dirty="0">
                <a:latin typeface="Calibri"/>
                <a:cs typeface="Calibri"/>
              </a:rPr>
              <a:t> </a:t>
            </a:r>
            <a:r>
              <a:rPr sz="2400" dirty="0">
                <a:latin typeface="Calibri"/>
                <a:cs typeface="Calibri"/>
              </a:rPr>
              <a:t>is</a:t>
            </a:r>
            <a:r>
              <a:rPr sz="2400" spc="105" dirty="0">
                <a:latin typeface="Calibri"/>
                <a:cs typeface="Calibri"/>
              </a:rPr>
              <a:t> </a:t>
            </a:r>
            <a:r>
              <a:rPr sz="2400" dirty="0">
                <a:latin typeface="Calibri"/>
                <a:cs typeface="Calibri"/>
              </a:rPr>
              <a:t>essential</a:t>
            </a:r>
            <a:r>
              <a:rPr sz="2400" spc="110" dirty="0">
                <a:latin typeface="Calibri"/>
                <a:cs typeface="Calibri"/>
              </a:rPr>
              <a:t> </a:t>
            </a:r>
            <a:r>
              <a:rPr sz="2400" dirty="0">
                <a:latin typeface="Calibri"/>
                <a:cs typeface="Calibri"/>
              </a:rPr>
              <a:t>to</a:t>
            </a:r>
            <a:r>
              <a:rPr sz="2400" spc="110" dirty="0">
                <a:latin typeface="Calibri"/>
                <a:cs typeface="Calibri"/>
              </a:rPr>
              <a:t> </a:t>
            </a:r>
            <a:r>
              <a:rPr sz="2400" dirty="0">
                <a:latin typeface="Calibri"/>
                <a:cs typeface="Calibri"/>
              </a:rPr>
              <a:t>encourage</a:t>
            </a:r>
            <a:r>
              <a:rPr sz="2400" spc="114" dirty="0">
                <a:latin typeface="Calibri"/>
                <a:cs typeface="Calibri"/>
              </a:rPr>
              <a:t> </a:t>
            </a:r>
            <a:r>
              <a:rPr sz="2400" spc="-10" dirty="0">
                <a:latin typeface="Calibri"/>
                <a:cs typeface="Calibri"/>
              </a:rPr>
              <a:t>changes 	</a:t>
            </a:r>
            <a:r>
              <a:rPr sz="2400" dirty="0">
                <a:latin typeface="Calibri"/>
                <a:cs typeface="Calibri"/>
              </a:rPr>
              <a:t>in</a:t>
            </a:r>
            <a:r>
              <a:rPr sz="2400" spc="65" dirty="0">
                <a:latin typeface="Calibri"/>
                <a:cs typeface="Calibri"/>
              </a:rPr>
              <a:t>  </a:t>
            </a:r>
            <a:r>
              <a:rPr sz="2400" dirty="0">
                <a:latin typeface="Calibri"/>
                <a:cs typeface="Calibri"/>
              </a:rPr>
              <a:t>behavior</a:t>
            </a:r>
            <a:r>
              <a:rPr sz="2400" spc="65" dirty="0">
                <a:latin typeface="Calibri"/>
                <a:cs typeface="Calibri"/>
              </a:rPr>
              <a:t>  </a:t>
            </a:r>
            <a:r>
              <a:rPr sz="2400" dirty="0">
                <a:latin typeface="Calibri"/>
                <a:cs typeface="Calibri"/>
              </a:rPr>
              <a:t>and</a:t>
            </a:r>
            <a:r>
              <a:rPr sz="2400" spc="65" dirty="0">
                <a:latin typeface="Calibri"/>
                <a:cs typeface="Calibri"/>
              </a:rPr>
              <a:t>  </a:t>
            </a:r>
            <a:r>
              <a:rPr sz="2400" dirty="0">
                <a:latin typeface="Calibri"/>
                <a:cs typeface="Calibri"/>
              </a:rPr>
              <a:t>to</a:t>
            </a:r>
            <a:r>
              <a:rPr sz="2400" spc="65" dirty="0">
                <a:latin typeface="Calibri"/>
                <a:cs typeface="Calibri"/>
              </a:rPr>
              <a:t>  </a:t>
            </a:r>
            <a:r>
              <a:rPr sz="2400" dirty="0">
                <a:latin typeface="Calibri"/>
                <a:cs typeface="Calibri"/>
              </a:rPr>
              <a:t>support</a:t>
            </a:r>
            <a:r>
              <a:rPr sz="2400" spc="65" dirty="0">
                <a:latin typeface="Calibri"/>
                <a:cs typeface="Calibri"/>
              </a:rPr>
              <a:t>  </a:t>
            </a:r>
            <a:r>
              <a:rPr sz="2400" dirty="0">
                <a:latin typeface="Calibri"/>
                <a:cs typeface="Calibri"/>
              </a:rPr>
              <a:t>individual</a:t>
            </a:r>
            <a:r>
              <a:rPr sz="2400" spc="60" dirty="0">
                <a:latin typeface="Calibri"/>
                <a:cs typeface="Calibri"/>
              </a:rPr>
              <a:t>  </a:t>
            </a:r>
            <a:r>
              <a:rPr sz="2400" dirty="0">
                <a:latin typeface="Calibri"/>
                <a:cs typeface="Calibri"/>
              </a:rPr>
              <a:t>career</a:t>
            </a:r>
            <a:r>
              <a:rPr sz="2400" spc="65" dirty="0">
                <a:latin typeface="Calibri"/>
                <a:cs typeface="Calibri"/>
              </a:rPr>
              <a:t>  </a:t>
            </a:r>
            <a:r>
              <a:rPr sz="2400" dirty="0">
                <a:latin typeface="Calibri"/>
                <a:cs typeface="Calibri"/>
              </a:rPr>
              <a:t>development</a:t>
            </a:r>
            <a:r>
              <a:rPr sz="2400" spc="60" dirty="0">
                <a:latin typeface="Calibri"/>
                <a:cs typeface="Calibri"/>
              </a:rPr>
              <a:t>  </a:t>
            </a:r>
            <a:r>
              <a:rPr sz="2400" dirty="0">
                <a:latin typeface="Calibri"/>
                <a:cs typeface="Calibri"/>
              </a:rPr>
              <a:t>and</a:t>
            </a:r>
            <a:r>
              <a:rPr sz="2400" spc="65" dirty="0">
                <a:latin typeface="Calibri"/>
                <a:cs typeface="Calibri"/>
              </a:rPr>
              <a:t>  </a:t>
            </a:r>
            <a:r>
              <a:rPr sz="2400" spc="-10" dirty="0">
                <a:latin typeface="Calibri"/>
                <a:cs typeface="Calibri"/>
              </a:rPr>
              <a:t>continuous 	</a:t>
            </a:r>
            <a:r>
              <a:rPr sz="2400" dirty="0">
                <a:latin typeface="Calibri"/>
                <a:cs typeface="Calibri"/>
              </a:rPr>
              <a:t>improvement</a:t>
            </a:r>
            <a:r>
              <a:rPr sz="2400" spc="70" dirty="0">
                <a:latin typeface="Calibri"/>
                <a:cs typeface="Calibri"/>
              </a:rPr>
              <a:t>  </a:t>
            </a:r>
            <a:r>
              <a:rPr sz="2400" dirty="0">
                <a:latin typeface="Calibri"/>
                <a:cs typeface="Calibri"/>
              </a:rPr>
              <a:t>through</a:t>
            </a:r>
            <a:r>
              <a:rPr sz="2400" spc="75" dirty="0">
                <a:latin typeface="Calibri"/>
                <a:cs typeface="Calibri"/>
              </a:rPr>
              <a:t>  </a:t>
            </a:r>
            <a:r>
              <a:rPr sz="2400" dirty="0">
                <a:latin typeface="Calibri"/>
                <a:cs typeface="Calibri"/>
              </a:rPr>
              <a:t>organizational</a:t>
            </a:r>
            <a:r>
              <a:rPr sz="2400" spc="80" dirty="0">
                <a:latin typeface="Calibri"/>
                <a:cs typeface="Calibri"/>
              </a:rPr>
              <a:t>  </a:t>
            </a:r>
            <a:r>
              <a:rPr sz="2400" dirty="0">
                <a:latin typeface="Calibri"/>
                <a:cs typeface="Calibri"/>
              </a:rPr>
              <a:t>learning.</a:t>
            </a:r>
            <a:r>
              <a:rPr sz="2400" spc="70" dirty="0">
                <a:latin typeface="Calibri"/>
                <a:cs typeface="Calibri"/>
              </a:rPr>
              <a:t>  </a:t>
            </a:r>
            <a:r>
              <a:rPr sz="2400" dirty="0">
                <a:latin typeface="Calibri"/>
                <a:cs typeface="Calibri"/>
              </a:rPr>
              <a:t>Before</a:t>
            </a:r>
            <a:r>
              <a:rPr sz="2400" spc="80" dirty="0">
                <a:latin typeface="Calibri"/>
                <a:cs typeface="Calibri"/>
              </a:rPr>
              <a:t>  </a:t>
            </a:r>
            <a:r>
              <a:rPr sz="2400" dirty="0">
                <a:latin typeface="Calibri"/>
                <a:cs typeface="Calibri"/>
              </a:rPr>
              <a:t>an</a:t>
            </a:r>
            <a:r>
              <a:rPr sz="2400" spc="75" dirty="0">
                <a:latin typeface="Calibri"/>
                <a:cs typeface="Calibri"/>
              </a:rPr>
              <a:t>  </a:t>
            </a:r>
            <a:r>
              <a:rPr sz="2400" dirty="0">
                <a:latin typeface="Calibri"/>
                <a:cs typeface="Calibri"/>
              </a:rPr>
              <a:t>evaluation</a:t>
            </a:r>
            <a:r>
              <a:rPr sz="2400" spc="75" dirty="0">
                <a:latin typeface="Calibri"/>
                <a:cs typeface="Calibri"/>
              </a:rPr>
              <a:t>  </a:t>
            </a:r>
            <a:r>
              <a:rPr sz="2400" dirty="0">
                <a:latin typeface="Calibri"/>
                <a:cs typeface="Calibri"/>
              </a:rPr>
              <a:t>of</a:t>
            </a:r>
            <a:r>
              <a:rPr sz="2400" spc="80" dirty="0">
                <a:latin typeface="Calibri"/>
                <a:cs typeface="Calibri"/>
              </a:rPr>
              <a:t>  </a:t>
            </a:r>
            <a:r>
              <a:rPr sz="2400" spc="-25" dirty="0">
                <a:latin typeface="Calibri"/>
                <a:cs typeface="Calibri"/>
              </a:rPr>
              <a:t>the 	</a:t>
            </a:r>
            <a:r>
              <a:rPr sz="2400" dirty="0">
                <a:latin typeface="Calibri"/>
                <a:cs typeface="Calibri"/>
              </a:rPr>
              <a:t>project</a:t>
            </a:r>
            <a:r>
              <a:rPr sz="2400" spc="-25" dirty="0">
                <a:latin typeface="Calibri"/>
                <a:cs typeface="Calibri"/>
              </a:rPr>
              <a:t> </a:t>
            </a:r>
            <a:r>
              <a:rPr sz="2400" dirty="0">
                <a:latin typeface="Calibri"/>
                <a:cs typeface="Calibri"/>
              </a:rPr>
              <a:t>team</a:t>
            </a:r>
            <a:r>
              <a:rPr sz="2400" spc="-15" dirty="0">
                <a:latin typeface="Calibri"/>
                <a:cs typeface="Calibri"/>
              </a:rPr>
              <a:t> </a:t>
            </a:r>
            <a:r>
              <a:rPr sz="2400" dirty="0">
                <a:latin typeface="Calibri"/>
                <a:cs typeface="Calibri"/>
              </a:rPr>
              <a:t>can</a:t>
            </a:r>
            <a:r>
              <a:rPr sz="2400" spc="-15" dirty="0">
                <a:latin typeface="Calibri"/>
                <a:cs typeface="Calibri"/>
              </a:rPr>
              <a:t> </a:t>
            </a:r>
            <a:r>
              <a:rPr sz="2400" dirty="0">
                <a:latin typeface="Calibri"/>
                <a:cs typeface="Calibri"/>
              </a:rPr>
              <a:t>be</a:t>
            </a:r>
            <a:r>
              <a:rPr sz="2400" spc="-5" dirty="0">
                <a:latin typeface="Calibri"/>
                <a:cs typeface="Calibri"/>
              </a:rPr>
              <a:t> </a:t>
            </a:r>
            <a:r>
              <a:rPr sz="2400" spc="-10" dirty="0">
                <a:latin typeface="Calibri"/>
                <a:cs typeface="Calibri"/>
              </a:rPr>
              <a:t>effective</a:t>
            </a:r>
            <a:r>
              <a:rPr sz="2400" spc="-5" dirty="0">
                <a:latin typeface="Calibri"/>
                <a:cs typeface="Calibri"/>
              </a:rPr>
              <a:t> </a:t>
            </a:r>
            <a:r>
              <a:rPr sz="2400" dirty="0">
                <a:latin typeface="Calibri"/>
                <a:cs typeface="Calibri"/>
              </a:rPr>
              <a:t>and</a:t>
            </a:r>
            <a:r>
              <a:rPr sz="2400" spc="-10" dirty="0">
                <a:latin typeface="Calibri"/>
                <a:cs typeface="Calibri"/>
              </a:rPr>
              <a:t> </a:t>
            </a:r>
            <a:r>
              <a:rPr sz="2400" dirty="0">
                <a:latin typeface="Calibri"/>
                <a:cs typeface="Calibri"/>
              </a:rPr>
              <a:t>useful.</a:t>
            </a:r>
            <a:r>
              <a:rPr sz="2400" spc="-15" dirty="0">
                <a:latin typeface="Calibri"/>
                <a:cs typeface="Calibri"/>
              </a:rPr>
              <a:t> </a:t>
            </a:r>
            <a:r>
              <a:rPr sz="2400" dirty="0">
                <a:latin typeface="Calibri"/>
                <a:cs typeface="Calibri"/>
              </a:rPr>
              <a:t>Some</a:t>
            </a:r>
            <a:r>
              <a:rPr sz="2400" spc="-15" dirty="0">
                <a:latin typeface="Calibri"/>
                <a:cs typeface="Calibri"/>
              </a:rPr>
              <a:t> </a:t>
            </a:r>
            <a:r>
              <a:rPr sz="2400" dirty="0">
                <a:latin typeface="Calibri"/>
                <a:cs typeface="Calibri"/>
              </a:rPr>
              <a:t>typical</a:t>
            </a:r>
            <a:r>
              <a:rPr sz="2400" spc="-10" dirty="0">
                <a:latin typeface="Calibri"/>
                <a:cs typeface="Calibri"/>
              </a:rPr>
              <a:t> </a:t>
            </a:r>
            <a:r>
              <a:rPr sz="2400" dirty="0">
                <a:latin typeface="Calibri"/>
                <a:cs typeface="Calibri"/>
              </a:rPr>
              <a:t>conditions</a:t>
            </a:r>
            <a:r>
              <a:rPr sz="2400" spc="-20" dirty="0">
                <a:latin typeface="Calibri"/>
                <a:cs typeface="Calibri"/>
              </a:rPr>
              <a:t> </a:t>
            </a:r>
            <a:r>
              <a:rPr sz="2400" dirty="0">
                <a:latin typeface="Calibri"/>
                <a:cs typeface="Calibri"/>
              </a:rPr>
              <a:t>are</a:t>
            </a:r>
            <a:r>
              <a:rPr sz="2400" spc="-5" dirty="0">
                <a:latin typeface="Calibri"/>
                <a:cs typeface="Calibri"/>
              </a:rPr>
              <a:t> </a:t>
            </a:r>
            <a:r>
              <a:rPr sz="2400" dirty="0">
                <a:latin typeface="Calibri"/>
                <a:cs typeface="Calibri"/>
              </a:rPr>
              <a:t>listed</a:t>
            </a:r>
            <a:r>
              <a:rPr sz="2400" spc="-15" dirty="0">
                <a:latin typeface="Calibri"/>
                <a:cs typeface="Calibri"/>
              </a:rPr>
              <a:t> </a:t>
            </a:r>
            <a:r>
              <a:rPr sz="2400" spc="-20" dirty="0">
                <a:latin typeface="Calibri"/>
                <a:cs typeface="Calibri"/>
              </a:rPr>
              <a:t>here 	</a:t>
            </a:r>
            <a:r>
              <a:rPr sz="2400" dirty="0">
                <a:latin typeface="Calibri"/>
                <a:cs typeface="Calibri"/>
              </a:rPr>
              <a:t>in</a:t>
            </a:r>
            <a:r>
              <a:rPr sz="2400" spc="-40" dirty="0">
                <a:latin typeface="Calibri"/>
                <a:cs typeface="Calibri"/>
              </a:rPr>
              <a:t> </a:t>
            </a:r>
            <a:r>
              <a:rPr sz="2400" dirty="0">
                <a:latin typeface="Calibri"/>
                <a:cs typeface="Calibri"/>
              </a:rPr>
              <a:t>the</a:t>
            </a:r>
            <a:r>
              <a:rPr sz="2400" spc="-30" dirty="0">
                <a:latin typeface="Calibri"/>
                <a:cs typeface="Calibri"/>
              </a:rPr>
              <a:t> </a:t>
            </a:r>
            <a:r>
              <a:rPr sz="2400" dirty="0">
                <a:latin typeface="Calibri"/>
                <a:cs typeface="Calibri"/>
              </a:rPr>
              <a:t>form</a:t>
            </a:r>
            <a:r>
              <a:rPr sz="2400" spc="-45" dirty="0">
                <a:latin typeface="Calibri"/>
                <a:cs typeface="Calibri"/>
              </a:rPr>
              <a:t> </a:t>
            </a:r>
            <a:r>
              <a:rPr sz="2400" dirty="0">
                <a:latin typeface="Calibri"/>
                <a:cs typeface="Calibri"/>
              </a:rPr>
              <a:t>of</a:t>
            </a:r>
            <a:r>
              <a:rPr sz="2400" spc="-35" dirty="0">
                <a:latin typeface="Calibri"/>
                <a:cs typeface="Calibri"/>
              </a:rPr>
              <a:t> </a:t>
            </a:r>
            <a:r>
              <a:rPr sz="2400" spc="-10" dirty="0">
                <a:latin typeface="Calibri"/>
                <a:cs typeface="Calibri"/>
              </a:rPr>
              <a:t>questions:</a:t>
            </a:r>
            <a:endParaRPr sz="2400" dirty="0">
              <a:latin typeface="Calibri"/>
              <a:cs typeface="Calibri"/>
            </a:endParaRPr>
          </a:p>
          <a:p>
            <a:pPr marL="850265" marR="6350" lvl="2" indent="-228600" algn="just">
              <a:lnSpc>
                <a:spcPct val="81500"/>
              </a:lnSpc>
              <a:spcBef>
                <a:spcPts val="459"/>
              </a:spcBef>
              <a:buFont typeface="Wingdings"/>
              <a:buChar char=""/>
              <a:tabLst>
                <a:tab pos="850265" algn="l"/>
              </a:tabLst>
            </a:pPr>
            <a:r>
              <a:rPr sz="2000" dirty="0">
                <a:latin typeface="Calibri"/>
                <a:cs typeface="Calibri"/>
              </a:rPr>
              <a:t>Do</a:t>
            </a:r>
            <a:r>
              <a:rPr sz="2000" spc="-35" dirty="0">
                <a:latin typeface="Calibri"/>
                <a:cs typeface="Calibri"/>
              </a:rPr>
              <a:t> </a:t>
            </a:r>
            <a:r>
              <a:rPr sz="2000" dirty="0">
                <a:latin typeface="Calibri"/>
                <a:cs typeface="Calibri"/>
              </a:rPr>
              <a:t>standards</a:t>
            </a:r>
            <a:r>
              <a:rPr sz="2000" spc="-25" dirty="0">
                <a:latin typeface="Calibri"/>
                <a:cs typeface="Calibri"/>
              </a:rPr>
              <a:t> </a:t>
            </a:r>
            <a:r>
              <a:rPr sz="2000" dirty="0">
                <a:latin typeface="Calibri"/>
                <a:cs typeface="Calibri"/>
              </a:rPr>
              <a:t>for</a:t>
            </a:r>
            <a:r>
              <a:rPr sz="2000" spc="-25" dirty="0">
                <a:latin typeface="Calibri"/>
                <a:cs typeface="Calibri"/>
              </a:rPr>
              <a:t> </a:t>
            </a:r>
            <a:r>
              <a:rPr sz="2000" dirty="0">
                <a:latin typeface="Calibri"/>
                <a:cs typeface="Calibri"/>
              </a:rPr>
              <a:t>measuring</a:t>
            </a:r>
            <a:r>
              <a:rPr sz="2000" spc="-35" dirty="0">
                <a:latin typeface="Calibri"/>
                <a:cs typeface="Calibri"/>
              </a:rPr>
              <a:t> </a:t>
            </a:r>
            <a:r>
              <a:rPr sz="2000" dirty="0">
                <a:latin typeface="Calibri"/>
                <a:cs typeface="Calibri"/>
              </a:rPr>
              <a:t>performance</a:t>
            </a:r>
            <a:r>
              <a:rPr sz="2000" spc="-25" dirty="0">
                <a:latin typeface="Calibri"/>
                <a:cs typeface="Calibri"/>
              </a:rPr>
              <a:t> </a:t>
            </a:r>
            <a:r>
              <a:rPr sz="2000" dirty="0">
                <a:latin typeface="Calibri"/>
                <a:cs typeface="Calibri"/>
              </a:rPr>
              <a:t>exist?</a:t>
            </a:r>
            <a:r>
              <a:rPr sz="2000" spc="-25" dirty="0">
                <a:latin typeface="Calibri"/>
                <a:cs typeface="Calibri"/>
              </a:rPr>
              <a:t> </a:t>
            </a:r>
            <a:r>
              <a:rPr sz="2000" spc="-10" dirty="0">
                <a:latin typeface="Calibri"/>
                <a:cs typeface="Calibri"/>
              </a:rPr>
              <a:t>(You</a:t>
            </a:r>
            <a:r>
              <a:rPr sz="2000" spc="-30" dirty="0">
                <a:latin typeface="Calibri"/>
                <a:cs typeface="Calibri"/>
              </a:rPr>
              <a:t> </a:t>
            </a:r>
            <a:r>
              <a:rPr sz="2000" dirty="0">
                <a:latin typeface="Calibri"/>
                <a:cs typeface="Calibri"/>
              </a:rPr>
              <a:t>can’t</a:t>
            </a:r>
            <a:r>
              <a:rPr sz="2000" spc="-25" dirty="0">
                <a:latin typeface="Calibri"/>
                <a:cs typeface="Calibri"/>
              </a:rPr>
              <a:t> </a:t>
            </a:r>
            <a:r>
              <a:rPr sz="2000" dirty="0">
                <a:latin typeface="Calibri"/>
                <a:cs typeface="Calibri"/>
              </a:rPr>
              <a:t>manage</a:t>
            </a:r>
            <a:r>
              <a:rPr sz="2000" spc="-25" dirty="0">
                <a:latin typeface="Calibri"/>
                <a:cs typeface="Calibri"/>
              </a:rPr>
              <a:t> </a:t>
            </a:r>
            <a:r>
              <a:rPr sz="2000" dirty="0">
                <a:latin typeface="Calibri"/>
                <a:cs typeface="Calibri"/>
              </a:rPr>
              <a:t>what</a:t>
            </a:r>
            <a:r>
              <a:rPr sz="2000" spc="-25" dirty="0">
                <a:latin typeface="Calibri"/>
                <a:cs typeface="Calibri"/>
              </a:rPr>
              <a:t> </a:t>
            </a:r>
            <a:r>
              <a:rPr sz="2000" dirty="0">
                <a:latin typeface="Calibri"/>
                <a:cs typeface="Calibri"/>
              </a:rPr>
              <a:t>you</a:t>
            </a:r>
            <a:r>
              <a:rPr sz="2000" spc="-25" dirty="0">
                <a:latin typeface="Calibri"/>
                <a:cs typeface="Calibri"/>
              </a:rPr>
              <a:t> </a:t>
            </a:r>
            <a:r>
              <a:rPr sz="2000" dirty="0">
                <a:latin typeface="Calibri"/>
                <a:cs typeface="Calibri"/>
              </a:rPr>
              <a:t>can’t</a:t>
            </a:r>
            <a:r>
              <a:rPr sz="2000" spc="-25" dirty="0">
                <a:latin typeface="Calibri"/>
                <a:cs typeface="Calibri"/>
              </a:rPr>
              <a:t> </a:t>
            </a:r>
            <a:r>
              <a:rPr sz="2000" spc="-10" dirty="0">
                <a:latin typeface="Calibri"/>
                <a:cs typeface="Calibri"/>
              </a:rPr>
              <a:t>measure.) </a:t>
            </a:r>
            <a:r>
              <a:rPr sz="2000" dirty="0">
                <a:latin typeface="Calibri"/>
                <a:cs typeface="Calibri"/>
              </a:rPr>
              <a:t>Are</a:t>
            </a:r>
            <a:r>
              <a:rPr sz="2000" spc="140" dirty="0">
                <a:latin typeface="Calibri"/>
                <a:cs typeface="Calibri"/>
              </a:rPr>
              <a:t> </a:t>
            </a:r>
            <a:r>
              <a:rPr sz="2000" dirty="0">
                <a:latin typeface="Calibri"/>
                <a:cs typeface="Calibri"/>
              </a:rPr>
              <a:t>the</a:t>
            </a:r>
            <a:r>
              <a:rPr sz="2000" spc="140" dirty="0">
                <a:latin typeface="Calibri"/>
                <a:cs typeface="Calibri"/>
              </a:rPr>
              <a:t> </a:t>
            </a:r>
            <a:r>
              <a:rPr sz="2000" dirty="0">
                <a:latin typeface="Calibri"/>
                <a:cs typeface="Calibri"/>
              </a:rPr>
              <a:t>goals</a:t>
            </a:r>
            <a:r>
              <a:rPr sz="2000" spc="145" dirty="0">
                <a:latin typeface="Calibri"/>
                <a:cs typeface="Calibri"/>
              </a:rPr>
              <a:t> </a:t>
            </a:r>
            <a:r>
              <a:rPr sz="2000" dirty="0">
                <a:latin typeface="Calibri"/>
                <a:cs typeface="Calibri"/>
              </a:rPr>
              <a:t>clear</a:t>
            </a:r>
            <a:r>
              <a:rPr sz="2000" spc="140" dirty="0">
                <a:latin typeface="Calibri"/>
                <a:cs typeface="Calibri"/>
              </a:rPr>
              <a:t> </a:t>
            </a:r>
            <a:r>
              <a:rPr sz="2000" dirty="0">
                <a:latin typeface="Calibri"/>
                <a:cs typeface="Calibri"/>
              </a:rPr>
              <a:t>for</a:t>
            </a:r>
            <a:r>
              <a:rPr sz="2000" spc="140" dirty="0">
                <a:latin typeface="Calibri"/>
                <a:cs typeface="Calibri"/>
              </a:rPr>
              <a:t> </a:t>
            </a:r>
            <a:r>
              <a:rPr sz="2000" dirty="0">
                <a:latin typeface="Calibri"/>
                <a:cs typeface="Calibri"/>
              </a:rPr>
              <a:t>the</a:t>
            </a:r>
            <a:r>
              <a:rPr sz="2000" spc="145" dirty="0">
                <a:latin typeface="Calibri"/>
                <a:cs typeface="Calibri"/>
              </a:rPr>
              <a:t> </a:t>
            </a:r>
            <a:r>
              <a:rPr sz="2000" dirty="0">
                <a:latin typeface="Calibri"/>
                <a:cs typeface="Calibri"/>
              </a:rPr>
              <a:t>team</a:t>
            </a:r>
            <a:r>
              <a:rPr sz="2000" spc="140" dirty="0">
                <a:latin typeface="Calibri"/>
                <a:cs typeface="Calibri"/>
              </a:rPr>
              <a:t> </a:t>
            </a:r>
            <a:r>
              <a:rPr sz="2000" dirty="0">
                <a:latin typeface="Calibri"/>
                <a:cs typeface="Calibri"/>
              </a:rPr>
              <a:t>and</a:t>
            </a:r>
            <a:r>
              <a:rPr sz="2000" spc="135" dirty="0">
                <a:latin typeface="Calibri"/>
                <a:cs typeface="Calibri"/>
              </a:rPr>
              <a:t> </a:t>
            </a:r>
            <a:r>
              <a:rPr sz="2000" dirty="0">
                <a:latin typeface="Calibri"/>
                <a:cs typeface="Calibri"/>
              </a:rPr>
              <a:t>individuals?</a:t>
            </a:r>
            <a:r>
              <a:rPr sz="2000" spc="135" dirty="0">
                <a:latin typeface="Calibri"/>
                <a:cs typeface="Calibri"/>
              </a:rPr>
              <a:t> </a:t>
            </a:r>
            <a:r>
              <a:rPr sz="2000" dirty="0">
                <a:latin typeface="Calibri"/>
                <a:cs typeface="Calibri"/>
              </a:rPr>
              <a:t>Challenging?</a:t>
            </a:r>
            <a:r>
              <a:rPr sz="2000" spc="130" dirty="0">
                <a:latin typeface="Calibri"/>
                <a:cs typeface="Calibri"/>
              </a:rPr>
              <a:t> </a:t>
            </a:r>
            <a:r>
              <a:rPr sz="2000" dirty="0">
                <a:latin typeface="Calibri"/>
                <a:cs typeface="Calibri"/>
              </a:rPr>
              <a:t>Attainable?</a:t>
            </a:r>
            <a:r>
              <a:rPr sz="2000" spc="135" dirty="0">
                <a:latin typeface="Calibri"/>
                <a:cs typeface="Calibri"/>
              </a:rPr>
              <a:t> </a:t>
            </a:r>
            <a:r>
              <a:rPr sz="2000" dirty="0">
                <a:latin typeface="Calibri"/>
                <a:cs typeface="Calibri"/>
              </a:rPr>
              <a:t>Lead</a:t>
            </a:r>
            <a:r>
              <a:rPr sz="2000" spc="135" dirty="0">
                <a:latin typeface="Calibri"/>
                <a:cs typeface="Calibri"/>
              </a:rPr>
              <a:t> </a:t>
            </a:r>
            <a:r>
              <a:rPr sz="2000" dirty="0">
                <a:latin typeface="Calibri"/>
                <a:cs typeface="Calibri"/>
              </a:rPr>
              <a:t>to</a:t>
            </a:r>
            <a:r>
              <a:rPr sz="2000" spc="135" dirty="0">
                <a:latin typeface="Calibri"/>
                <a:cs typeface="Calibri"/>
              </a:rPr>
              <a:t> </a:t>
            </a:r>
            <a:r>
              <a:rPr sz="2000" spc="-10" dirty="0">
                <a:latin typeface="Calibri"/>
                <a:cs typeface="Calibri"/>
              </a:rPr>
              <a:t>positive consequences?</a:t>
            </a:r>
            <a:endParaRPr sz="2000" dirty="0">
              <a:latin typeface="Calibri"/>
              <a:cs typeface="Calibri"/>
            </a:endParaRPr>
          </a:p>
          <a:p>
            <a:pPr marL="850265" marR="5715" lvl="2" indent="-228600" algn="just">
              <a:lnSpc>
                <a:spcPct val="79000"/>
              </a:lnSpc>
              <a:spcBef>
                <a:spcPts val="505"/>
              </a:spcBef>
              <a:buFont typeface="Wingdings"/>
              <a:buChar char=""/>
              <a:tabLst>
                <a:tab pos="850265" algn="l"/>
              </a:tabLst>
            </a:pPr>
            <a:r>
              <a:rPr sz="2000" dirty="0">
                <a:solidFill>
                  <a:srgbClr val="262EA4"/>
                </a:solidFill>
                <a:latin typeface="Calibri"/>
                <a:cs typeface="Calibri"/>
              </a:rPr>
              <a:t>Are</a:t>
            </a:r>
            <a:r>
              <a:rPr sz="2000" spc="425" dirty="0">
                <a:solidFill>
                  <a:srgbClr val="262EA4"/>
                </a:solidFill>
                <a:latin typeface="Calibri"/>
                <a:cs typeface="Calibri"/>
              </a:rPr>
              <a:t> </a:t>
            </a:r>
            <a:r>
              <a:rPr sz="2000" dirty="0">
                <a:solidFill>
                  <a:srgbClr val="262EA4"/>
                </a:solidFill>
                <a:latin typeface="Calibri"/>
                <a:cs typeface="Calibri"/>
              </a:rPr>
              <a:t>individual</a:t>
            </a:r>
            <a:r>
              <a:rPr sz="2000" spc="420" dirty="0">
                <a:solidFill>
                  <a:srgbClr val="262EA4"/>
                </a:solidFill>
                <a:latin typeface="Calibri"/>
                <a:cs typeface="Calibri"/>
              </a:rPr>
              <a:t> </a:t>
            </a:r>
            <a:r>
              <a:rPr sz="2000" dirty="0">
                <a:solidFill>
                  <a:srgbClr val="262EA4"/>
                </a:solidFill>
                <a:latin typeface="Calibri"/>
                <a:cs typeface="Calibri"/>
              </a:rPr>
              <a:t>and</a:t>
            </a:r>
            <a:r>
              <a:rPr sz="2000" spc="415" dirty="0">
                <a:solidFill>
                  <a:srgbClr val="262EA4"/>
                </a:solidFill>
                <a:latin typeface="Calibri"/>
                <a:cs typeface="Calibri"/>
              </a:rPr>
              <a:t> </a:t>
            </a:r>
            <a:r>
              <a:rPr sz="2000" dirty="0">
                <a:solidFill>
                  <a:srgbClr val="262EA4"/>
                </a:solidFill>
                <a:latin typeface="Calibri"/>
                <a:cs typeface="Calibri"/>
              </a:rPr>
              <a:t>team</a:t>
            </a:r>
            <a:r>
              <a:rPr sz="2000" spc="420" dirty="0">
                <a:solidFill>
                  <a:srgbClr val="262EA4"/>
                </a:solidFill>
                <a:latin typeface="Calibri"/>
                <a:cs typeface="Calibri"/>
              </a:rPr>
              <a:t> </a:t>
            </a:r>
            <a:r>
              <a:rPr sz="2000" dirty="0">
                <a:solidFill>
                  <a:srgbClr val="262EA4"/>
                </a:solidFill>
                <a:latin typeface="Calibri"/>
                <a:cs typeface="Calibri"/>
              </a:rPr>
              <a:t>responsibilities</a:t>
            </a:r>
            <a:r>
              <a:rPr sz="2000" spc="420" dirty="0">
                <a:solidFill>
                  <a:srgbClr val="262EA4"/>
                </a:solidFill>
                <a:latin typeface="Calibri"/>
                <a:cs typeface="Calibri"/>
              </a:rPr>
              <a:t> </a:t>
            </a:r>
            <a:r>
              <a:rPr sz="2000" dirty="0">
                <a:solidFill>
                  <a:srgbClr val="262EA4"/>
                </a:solidFill>
                <a:latin typeface="Calibri"/>
                <a:cs typeface="Calibri"/>
              </a:rPr>
              <a:t>and</a:t>
            </a:r>
            <a:r>
              <a:rPr sz="2000" spc="415" dirty="0">
                <a:solidFill>
                  <a:srgbClr val="262EA4"/>
                </a:solidFill>
                <a:latin typeface="Calibri"/>
                <a:cs typeface="Calibri"/>
              </a:rPr>
              <a:t> </a:t>
            </a:r>
            <a:r>
              <a:rPr sz="2000" dirty="0">
                <a:solidFill>
                  <a:srgbClr val="262EA4"/>
                </a:solidFill>
                <a:latin typeface="Calibri"/>
                <a:cs typeface="Calibri"/>
              </a:rPr>
              <a:t>performance</a:t>
            </a:r>
            <a:r>
              <a:rPr sz="2000" spc="425" dirty="0">
                <a:solidFill>
                  <a:srgbClr val="262EA4"/>
                </a:solidFill>
                <a:latin typeface="Calibri"/>
                <a:cs typeface="Calibri"/>
              </a:rPr>
              <a:t> </a:t>
            </a:r>
            <a:r>
              <a:rPr sz="2000" dirty="0">
                <a:solidFill>
                  <a:srgbClr val="262EA4"/>
                </a:solidFill>
                <a:latin typeface="Calibri"/>
                <a:cs typeface="Calibri"/>
              </a:rPr>
              <a:t>standards</a:t>
            </a:r>
            <a:r>
              <a:rPr sz="2000" spc="420" dirty="0">
                <a:solidFill>
                  <a:srgbClr val="262EA4"/>
                </a:solidFill>
                <a:latin typeface="Calibri"/>
                <a:cs typeface="Calibri"/>
              </a:rPr>
              <a:t> </a:t>
            </a:r>
            <a:r>
              <a:rPr sz="2000" dirty="0">
                <a:solidFill>
                  <a:srgbClr val="262EA4"/>
                </a:solidFill>
                <a:latin typeface="Calibri"/>
                <a:cs typeface="Calibri"/>
              </a:rPr>
              <a:t>known</a:t>
            </a:r>
            <a:r>
              <a:rPr sz="2000" spc="415" dirty="0">
                <a:solidFill>
                  <a:srgbClr val="262EA4"/>
                </a:solidFill>
                <a:latin typeface="Calibri"/>
                <a:cs typeface="Calibri"/>
              </a:rPr>
              <a:t> </a:t>
            </a:r>
            <a:r>
              <a:rPr sz="2000" dirty="0">
                <a:solidFill>
                  <a:srgbClr val="262EA4"/>
                </a:solidFill>
                <a:latin typeface="Calibri"/>
                <a:cs typeface="Calibri"/>
              </a:rPr>
              <a:t>by</a:t>
            </a:r>
            <a:r>
              <a:rPr sz="2000" spc="409" dirty="0">
                <a:solidFill>
                  <a:srgbClr val="262EA4"/>
                </a:solidFill>
                <a:latin typeface="Calibri"/>
                <a:cs typeface="Calibri"/>
              </a:rPr>
              <a:t> </a:t>
            </a:r>
            <a:r>
              <a:rPr sz="2000" dirty="0">
                <a:solidFill>
                  <a:srgbClr val="262EA4"/>
                </a:solidFill>
                <a:latin typeface="Calibri"/>
                <a:cs typeface="Calibri"/>
              </a:rPr>
              <a:t>all</a:t>
            </a:r>
            <a:r>
              <a:rPr sz="2000" spc="420" dirty="0">
                <a:solidFill>
                  <a:srgbClr val="262EA4"/>
                </a:solidFill>
                <a:latin typeface="Calibri"/>
                <a:cs typeface="Calibri"/>
              </a:rPr>
              <a:t> </a:t>
            </a:r>
            <a:r>
              <a:rPr sz="2000" spc="-20" dirty="0">
                <a:solidFill>
                  <a:srgbClr val="262EA4"/>
                </a:solidFill>
                <a:latin typeface="Calibri"/>
                <a:cs typeface="Calibri"/>
              </a:rPr>
              <a:t>team </a:t>
            </a:r>
            <a:r>
              <a:rPr sz="2000" spc="-10" dirty="0">
                <a:solidFill>
                  <a:srgbClr val="262EA4"/>
                </a:solidFill>
                <a:latin typeface="Calibri"/>
                <a:cs typeface="Calibri"/>
              </a:rPr>
              <a:t>members?</a:t>
            </a:r>
            <a:endParaRPr sz="2000" dirty="0">
              <a:latin typeface="Calibri"/>
              <a:cs typeface="Calibri"/>
            </a:endParaRPr>
          </a:p>
          <a:p>
            <a:pPr marL="850265" marR="5715" lvl="2" indent="-228600" algn="just">
              <a:lnSpc>
                <a:spcPts val="1989"/>
              </a:lnSpc>
              <a:spcBef>
                <a:spcPts val="409"/>
              </a:spcBef>
              <a:buFont typeface="Wingdings"/>
              <a:buChar char=""/>
              <a:tabLst>
                <a:tab pos="850265" algn="l"/>
              </a:tabLst>
            </a:pPr>
            <a:r>
              <a:rPr sz="2000" dirty="0">
                <a:latin typeface="Calibri"/>
                <a:cs typeface="Calibri"/>
              </a:rPr>
              <a:t>Are</a:t>
            </a:r>
            <a:r>
              <a:rPr sz="2000" spc="125" dirty="0">
                <a:latin typeface="Calibri"/>
                <a:cs typeface="Calibri"/>
              </a:rPr>
              <a:t> </a:t>
            </a:r>
            <a:r>
              <a:rPr sz="2000" dirty="0">
                <a:latin typeface="Calibri"/>
                <a:cs typeface="Calibri"/>
              </a:rPr>
              <a:t>team</a:t>
            </a:r>
            <a:r>
              <a:rPr sz="2000" spc="125" dirty="0">
                <a:latin typeface="Calibri"/>
                <a:cs typeface="Calibri"/>
              </a:rPr>
              <a:t> </a:t>
            </a:r>
            <a:r>
              <a:rPr sz="2000" dirty="0">
                <a:latin typeface="Calibri"/>
                <a:cs typeface="Calibri"/>
              </a:rPr>
              <a:t>rewards</a:t>
            </a:r>
            <a:r>
              <a:rPr sz="2000" spc="120" dirty="0">
                <a:latin typeface="Calibri"/>
                <a:cs typeface="Calibri"/>
              </a:rPr>
              <a:t> </a:t>
            </a:r>
            <a:r>
              <a:rPr sz="2000" dirty="0">
                <a:latin typeface="Calibri"/>
                <a:cs typeface="Calibri"/>
              </a:rPr>
              <a:t>adequate?</a:t>
            </a:r>
            <a:r>
              <a:rPr sz="2000" spc="120" dirty="0">
                <a:latin typeface="Calibri"/>
                <a:cs typeface="Calibri"/>
              </a:rPr>
              <a:t> </a:t>
            </a:r>
            <a:r>
              <a:rPr sz="2000" dirty="0">
                <a:latin typeface="Calibri"/>
                <a:cs typeface="Calibri"/>
              </a:rPr>
              <a:t>Do</a:t>
            </a:r>
            <a:r>
              <a:rPr sz="2000" spc="120" dirty="0">
                <a:latin typeface="Calibri"/>
                <a:cs typeface="Calibri"/>
              </a:rPr>
              <a:t> </a:t>
            </a:r>
            <a:r>
              <a:rPr sz="2000" dirty="0">
                <a:latin typeface="Calibri"/>
                <a:cs typeface="Calibri"/>
              </a:rPr>
              <a:t>they</a:t>
            </a:r>
            <a:r>
              <a:rPr sz="2000" spc="114" dirty="0">
                <a:latin typeface="Calibri"/>
                <a:cs typeface="Calibri"/>
              </a:rPr>
              <a:t> </a:t>
            </a:r>
            <a:r>
              <a:rPr sz="2000" dirty="0">
                <a:latin typeface="Calibri"/>
                <a:cs typeface="Calibri"/>
              </a:rPr>
              <a:t>send</a:t>
            </a:r>
            <a:r>
              <a:rPr sz="2000" spc="120" dirty="0">
                <a:latin typeface="Calibri"/>
                <a:cs typeface="Calibri"/>
              </a:rPr>
              <a:t> </a:t>
            </a:r>
            <a:r>
              <a:rPr sz="2000" dirty="0">
                <a:latin typeface="Calibri"/>
                <a:cs typeface="Calibri"/>
              </a:rPr>
              <a:t>a</a:t>
            </a:r>
            <a:r>
              <a:rPr sz="2000" spc="120" dirty="0">
                <a:latin typeface="Calibri"/>
                <a:cs typeface="Calibri"/>
              </a:rPr>
              <a:t> </a:t>
            </a:r>
            <a:r>
              <a:rPr sz="2000" dirty="0">
                <a:latin typeface="Calibri"/>
                <a:cs typeface="Calibri"/>
              </a:rPr>
              <a:t>clear</a:t>
            </a:r>
            <a:r>
              <a:rPr sz="2000" spc="125" dirty="0">
                <a:latin typeface="Calibri"/>
                <a:cs typeface="Calibri"/>
              </a:rPr>
              <a:t> </a:t>
            </a:r>
            <a:r>
              <a:rPr sz="2000" dirty="0">
                <a:latin typeface="Calibri"/>
                <a:cs typeface="Calibri"/>
              </a:rPr>
              <a:t>signal</a:t>
            </a:r>
            <a:r>
              <a:rPr sz="2000" spc="125" dirty="0">
                <a:latin typeface="Calibri"/>
                <a:cs typeface="Calibri"/>
              </a:rPr>
              <a:t> </a:t>
            </a:r>
            <a:r>
              <a:rPr sz="2000" dirty="0">
                <a:latin typeface="Calibri"/>
                <a:cs typeface="Calibri"/>
              </a:rPr>
              <a:t>that</a:t>
            </a:r>
            <a:r>
              <a:rPr sz="2000" spc="120" dirty="0">
                <a:latin typeface="Calibri"/>
                <a:cs typeface="Calibri"/>
              </a:rPr>
              <a:t> </a:t>
            </a:r>
            <a:r>
              <a:rPr sz="2000" dirty="0">
                <a:latin typeface="Calibri"/>
                <a:cs typeface="Calibri"/>
              </a:rPr>
              <a:t>senior</a:t>
            </a:r>
            <a:r>
              <a:rPr sz="2000" spc="125" dirty="0">
                <a:latin typeface="Calibri"/>
                <a:cs typeface="Calibri"/>
              </a:rPr>
              <a:t> </a:t>
            </a:r>
            <a:r>
              <a:rPr sz="2000" dirty="0">
                <a:latin typeface="Calibri"/>
                <a:cs typeface="Calibri"/>
              </a:rPr>
              <a:t>management</a:t>
            </a:r>
            <a:r>
              <a:rPr sz="2000" spc="125" dirty="0">
                <a:latin typeface="Calibri"/>
                <a:cs typeface="Calibri"/>
              </a:rPr>
              <a:t> </a:t>
            </a:r>
            <a:r>
              <a:rPr sz="2000" spc="-10" dirty="0">
                <a:latin typeface="Calibri"/>
                <a:cs typeface="Calibri"/>
              </a:rPr>
              <a:t>believes </a:t>
            </a:r>
            <a:r>
              <a:rPr sz="2000" dirty="0">
                <a:latin typeface="Calibri"/>
                <a:cs typeface="Calibri"/>
              </a:rPr>
              <a:t>that</a:t>
            </a:r>
            <a:r>
              <a:rPr sz="2000" spc="-35" dirty="0">
                <a:latin typeface="Calibri"/>
                <a:cs typeface="Calibri"/>
              </a:rPr>
              <a:t> </a:t>
            </a:r>
            <a:r>
              <a:rPr sz="2000" dirty="0">
                <a:latin typeface="Calibri"/>
                <a:cs typeface="Calibri"/>
              </a:rPr>
              <a:t>the</a:t>
            </a:r>
            <a:r>
              <a:rPr sz="2000" spc="-30" dirty="0">
                <a:latin typeface="Calibri"/>
                <a:cs typeface="Calibri"/>
              </a:rPr>
              <a:t> </a:t>
            </a:r>
            <a:r>
              <a:rPr sz="2000" spc="-10" dirty="0">
                <a:latin typeface="Calibri"/>
                <a:cs typeface="Calibri"/>
              </a:rPr>
              <a:t>synergy</a:t>
            </a:r>
            <a:r>
              <a:rPr sz="2000" spc="-40" dirty="0">
                <a:latin typeface="Calibri"/>
                <a:cs typeface="Calibri"/>
              </a:rPr>
              <a:t> </a:t>
            </a:r>
            <a:r>
              <a:rPr sz="2000" dirty="0">
                <a:latin typeface="Calibri"/>
                <a:cs typeface="Calibri"/>
              </a:rPr>
              <a:t>of</a:t>
            </a:r>
            <a:r>
              <a:rPr sz="2000" spc="-40" dirty="0">
                <a:latin typeface="Calibri"/>
                <a:cs typeface="Calibri"/>
              </a:rPr>
              <a:t> </a:t>
            </a:r>
            <a:r>
              <a:rPr sz="2000" dirty="0">
                <a:latin typeface="Calibri"/>
                <a:cs typeface="Calibri"/>
              </a:rPr>
              <a:t>teams</a:t>
            </a:r>
            <a:r>
              <a:rPr sz="2000" spc="-30" dirty="0">
                <a:latin typeface="Calibri"/>
                <a:cs typeface="Calibri"/>
              </a:rPr>
              <a:t> </a:t>
            </a:r>
            <a:r>
              <a:rPr sz="2000" dirty="0">
                <a:latin typeface="Calibri"/>
                <a:cs typeface="Calibri"/>
              </a:rPr>
              <a:t>is</a:t>
            </a:r>
            <a:r>
              <a:rPr sz="2000" spc="-30" dirty="0">
                <a:latin typeface="Calibri"/>
                <a:cs typeface="Calibri"/>
              </a:rPr>
              <a:t> </a:t>
            </a:r>
            <a:r>
              <a:rPr sz="2000" spc="-10" dirty="0">
                <a:latin typeface="Calibri"/>
                <a:cs typeface="Calibri"/>
              </a:rPr>
              <a:t>important?</a:t>
            </a:r>
            <a:endParaRPr sz="2000" dirty="0">
              <a:latin typeface="Calibri"/>
              <a:cs typeface="Calibri"/>
            </a:endParaRPr>
          </a:p>
          <a:p>
            <a:pPr marL="850265" lvl="2" indent="-227965">
              <a:lnSpc>
                <a:spcPct val="100000"/>
              </a:lnSpc>
              <a:buFont typeface="Wingdings"/>
              <a:buChar char=""/>
              <a:tabLst>
                <a:tab pos="850265" algn="l"/>
              </a:tabLst>
            </a:pPr>
            <a:r>
              <a:rPr sz="2000" dirty="0">
                <a:solidFill>
                  <a:srgbClr val="262EA4"/>
                </a:solidFill>
                <a:latin typeface="Calibri"/>
                <a:cs typeface="Calibri"/>
              </a:rPr>
              <a:t>Is</a:t>
            </a:r>
            <a:r>
              <a:rPr sz="2000" spc="-50" dirty="0">
                <a:solidFill>
                  <a:srgbClr val="262EA4"/>
                </a:solidFill>
                <a:latin typeface="Calibri"/>
                <a:cs typeface="Calibri"/>
              </a:rPr>
              <a:t> </a:t>
            </a:r>
            <a:r>
              <a:rPr sz="2000" dirty="0">
                <a:solidFill>
                  <a:srgbClr val="262EA4"/>
                </a:solidFill>
                <a:latin typeface="Calibri"/>
                <a:cs typeface="Calibri"/>
              </a:rPr>
              <a:t>a</a:t>
            </a:r>
            <a:r>
              <a:rPr sz="2000" spc="-50" dirty="0">
                <a:solidFill>
                  <a:srgbClr val="262EA4"/>
                </a:solidFill>
                <a:latin typeface="Calibri"/>
                <a:cs typeface="Calibri"/>
              </a:rPr>
              <a:t> </a:t>
            </a:r>
            <a:r>
              <a:rPr sz="2000" dirty="0">
                <a:solidFill>
                  <a:srgbClr val="262EA4"/>
                </a:solidFill>
                <a:latin typeface="Calibri"/>
                <a:cs typeface="Calibri"/>
              </a:rPr>
              <a:t>clear</a:t>
            </a:r>
            <a:r>
              <a:rPr sz="2000" spc="-55" dirty="0">
                <a:solidFill>
                  <a:srgbClr val="262EA4"/>
                </a:solidFill>
                <a:latin typeface="Calibri"/>
                <a:cs typeface="Calibri"/>
              </a:rPr>
              <a:t> </a:t>
            </a:r>
            <a:r>
              <a:rPr sz="2000" dirty="0">
                <a:solidFill>
                  <a:srgbClr val="262EA4"/>
                </a:solidFill>
                <a:latin typeface="Calibri"/>
                <a:cs typeface="Calibri"/>
              </a:rPr>
              <a:t>career</a:t>
            </a:r>
            <a:r>
              <a:rPr sz="2000" spc="-50" dirty="0">
                <a:solidFill>
                  <a:srgbClr val="262EA4"/>
                </a:solidFill>
                <a:latin typeface="Calibri"/>
                <a:cs typeface="Calibri"/>
              </a:rPr>
              <a:t> </a:t>
            </a:r>
            <a:r>
              <a:rPr sz="2000" dirty="0">
                <a:solidFill>
                  <a:srgbClr val="262EA4"/>
                </a:solidFill>
                <a:latin typeface="Calibri"/>
                <a:cs typeface="Calibri"/>
              </a:rPr>
              <a:t>path</a:t>
            </a:r>
            <a:r>
              <a:rPr sz="2000" spc="-50" dirty="0">
                <a:solidFill>
                  <a:srgbClr val="262EA4"/>
                </a:solidFill>
                <a:latin typeface="Calibri"/>
                <a:cs typeface="Calibri"/>
              </a:rPr>
              <a:t> </a:t>
            </a:r>
            <a:r>
              <a:rPr sz="2000" dirty="0">
                <a:solidFill>
                  <a:srgbClr val="262EA4"/>
                </a:solidFill>
                <a:latin typeface="Calibri"/>
                <a:cs typeface="Calibri"/>
              </a:rPr>
              <a:t>for</a:t>
            </a:r>
            <a:r>
              <a:rPr sz="2000" spc="-50" dirty="0">
                <a:solidFill>
                  <a:srgbClr val="262EA4"/>
                </a:solidFill>
                <a:latin typeface="Calibri"/>
                <a:cs typeface="Calibri"/>
              </a:rPr>
              <a:t> </a:t>
            </a:r>
            <a:r>
              <a:rPr sz="2000" dirty="0">
                <a:solidFill>
                  <a:srgbClr val="262EA4"/>
                </a:solidFill>
                <a:latin typeface="Calibri"/>
                <a:cs typeface="Calibri"/>
              </a:rPr>
              <a:t>successful</a:t>
            </a:r>
            <a:r>
              <a:rPr sz="2000" spc="-50" dirty="0">
                <a:solidFill>
                  <a:srgbClr val="262EA4"/>
                </a:solidFill>
                <a:latin typeface="Calibri"/>
                <a:cs typeface="Calibri"/>
              </a:rPr>
              <a:t> </a:t>
            </a:r>
            <a:r>
              <a:rPr sz="2000" dirty="0">
                <a:solidFill>
                  <a:srgbClr val="262EA4"/>
                </a:solidFill>
                <a:latin typeface="Calibri"/>
                <a:cs typeface="Calibri"/>
              </a:rPr>
              <a:t>project</a:t>
            </a:r>
            <a:r>
              <a:rPr sz="2000" spc="-50" dirty="0">
                <a:solidFill>
                  <a:srgbClr val="262EA4"/>
                </a:solidFill>
                <a:latin typeface="Calibri"/>
                <a:cs typeface="Calibri"/>
              </a:rPr>
              <a:t> </a:t>
            </a:r>
            <a:r>
              <a:rPr sz="2000" spc="-10" dirty="0">
                <a:solidFill>
                  <a:srgbClr val="262EA4"/>
                </a:solidFill>
                <a:latin typeface="Calibri"/>
                <a:cs typeface="Calibri"/>
              </a:rPr>
              <a:t>managers</a:t>
            </a:r>
            <a:r>
              <a:rPr sz="2000" spc="-50" dirty="0">
                <a:solidFill>
                  <a:srgbClr val="262EA4"/>
                </a:solidFill>
                <a:latin typeface="Calibri"/>
                <a:cs typeface="Calibri"/>
              </a:rPr>
              <a:t> </a:t>
            </a:r>
            <a:r>
              <a:rPr sz="2000" dirty="0">
                <a:solidFill>
                  <a:srgbClr val="262EA4"/>
                </a:solidFill>
                <a:latin typeface="Calibri"/>
                <a:cs typeface="Calibri"/>
              </a:rPr>
              <a:t>in</a:t>
            </a:r>
            <a:r>
              <a:rPr sz="2000" spc="-50" dirty="0">
                <a:solidFill>
                  <a:srgbClr val="262EA4"/>
                </a:solidFill>
                <a:latin typeface="Calibri"/>
                <a:cs typeface="Calibri"/>
              </a:rPr>
              <a:t> </a:t>
            </a:r>
            <a:r>
              <a:rPr sz="2000" spc="-10" dirty="0">
                <a:solidFill>
                  <a:srgbClr val="262EA4"/>
                </a:solidFill>
                <a:latin typeface="Calibri"/>
                <a:cs typeface="Calibri"/>
              </a:rPr>
              <a:t>place?</a:t>
            </a:r>
            <a:endParaRPr sz="2000" dirty="0">
              <a:latin typeface="Calibri"/>
              <a:cs typeface="Calibri"/>
            </a:endParaRPr>
          </a:p>
          <a:p>
            <a:pPr marL="850265" lvl="2" indent="-227965">
              <a:lnSpc>
                <a:spcPct val="100000"/>
              </a:lnSpc>
              <a:buFont typeface="Wingdings"/>
              <a:buChar char=""/>
              <a:tabLst>
                <a:tab pos="850265" algn="l"/>
              </a:tabLst>
            </a:pPr>
            <a:r>
              <a:rPr sz="2000" dirty="0">
                <a:latin typeface="Calibri"/>
                <a:cs typeface="Calibri"/>
              </a:rPr>
              <a:t>Is</a:t>
            </a:r>
            <a:r>
              <a:rPr sz="2000" spc="-40" dirty="0">
                <a:latin typeface="Calibri"/>
                <a:cs typeface="Calibri"/>
              </a:rPr>
              <a:t> </a:t>
            </a:r>
            <a:r>
              <a:rPr sz="2000" dirty="0">
                <a:latin typeface="Calibri"/>
                <a:cs typeface="Calibri"/>
              </a:rPr>
              <a:t>the</a:t>
            </a:r>
            <a:r>
              <a:rPr sz="2000" spc="-35" dirty="0">
                <a:latin typeface="Calibri"/>
                <a:cs typeface="Calibri"/>
              </a:rPr>
              <a:t> </a:t>
            </a:r>
            <a:r>
              <a:rPr sz="2000" dirty="0">
                <a:latin typeface="Calibri"/>
                <a:cs typeface="Calibri"/>
              </a:rPr>
              <a:t>team</a:t>
            </a:r>
            <a:r>
              <a:rPr sz="2000" spc="-40" dirty="0">
                <a:latin typeface="Calibri"/>
                <a:cs typeface="Calibri"/>
              </a:rPr>
              <a:t> </a:t>
            </a:r>
            <a:r>
              <a:rPr sz="2000" spc="-10" dirty="0">
                <a:latin typeface="Calibri"/>
                <a:cs typeface="Calibri"/>
              </a:rPr>
              <a:t>empowered</a:t>
            </a:r>
            <a:r>
              <a:rPr sz="2000" spc="-40" dirty="0">
                <a:latin typeface="Calibri"/>
                <a:cs typeface="Calibri"/>
              </a:rPr>
              <a:t> </a:t>
            </a:r>
            <a:r>
              <a:rPr sz="2000" dirty="0">
                <a:latin typeface="Calibri"/>
                <a:cs typeface="Calibri"/>
              </a:rPr>
              <a:t>to</a:t>
            </a:r>
            <a:r>
              <a:rPr sz="2000" spc="-45" dirty="0">
                <a:latin typeface="Calibri"/>
                <a:cs typeface="Calibri"/>
              </a:rPr>
              <a:t> </a:t>
            </a:r>
            <a:r>
              <a:rPr sz="2000" dirty="0">
                <a:latin typeface="Calibri"/>
                <a:cs typeface="Calibri"/>
              </a:rPr>
              <a:t>manage</a:t>
            </a:r>
            <a:r>
              <a:rPr sz="2000" spc="-35" dirty="0">
                <a:latin typeface="Calibri"/>
                <a:cs typeface="Calibri"/>
              </a:rPr>
              <a:t> </a:t>
            </a:r>
            <a:r>
              <a:rPr sz="2000" spc="-25" dirty="0">
                <a:latin typeface="Calibri"/>
                <a:cs typeface="Calibri"/>
              </a:rPr>
              <a:t>short-</a:t>
            </a:r>
            <a:r>
              <a:rPr sz="2000" dirty="0">
                <a:latin typeface="Calibri"/>
                <a:cs typeface="Calibri"/>
              </a:rPr>
              <a:t>term</a:t>
            </a:r>
            <a:r>
              <a:rPr sz="2000" spc="-40" dirty="0">
                <a:latin typeface="Calibri"/>
                <a:cs typeface="Calibri"/>
              </a:rPr>
              <a:t> </a:t>
            </a:r>
            <a:r>
              <a:rPr sz="2000" spc="-10" dirty="0">
                <a:latin typeface="Calibri"/>
                <a:cs typeface="Calibri"/>
              </a:rPr>
              <a:t>difficulties?</a:t>
            </a:r>
            <a:endParaRPr sz="2000" dirty="0">
              <a:latin typeface="Calibri"/>
              <a:cs typeface="Calibri"/>
            </a:endParaRPr>
          </a:p>
          <a:p>
            <a:pPr marL="850265" lvl="2" indent="-227965">
              <a:lnSpc>
                <a:spcPct val="100000"/>
              </a:lnSpc>
              <a:buFont typeface="Wingdings"/>
              <a:buChar char=""/>
              <a:tabLst>
                <a:tab pos="850265" algn="l"/>
              </a:tabLst>
            </a:pPr>
            <a:r>
              <a:rPr sz="2000" dirty="0">
                <a:solidFill>
                  <a:srgbClr val="262EA4"/>
                </a:solidFill>
                <a:latin typeface="Calibri"/>
                <a:cs typeface="Calibri"/>
              </a:rPr>
              <a:t>Is</a:t>
            </a:r>
            <a:r>
              <a:rPr sz="2000" spc="-40" dirty="0">
                <a:solidFill>
                  <a:srgbClr val="262EA4"/>
                </a:solidFill>
                <a:latin typeface="Calibri"/>
                <a:cs typeface="Calibri"/>
              </a:rPr>
              <a:t> </a:t>
            </a:r>
            <a:r>
              <a:rPr sz="2000" dirty="0">
                <a:solidFill>
                  <a:srgbClr val="262EA4"/>
                </a:solidFill>
                <a:latin typeface="Calibri"/>
                <a:cs typeface="Calibri"/>
              </a:rPr>
              <a:t>there</a:t>
            </a:r>
            <a:r>
              <a:rPr sz="2000" spc="-40" dirty="0">
                <a:solidFill>
                  <a:srgbClr val="262EA4"/>
                </a:solidFill>
                <a:latin typeface="Calibri"/>
                <a:cs typeface="Calibri"/>
              </a:rPr>
              <a:t> </a:t>
            </a:r>
            <a:r>
              <a:rPr sz="2000" dirty="0">
                <a:solidFill>
                  <a:srgbClr val="262EA4"/>
                </a:solidFill>
                <a:latin typeface="Calibri"/>
                <a:cs typeface="Calibri"/>
              </a:rPr>
              <a:t>a</a:t>
            </a:r>
            <a:r>
              <a:rPr sz="2000" spc="-40" dirty="0">
                <a:solidFill>
                  <a:srgbClr val="262EA4"/>
                </a:solidFill>
                <a:latin typeface="Calibri"/>
                <a:cs typeface="Calibri"/>
              </a:rPr>
              <a:t> </a:t>
            </a:r>
            <a:r>
              <a:rPr sz="2000" spc="-10" dirty="0">
                <a:solidFill>
                  <a:srgbClr val="262EA4"/>
                </a:solidFill>
                <a:latin typeface="Calibri"/>
                <a:cs typeface="Calibri"/>
              </a:rPr>
              <a:t>relatively</a:t>
            </a:r>
            <a:r>
              <a:rPr sz="2000" spc="-45" dirty="0">
                <a:solidFill>
                  <a:srgbClr val="262EA4"/>
                </a:solidFill>
                <a:latin typeface="Calibri"/>
                <a:cs typeface="Calibri"/>
              </a:rPr>
              <a:t> </a:t>
            </a:r>
            <a:r>
              <a:rPr sz="2000" dirty="0">
                <a:solidFill>
                  <a:srgbClr val="262EA4"/>
                </a:solidFill>
                <a:latin typeface="Calibri"/>
                <a:cs typeface="Calibri"/>
              </a:rPr>
              <a:t>high</a:t>
            </a:r>
            <a:r>
              <a:rPr sz="2000" spc="-45" dirty="0">
                <a:solidFill>
                  <a:srgbClr val="262EA4"/>
                </a:solidFill>
                <a:latin typeface="Calibri"/>
                <a:cs typeface="Calibri"/>
              </a:rPr>
              <a:t> </a:t>
            </a:r>
            <a:r>
              <a:rPr sz="2000" dirty="0">
                <a:solidFill>
                  <a:srgbClr val="262EA4"/>
                </a:solidFill>
                <a:latin typeface="Calibri"/>
                <a:cs typeface="Calibri"/>
              </a:rPr>
              <a:t>level</a:t>
            </a:r>
            <a:r>
              <a:rPr sz="2000" spc="-40" dirty="0">
                <a:solidFill>
                  <a:srgbClr val="262EA4"/>
                </a:solidFill>
                <a:latin typeface="Calibri"/>
                <a:cs typeface="Calibri"/>
              </a:rPr>
              <a:t> </a:t>
            </a:r>
            <a:r>
              <a:rPr sz="2000" dirty="0">
                <a:solidFill>
                  <a:srgbClr val="262EA4"/>
                </a:solidFill>
                <a:latin typeface="Calibri"/>
                <a:cs typeface="Calibri"/>
              </a:rPr>
              <a:t>of</a:t>
            </a:r>
            <a:r>
              <a:rPr sz="2000" spc="-40" dirty="0">
                <a:solidFill>
                  <a:srgbClr val="262EA4"/>
                </a:solidFill>
                <a:latin typeface="Calibri"/>
                <a:cs typeface="Calibri"/>
              </a:rPr>
              <a:t> </a:t>
            </a:r>
            <a:r>
              <a:rPr sz="2000" dirty="0">
                <a:solidFill>
                  <a:srgbClr val="262EA4"/>
                </a:solidFill>
                <a:latin typeface="Calibri"/>
                <a:cs typeface="Calibri"/>
              </a:rPr>
              <a:t>trust</a:t>
            </a:r>
            <a:r>
              <a:rPr sz="2000" spc="-40" dirty="0">
                <a:solidFill>
                  <a:srgbClr val="262EA4"/>
                </a:solidFill>
                <a:latin typeface="Calibri"/>
                <a:cs typeface="Calibri"/>
              </a:rPr>
              <a:t> </a:t>
            </a:r>
            <a:r>
              <a:rPr sz="2000" dirty="0">
                <a:solidFill>
                  <a:srgbClr val="262EA4"/>
                </a:solidFill>
                <a:latin typeface="Calibri"/>
                <a:cs typeface="Calibri"/>
              </a:rPr>
              <a:t>coming</a:t>
            </a:r>
            <a:r>
              <a:rPr sz="2000" spc="-45" dirty="0">
                <a:solidFill>
                  <a:srgbClr val="262EA4"/>
                </a:solidFill>
                <a:latin typeface="Calibri"/>
                <a:cs typeface="Calibri"/>
              </a:rPr>
              <a:t> </a:t>
            </a:r>
            <a:r>
              <a:rPr sz="2000" dirty="0">
                <a:solidFill>
                  <a:srgbClr val="262EA4"/>
                </a:solidFill>
                <a:latin typeface="Calibri"/>
                <a:cs typeface="Calibri"/>
              </a:rPr>
              <a:t>from</a:t>
            </a:r>
            <a:r>
              <a:rPr sz="2000" spc="-45" dirty="0">
                <a:solidFill>
                  <a:srgbClr val="262EA4"/>
                </a:solidFill>
                <a:latin typeface="Calibri"/>
                <a:cs typeface="Calibri"/>
              </a:rPr>
              <a:t> </a:t>
            </a:r>
            <a:r>
              <a:rPr sz="2000" dirty="0">
                <a:solidFill>
                  <a:srgbClr val="262EA4"/>
                </a:solidFill>
                <a:latin typeface="Calibri"/>
                <a:cs typeface="Calibri"/>
              </a:rPr>
              <a:t>the</a:t>
            </a:r>
            <a:r>
              <a:rPr sz="2000" spc="-40" dirty="0">
                <a:solidFill>
                  <a:srgbClr val="262EA4"/>
                </a:solidFill>
                <a:latin typeface="Calibri"/>
                <a:cs typeface="Calibri"/>
              </a:rPr>
              <a:t> </a:t>
            </a:r>
            <a:r>
              <a:rPr sz="2000" spc="-10" dirty="0">
                <a:solidFill>
                  <a:srgbClr val="262EA4"/>
                </a:solidFill>
                <a:latin typeface="Calibri"/>
                <a:cs typeface="Calibri"/>
              </a:rPr>
              <a:t>organizational</a:t>
            </a:r>
            <a:r>
              <a:rPr sz="2000" spc="-40" dirty="0">
                <a:solidFill>
                  <a:srgbClr val="262EA4"/>
                </a:solidFill>
                <a:latin typeface="Calibri"/>
                <a:cs typeface="Calibri"/>
              </a:rPr>
              <a:t> </a:t>
            </a:r>
            <a:r>
              <a:rPr sz="2000" spc="-10" dirty="0">
                <a:solidFill>
                  <a:srgbClr val="262EA4"/>
                </a:solidFill>
                <a:latin typeface="Calibri"/>
                <a:cs typeface="Calibri"/>
              </a:rPr>
              <a:t>culture?</a:t>
            </a:r>
            <a:endParaRPr sz="2000" dirty="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12</a:t>
            </a:r>
            <a:endParaRPr sz="1200">
              <a:latin typeface="Calibri"/>
              <a:cs typeface="Calibri"/>
            </a:endParaRPr>
          </a:p>
        </p:txBody>
      </p:sp>
      <p:pic>
        <p:nvPicPr>
          <p:cNvPr id="5" name="Picture 4">
            <a:extLst>
              <a:ext uri="{FF2B5EF4-FFF2-40B4-BE49-F238E27FC236}">
                <a16:creationId xmlns:a16="http://schemas.microsoft.com/office/drawing/2014/main" id="{F84AE99D-0A65-EDE9-669A-0039E1C4E5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1"/>
            <a:ext cx="16002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82039" y="1832355"/>
            <a:ext cx="9899650" cy="4229735"/>
          </a:xfrm>
          <a:prstGeom prst="rect">
            <a:avLst/>
          </a:prstGeom>
        </p:spPr>
        <p:txBody>
          <a:bodyPr vert="horz" wrap="square" lIns="0" tIns="63500" rIns="0" bIns="0" rtlCol="0">
            <a:spAutoFit/>
          </a:bodyPr>
          <a:lstStyle/>
          <a:p>
            <a:pPr marL="241300" marR="5080" indent="-228600" algn="just">
              <a:lnSpc>
                <a:spcPts val="3000"/>
              </a:lnSpc>
              <a:spcBef>
                <a:spcPts val="500"/>
              </a:spcBef>
            </a:pPr>
            <a:r>
              <a:rPr sz="2800" dirty="0">
                <a:solidFill>
                  <a:srgbClr val="FF0000"/>
                </a:solidFill>
                <a:latin typeface="Courier New"/>
                <a:cs typeface="Courier New"/>
              </a:rPr>
              <a:t>o</a:t>
            </a:r>
            <a:r>
              <a:rPr sz="2800" b="1" dirty="0">
                <a:solidFill>
                  <a:srgbClr val="FF0000"/>
                </a:solidFill>
                <a:latin typeface="Calibri"/>
                <a:cs typeface="Calibri"/>
              </a:rPr>
              <a:t>Individual,</a:t>
            </a:r>
            <a:r>
              <a:rPr sz="2800" b="1" spc="40" dirty="0">
                <a:solidFill>
                  <a:srgbClr val="FF0000"/>
                </a:solidFill>
                <a:latin typeface="Calibri"/>
                <a:cs typeface="Calibri"/>
              </a:rPr>
              <a:t>  </a:t>
            </a:r>
            <a:r>
              <a:rPr sz="2800" b="1" dirty="0">
                <a:solidFill>
                  <a:srgbClr val="FF0000"/>
                </a:solidFill>
                <a:latin typeface="Calibri"/>
                <a:cs typeface="Calibri"/>
              </a:rPr>
              <a:t>Team</a:t>
            </a:r>
            <a:r>
              <a:rPr sz="2800" b="1" spc="40" dirty="0">
                <a:solidFill>
                  <a:srgbClr val="FF0000"/>
                </a:solidFill>
                <a:latin typeface="Calibri"/>
                <a:cs typeface="Calibri"/>
              </a:rPr>
              <a:t>  </a:t>
            </a:r>
            <a:r>
              <a:rPr sz="2800" b="1" dirty="0">
                <a:solidFill>
                  <a:srgbClr val="FF0000"/>
                </a:solidFill>
                <a:latin typeface="Calibri"/>
                <a:cs typeface="Calibri"/>
              </a:rPr>
              <a:t>Member,</a:t>
            </a:r>
            <a:r>
              <a:rPr sz="2800" b="1" spc="45" dirty="0">
                <a:solidFill>
                  <a:srgbClr val="FF0000"/>
                </a:solidFill>
                <a:latin typeface="Calibri"/>
                <a:cs typeface="Calibri"/>
              </a:rPr>
              <a:t>  </a:t>
            </a:r>
            <a:r>
              <a:rPr sz="2800" b="1" dirty="0">
                <a:solidFill>
                  <a:srgbClr val="FF0000"/>
                </a:solidFill>
                <a:latin typeface="Calibri"/>
                <a:cs typeface="Calibri"/>
              </a:rPr>
              <a:t>and</a:t>
            </a:r>
            <a:r>
              <a:rPr sz="2800" b="1" spc="40" dirty="0">
                <a:solidFill>
                  <a:srgbClr val="FF0000"/>
                </a:solidFill>
                <a:latin typeface="Calibri"/>
                <a:cs typeface="Calibri"/>
              </a:rPr>
              <a:t>  </a:t>
            </a:r>
            <a:r>
              <a:rPr sz="2800" b="1" dirty="0">
                <a:solidFill>
                  <a:srgbClr val="FF0000"/>
                </a:solidFill>
                <a:latin typeface="Calibri"/>
                <a:cs typeface="Calibri"/>
              </a:rPr>
              <a:t>Project</a:t>
            </a:r>
            <a:r>
              <a:rPr sz="2800" b="1" spc="45" dirty="0">
                <a:solidFill>
                  <a:srgbClr val="FF0000"/>
                </a:solidFill>
                <a:latin typeface="Calibri"/>
                <a:cs typeface="Calibri"/>
              </a:rPr>
              <a:t>  </a:t>
            </a:r>
            <a:r>
              <a:rPr sz="2800" b="1" dirty="0">
                <a:solidFill>
                  <a:srgbClr val="FF0000"/>
                </a:solidFill>
                <a:latin typeface="Calibri"/>
                <a:cs typeface="Calibri"/>
              </a:rPr>
              <a:t>Manager</a:t>
            </a:r>
            <a:r>
              <a:rPr sz="2800" b="1" spc="40" dirty="0">
                <a:solidFill>
                  <a:srgbClr val="FF0000"/>
                </a:solidFill>
                <a:latin typeface="Calibri"/>
                <a:cs typeface="Calibri"/>
              </a:rPr>
              <a:t>  </a:t>
            </a:r>
            <a:r>
              <a:rPr sz="2800" b="1" spc="-10" dirty="0">
                <a:solidFill>
                  <a:srgbClr val="FF0000"/>
                </a:solidFill>
                <a:latin typeface="Calibri"/>
                <a:cs typeface="Calibri"/>
              </a:rPr>
              <a:t>Performance Reviews:</a:t>
            </a:r>
            <a:endParaRPr sz="2800" dirty="0">
              <a:solidFill>
                <a:srgbClr val="FF0000"/>
              </a:solidFill>
              <a:latin typeface="Calibri"/>
              <a:cs typeface="Calibri"/>
            </a:endParaRPr>
          </a:p>
          <a:p>
            <a:pPr marL="482600" marR="5080" indent="-230504" algn="just">
              <a:lnSpc>
                <a:spcPts val="2590"/>
              </a:lnSpc>
              <a:spcBef>
                <a:spcPts val="545"/>
              </a:spcBef>
              <a:buSzPct val="95833"/>
              <a:buFont typeface="Wingdings"/>
              <a:buChar char=""/>
              <a:tabLst>
                <a:tab pos="482600" algn="l"/>
                <a:tab pos="496570" algn="l"/>
              </a:tabLst>
            </a:pPr>
            <a:r>
              <a:rPr sz="2400" dirty="0">
                <a:latin typeface="Calibri"/>
                <a:cs typeface="Calibri"/>
              </a:rPr>
              <a:t>	Organizations</a:t>
            </a:r>
            <a:r>
              <a:rPr sz="2400" spc="70" dirty="0">
                <a:latin typeface="Calibri"/>
                <a:cs typeface="Calibri"/>
              </a:rPr>
              <a:t>  </a:t>
            </a:r>
            <a:r>
              <a:rPr sz="2400" dirty="0">
                <a:latin typeface="Calibri"/>
                <a:cs typeface="Calibri"/>
              </a:rPr>
              <a:t>vary</a:t>
            </a:r>
            <a:r>
              <a:rPr sz="2400" spc="75" dirty="0">
                <a:latin typeface="Calibri"/>
                <a:cs typeface="Calibri"/>
              </a:rPr>
              <a:t>  </a:t>
            </a:r>
            <a:r>
              <a:rPr sz="2400" dirty="0">
                <a:latin typeface="Calibri"/>
                <a:cs typeface="Calibri"/>
              </a:rPr>
              <a:t>in</a:t>
            </a:r>
            <a:r>
              <a:rPr sz="2400" spc="80" dirty="0">
                <a:latin typeface="Calibri"/>
                <a:cs typeface="Calibri"/>
              </a:rPr>
              <a:t>  </a:t>
            </a:r>
            <a:r>
              <a:rPr sz="2400" dirty="0">
                <a:latin typeface="Calibri"/>
                <a:cs typeface="Calibri"/>
              </a:rPr>
              <a:t>the</a:t>
            </a:r>
            <a:r>
              <a:rPr sz="2400" spc="75" dirty="0">
                <a:latin typeface="Calibri"/>
                <a:cs typeface="Calibri"/>
              </a:rPr>
              <a:t>  </a:t>
            </a:r>
            <a:r>
              <a:rPr sz="2400" dirty="0">
                <a:latin typeface="Calibri"/>
                <a:cs typeface="Calibri"/>
              </a:rPr>
              <a:t>extent</a:t>
            </a:r>
            <a:r>
              <a:rPr sz="2400" spc="75" dirty="0">
                <a:latin typeface="Calibri"/>
                <a:cs typeface="Calibri"/>
              </a:rPr>
              <a:t>  </a:t>
            </a:r>
            <a:r>
              <a:rPr sz="2400" dirty="0">
                <a:latin typeface="Calibri"/>
                <a:cs typeface="Calibri"/>
              </a:rPr>
              <a:t>to</a:t>
            </a:r>
            <a:r>
              <a:rPr sz="2400" spc="75" dirty="0">
                <a:latin typeface="Calibri"/>
                <a:cs typeface="Calibri"/>
              </a:rPr>
              <a:t>  </a:t>
            </a:r>
            <a:r>
              <a:rPr sz="2400" dirty="0">
                <a:latin typeface="Calibri"/>
                <a:cs typeface="Calibri"/>
              </a:rPr>
              <a:t>which</a:t>
            </a:r>
            <a:r>
              <a:rPr sz="2400" spc="75" dirty="0">
                <a:latin typeface="Calibri"/>
                <a:cs typeface="Calibri"/>
              </a:rPr>
              <a:t>  </a:t>
            </a:r>
            <a:r>
              <a:rPr sz="2400" dirty="0">
                <a:latin typeface="Calibri"/>
                <a:cs typeface="Calibri"/>
              </a:rPr>
              <a:t>their</a:t>
            </a:r>
            <a:r>
              <a:rPr sz="2400" spc="75" dirty="0">
                <a:latin typeface="Calibri"/>
                <a:cs typeface="Calibri"/>
              </a:rPr>
              <a:t>  </a:t>
            </a:r>
            <a:r>
              <a:rPr sz="2400" dirty="0">
                <a:latin typeface="Calibri"/>
                <a:cs typeface="Calibri"/>
              </a:rPr>
              <a:t>project</a:t>
            </a:r>
            <a:r>
              <a:rPr sz="2400" spc="75" dirty="0">
                <a:latin typeface="Calibri"/>
                <a:cs typeface="Calibri"/>
              </a:rPr>
              <a:t>  </a:t>
            </a:r>
            <a:r>
              <a:rPr sz="2400" dirty="0">
                <a:latin typeface="Calibri"/>
                <a:cs typeface="Calibri"/>
              </a:rPr>
              <a:t>managers</a:t>
            </a:r>
            <a:r>
              <a:rPr sz="2400" spc="75" dirty="0">
                <a:latin typeface="Calibri"/>
                <a:cs typeface="Calibri"/>
              </a:rPr>
              <a:t>  </a:t>
            </a:r>
            <a:r>
              <a:rPr sz="2400" spc="-25" dirty="0">
                <a:latin typeface="Calibri"/>
                <a:cs typeface="Calibri"/>
              </a:rPr>
              <a:t>are </a:t>
            </a:r>
            <a:r>
              <a:rPr sz="2400" dirty="0">
                <a:latin typeface="Calibri"/>
                <a:cs typeface="Calibri"/>
              </a:rPr>
              <a:t>actively</a:t>
            </a:r>
            <a:r>
              <a:rPr sz="2400" spc="105" dirty="0">
                <a:latin typeface="Calibri"/>
                <a:cs typeface="Calibri"/>
              </a:rPr>
              <a:t> </a:t>
            </a:r>
            <a:r>
              <a:rPr sz="2400" dirty="0">
                <a:latin typeface="Calibri"/>
                <a:cs typeface="Calibri"/>
              </a:rPr>
              <a:t>involved</a:t>
            </a:r>
            <a:r>
              <a:rPr sz="2400" spc="110" dirty="0">
                <a:latin typeface="Calibri"/>
                <a:cs typeface="Calibri"/>
              </a:rPr>
              <a:t> </a:t>
            </a:r>
            <a:r>
              <a:rPr sz="2400" dirty="0">
                <a:latin typeface="Calibri"/>
                <a:cs typeface="Calibri"/>
              </a:rPr>
              <a:t>in</a:t>
            </a:r>
            <a:r>
              <a:rPr sz="2400" spc="114" dirty="0">
                <a:latin typeface="Calibri"/>
                <a:cs typeface="Calibri"/>
              </a:rPr>
              <a:t> </a:t>
            </a:r>
            <a:r>
              <a:rPr sz="2400" dirty="0">
                <a:latin typeface="Calibri"/>
                <a:cs typeface="Calibri"/>
              </a:rPr>
              <a:t>the</a:t>
            </a:r>
            <a:r>
              <a:rPr sz="2400" spc="114" dirty="0">
                <a:latin typeface="Calibri"/>
                <a:cs typeface="Calibri"/>
              </a:rPr>
              <a:t> </a:t>
            </a:r>
            <a:r>
              <a:rPr sz="2400" dirty="0">
                <a:latin typeface="Calibri"/>
                <a:cs typeface="Calibri"/>
              </a:rPr>
              <a:t>appraisal</a:t>
            </a:r>
            <a:r>
              <a:rPr sz="2400" spc="110" dirty="0">
                <a:latin typeface="Calibri"/>
                <a:cs typeface="Calibri"/>
              </a:rPr>
              <a:t> </a:t>
            </a:r>
            <a:r>
              <a:rPr sz="2400" dirty="0">
                <a:latin typeface="Calibri"/>
                <a:cs typeface="Calibri"/>
              </a:rPr>
              <a:t>process</a:t>
            </a:r>
            <a:r>
              <a:rPr sz="2400" spc="110" dirty="0">
                <a:latin typeface="Calibri"/>
                <a:cs typeface="Calibri"/>
              </a:rPr>
              <a:t> </a:t>
            </a:r>
            <a:r>
              <a:rPr sz="2400" dirty="0">
                <a:latin typeface="Calibri"/>
                <a:cs typeface="Calibri"/>
              </a:rPr>
              <a:t>of</a:t>
            </a:r>
            <a:r>
              <a:rPr sz="2400" spc="110" dirty="0">
                <a:latin typeface="Calibri"/>
                <a:cs typeface="Calibri"/>
              </a:rPr>
              <a:t> </a:t>
            </a:r>
            <a:r>
              <a:rPr sz="2400" dirty="0">
                <a:latin typeface="Calibri"/>
                <a:cs typeface="Calibri"/>
              </a:rPr>
              <a:t>team</a:t>
            </a:r>
            <a:r>
              <a:rPr sz="2400" spc="105" dirty="0">
                <a:latin typeface="Calibri"/>
                <a:cs typeface="Calibri"/>
              </a:rPr>
              <a:t> </a:t>
            </a:r>
            <a:r>
              <a:rPr sz="2400" dirty="0">
                <a:latin typeface="Calibri"/>
                <a:cs typeface="Calibri"/>
              </a:rPr>
              <a:t>members</a:t>
            </a:r>
            <a:r>
              <a:rPr sz="2400" spc="110" dirty="0">
                <a:latin typeface="Calibri"/>
                <a:cs typeface="Calibri"/>
              </a:rPr>
              <a:t> </a:t>
            </a:r>
            <a:r>
              <a:rPr sz="2400" dirty="0">
                <a:latin typeface="Calibri"/>
                <a:cs typeface="Calibri"/>
              </a:rPr>
              <a:t>(depending</a:t>
            </a:r>
            <a:r>
              <a:rPr sz="2400" spc="105" dirty="0">
                <a:latin typeface="Calibri"/>
                <a:cs typeface="Calibri"/>
              </a:rPr>
              <a:t> </a:t>
            </a:r>
            <a:r>
              <a:rPr sz="2400" spc="-25" dirty="0">
                <a:latin typeface="Calibri"/>
                <a:cs typeface="Calibri"/>
              </a:rPr>
              <a:t>on </a:t>
            </a:r>
            <a:r>
              <a:rPr sz="2400" dirty="0">
                <a:latin typeface="Calibri"/>
                <a:cs typeface="Calibri"/>
              </a:rPr>
              <a:t>the</a:t>
            </a:r>
            <a:r>
              <a:rPr sz="2400" spc="-55" dirty="0">
                <a:latin typeface="Calibri"/>
                <a:cs typeface="Calibri"/>
              </a:rPr>
              <a:t> </a:t>
            </a:r>
            <a:r>
              <a:rPr sz="2400" spc="-10" dirty="0">
                <a:latin typeface="Calibri"/>
                <a:cs typeface="Calibri"/>
              </a:rPr>
              <a:t>organizational</a:t>
            </a:r>
            <a:r>
              <a:rPr sz="2400" spc="-60" dirty="0">
                <a:latin typeface="Calibri"/>
                <a:cs typeface="Calibri"/>
              </a:rPr>
              <a:t> </a:t>
            </a:r>
            <a:r>
              <a:rPr sz="2400" spc="-10" dirty="0">
                <a:latin typeface="Calibri"/>
                <a:cs typeface="Calibri"/>
              </a:rPr>
              <a:t>culture).</a:t>
            </a:r>
            <a:endParaRPr sz="2400" dirty="0">
              <a:latin typeface="Calibri"/>
              <a:cs typeface="Calibri"/>
            </a:endParaRPr>
          </a:p>
          <a:p>
            <a:pPr marL="482600" marR="5080" indent="-228600" algn="just">
              <a:lnSpc>
                <a:spcPts val="2590"/>
              </a:lnSpc>
              <a:spcBef>
                <a:spcPts val="530"/>
              </a:spcBef>
              <a:buClr>
                <a:srgbClr val="000000"/>
              </a:buClr>
              <a:buSzPct val="95833"/>
              <a:buFont typeface="Wingdings"/>
              <a:buChar char=""/>
              <a:tabLst>
                <a:tab pos="482600" algn="l"/>
                <a:tab pos="564515" algn="l"/>
              </a:tabLst>
            </a:pPr>
            <a:r>
              <a:rPr sz="2400" dirty="0">
                <a:solidFill>
                  <a:srgbClr val="262EA4"/>
                </a:solidFill>
                <a:latin typeface="Calibri"/>
                <a:cs typeface="Calibri"/>
              </a:rPr>
              <a:t>	One</a:t>
            </a:r>
            <a:r>
              <a:rPr sz="2400" spc="30" dirty="0">
                <a:solidFill>
                  <a:srgbClr val="262EA4"/>
                </a:solidFill>
                <a:latin typeface="Calibri"/>
                <a:cs typeface="Calibri"/>
              </a:rPr>
              <a:t> </a:t>
            </a:r>
            <a:r>
              <a:rPr sz="2400" dirty="0">
                <a:solidFill>
                  <a:srgbClr val="262EA4"/>
                </a:solidFill>
                <a:latin typeface="Calibri"/>
                <a:cs typeface="Calibri"/>
              </a:rPr>
              <a:t>process</a:t>
            </a:r>
            <a:r>
              <a:rPr sz="2400" spc="20" dirty="0">
                <a:solidFill>
                  <a:srgbClr val="262EA4"/>
                </a:solidFill>
                <a:latin typeface="Calibri"/>
                <a:cs typeface="Calibri"/>
              </a:rPr>
              <a:t> </a:t>
            </a:r>
            <a:r>
              <a:rPr sz="2400" dirty="0">
                <a:solidFill>
                  <a:srgbClr val="262EA4"/>
                </a:solidFill>
                <a:latin typeface="Calibri"/>
                <a:cs typeface="Calibri"/>
              </a:rPr>
              <a:t>that</a:t>
            </a:r>
            <a:r>
              <a:rPr sz="2400" spc="20" dirty="0">
                <a:solidFill>
                  <a:srgbClr val="262EA4"/>
                </a:solidFill>
                <a:latin typeface="Calibri"/>
                <a:cs typeface="Calibri"/>
              </a:rPr>
              <a:t> </a:t>
            </a:r>
            <a:r>
              <a:rPr sz="2400" dirty="0">
                <a:solidFill>
                  <a:srgbClr val="262EA4"/>
                </a:solidFill>
                <a:latin typeface="Calibri"/>
                <a:cs typeface="Calibri"/>
              </a:rPr>
              <a:t>appears</a:t>
            </a:r>
            <a:r>
              <a:rPr sz="2400" spc="30" dirty="0">
                <a:solidFill>
                  <a:srgbClr val="262EA4"/>
                </a:solidFill>
                <a:latin typeface="Calibri"/>
                <a:cs typeface="Calibri"/>
              </a:rPr>
              <a:t> </a:t>
            </a:r>
            <a:r>
              <a:rPr sz="2400" dirty="0">
                <a:solidFill>
                  <a:srgbClr val="262EA4"/>
                </a:solidFill>
                <a:latin typeface="Calibri"/>
                <a:cs typeface="Calibri"/>
              </a:rPr>
              <a:t>to</a:t>
            </a:r>
            <a:r>
              <a:rPr sz="2400" spc="25" dirty="0">
                <a:solidFill>
                  <a:srgbClr val="262EA4"/>
                </a:solidFill>
                <a:latin typeface="Calibri"/>
                <a:cs typeface="Calibri"/>
              </a:rPr>
              <a:t> </a:t>
            </a:r>
            <a:r>
              <a:rPr sz="2400" dirty="0">
                <a:solidFill>
                  <a:srgbClr val="262EA4"/>
                </a:solidFill>
                <a:latin typeface="Calibri"/>
                <a:cs typeface="Calibri"/>
              </a:rPr>
              <a:t>be</a:t>
            </a:r>
            <a:r>
              <a:rPr sz="2400" spc="30" dirty="0">
                <a:solidFill>
                  <a:srgbClr val="262EA4"/>
                </a:solidFill>
                <a:latin typeface="Calibri"/>
                <a:cs typeface="Calibri"/>
              </a:rPr>
              <a:t> </a:t>
            </a:r>
            <a:r>
              <a:rPr sz="2400" dirty="0">
                <a:solidFill>
                  <a:srgbClr val="262EA4"/>
                </a:solidFill>
                <a:latin typeface="Calibri"/>
                <a:cs typeface="Calibri"/>
              </a:rPr>
              <a:t>gaining</a:t>
            </a:r>
            <a:r>
              <a:rPr sz="2400" spc="20" dirty="0">
                <a:solidFill>
                  <a:srgbClr val="262EA4"/>
                </a:solidFill>
                <a:latin typeface="Calibri"/>
                <a:cs typeface="Calibri"/>
              </a:rPr>
              <a:t> </a:t>
            </a:r>
            <a:r>
              <a:rPr sz="2400" dirty="0">
                <a:solidFill>
                  <a:srgbClr val="262EA4"/>
                </a:solidFill>
                <a:latin typeface="Calibri"/>
                <a:cs typeface="Calibri"/>
              </a:rPr>
              <a:t>wider</a:t>
            </a:r>
            <a:r>
              <a:rPr sz="2400" spc="25" dirty="0">
                <a:solidFill>
                  <a:srgbClr val="262EA4"/>
                </a:solidFill>
                <a:latin typeface="Calibri"/>
                <a:cs typeface="Calibri"/>
              </a:rPr>
              <a:t> </a:t>
            </a:r>
            <a:r>
              <a:rPr sz="2400" dirty="0">
                <a:solidFill>
                  <a:srgbClr val="262EA4"/>
                </a:solidFill>
                <a:latin typeface="Calibri"/>
                <a:cs typeface="Calibri"/>
              </a:rPr>
              <a:t>acceptance</a:t>
            </a:r>
            <a:r>
              <a:rPr sz="2400" spc="35" dirty="0">
                <a:solidFill>
                  <a:srgbClr val="262EA4"/>
                </a:solidFill>
                <a:latin typeface="Calibri"/>
                <a:cs typeface="Calibri"/>
              </a:rPr>
              <a:t> </a:t>
            </a:r>
            <a:r>
              <a:rPr sz="2400" dirty="0">
                <a:solidFill>
                  <a:srgbClr val="262EA4"/>
                </a:solidFill>
                <a:latin typeface="Calibri"/>
                <a:cs typeface="Calibri"/>
              </a:rPr>
              <a:t>is</a:t>
            </a:r>
            <a:r>
              <a:rPr sz="2400" spc="25" dirty="0">
                <a:solidFill>
                  <a:srgbClr val="262EA4"/>
                </a:solidFill>
                <a:latin typeface="Calibri"/>
                <a:cs typeface="Calibri"/>
              </a:rPr>
              <a:t> </a:t>
            </a:r>
            <a:r>
              <a:rPr sz="2400" dirty="0">
                <a:solidFill>
                  <a:srgbClr val="262EA4"/>
                </a:solidFill>
                <a:latin typeface="Calibri"/>
                <a:cs typeface="Calibri"/>
              </a:rPr>
              <a:t>the</a:t>
            </a:r>
            <a:r>
              <a:rPr sz="2400" spc="35" dirty="0">
                <a:solidFill>
                  <a:srgbClr val="262EA4"/>
                </a:solidFill>
                <a:latin typeface="Calibri"/>
                <a:cs typeface="Calibri"/>
              </a:rPr>
              <a:t> </a:t>
            </a:r>
            <a:r>
              <a:rPr sz="2400" spc="-10" dirty="0">
                <a:solidFill>
                  <a:srgbClr val="262EA4"/>
                </a:solidFill>
                <a:latin typeface="Calibri"/>
                <a:cs typeface="Calibri"/>
              </a:rPr>
              <a:t>multi-rater </a:t>
            </a:r>
            <a:r>
              <a:rPr sz="2400" dirty="0">
                <a:solidFill>
                  <a:srgbClr val="262EA4"/>
                </a:solidFill>
                <a:latin typeface="Calibri"/>
                <a:cs typeface="Calibri"/>
              </a:rPr>
              <a:t>appraisal</a:t>
            </a:r>
            <a:r>
              <a:rPr sz="2400" spc="-75" dirty="0">
                <a:solidFill>
                  <a:srgbClr val="262EA4"/>
                </a:solidFill>
                <a:latin typeface="Calibri"/>
                <a:cs typeface="Calibri"/>
              </a:rPr>
              <a:t> </a:t>
            </a:r>
            <a:r>
              <a:rPr sz="2400" dirty="0">
                <a:solidFill>
                  <a:srgbClr val="262EA4"/>
                </a:solidFill>
                <a:latin typeface="Calibri"/>
                <a:cs typeface="Calibri"/>
              </a:rPr>
              <a:t>or</a:t>
            </a:r>
            <a:r>
              <a:rPr sz="2400" spc="-75" dirty="0">
                <a:solidFill>
                  <a:srgbClr val="262EA4"/>
                </a:solidFill>
                <a:latin typeface="Calibri"/>
                <a:cs typeface="Calibri"/>
              </a:rPr>
              <a:t> </a:t>
            </a:r>
            <a:r>
              <a:rPr sz="2400" spc="-10" dirty="0">
                <a:solidFill>
                  <a:srgbClr val="262EA4"/>
                </a:solidFill>
                <a:latin typeface="Calibri"/>
                <a:cs typeface="Calibri"/>
              </a:rPr>
              <a:t>“360-</a:t>
            </a:r>
            <a:r>
              <a:rPr sz="2400" dirty="0">
                <a:solidFill>
                  <a:srgbClr val="262EA4"/>
                </a:solidFill>
                <a:latin typeface="Calibri"/>
                <a:cs typeface="Calibri"/>
              </a:rPr>
              <a:t>degree</a:t>
            </a:r>
            <a:r>
              <a:rPr sz="2400" spc="-70" dirty="0">
                <a:solidFill>
                  <a:srgbClr val="262EA4"/>
                </a:solidFill>
                <a:latin typeface="Calibri"/>
                <a:cs typeface="Calibri"/>
              </a:rPr>
              <a:t> </a:t>
            </a:r>
            <a:r>
              <a:rPr sz="2400" spc="-10" dirty="0">
                <a:solidFill>
                  <a:srgbClr val="262EA4"/>
                </a:solidFill>
                <a:latin typeface="Calibri"/>
                <a:cs typeface="Calibri"/>
              </a:rPr>
              <a:t>feedback”;</a:t>
            </a:r>
            <a:r>
              <a:rPr sz="2400" spc="-75" dirty="0">
                <a:solidFill>
                  <a:srgbClr val="262EA4"/>
                </a:solidFill>
                <a:latin typeface="Calibri"/>
                <a:cs typeface="Calibri"/>
              </a:rPr>
              <a:t> </a:t>
            </a:r>
            <a:r>
              <a:rPr sz="2400" dirty="0">
                <a:solidFill>
                  <a:srgbClr val="262EA4"/>
                </a:solidFill>
                <a:latin typeface="Calibri"/>
                <a:cs typeface="Calibri"/>
              </a:rPr>
              <a:t>including</a:t>
            </a:r>
            <a:r>
              <a:rPr sz="2400" spc="-80" dirty="0">
                <a:solidFill>
                  <a:srgbClr val="262EA4"/>
                </a:solidFill>
                <a:latin typeface="Calibri"/>
                <a:cs typeface="Calibri"/>
              </a:rPr>
              <a:t> </a:t>
            </a:r>
            <a:r>
              <a:rPr sz="2400" dirty="0">
                <a:latin typeface="Calibri"/>
                <a:cs typeface="Calibri"/>
              </a:rPr>
              <a:t>employee</a:t>
            </a:r>
            <a:r>
              <a:rPr sz="2400" spc="-70" dirty="0">
                <a:latin typeface="Calibri"/>
                <a:cs typeface="Calibri"/>
              </a:rPr>
              <a:t> </a:t>
            </a:r>
            <a:r>
              <a:rPr sz="2400" dirty="0">
                <a:latin typeface="Calibri"/>
                <a:cs typeface="Calibri"/>
              </a:rPr>
              <a:t>self</a:t>
            </a:r>
            <a:r>
              <a:rPr sz="2400" spc="-70" dirty="0">
                <a:latin typeface="Calibri"/>
                <a:cs typeface="Calibri"/>
              </a:rPr>
              <a:t> </a:t>
            </a:r>
            <a:r>
              <a:rPr sz="2400" spc="-10" dirty="0">
                <a:latin typeface="Calibri"/>
                <a:cs typeface="Calibri"/>
              </a:rPr>
              <a:t>assessment.</a:t>
            </a:r>
            <a:endParaRPr sz="2400" dirty="0">
              <a:latin typeface="Calibri"/>
              <a:cs typeface="Calibri"/>
            </a:endParaRPr>
          </a:p>
          <a:p>
            <a:pPr marL="496570" indent="-244475" algn="just">
              <a:lnSpc>
                <a:spcPct val="100000"/>
              </a:lnSpc>
              <a:spcBef>
                <a:spcPts val="180"/>
              </a:spcBef>
              <a:buSzPct val="95833"/>
              <a:buFont typeface="Wingdings"/>
              <a:buChar char=""/>
              <a:tabLst>
                <a:tab pos="496570" algn="l"/>
              </a:tabLst>
            </a:pPr>
            <a:r>
              <a:rPr sz="2400" spc="-10" dirty="0">
                <a:latin typeface="Calibri"/>
                <a:cs typeface="Calibri"/>
              </a:rPr>
              <a:t>Performance</a:t>
            </a:r>
            <a:r>
              <a:rPr sz="2400" spc="-70" dirty="0">
                <a:latin typeface="Calibri"/>
                <a:cs typeface="Calibri"/>
              </a:rPr>
              <a:t> </a:t>
            </a:r>
            <a:r>
              <a:rPr sz="2400" dirty="0">
                <a:latin typeface="Calibri"/>
                <a:cs typeface="Calibri"/>
              </a:rPr>
              <a:t>appraisals</a:t>
            </a:r>
            <a:r>
              <a:rPr sz="2400" spc="-80" dirty="0">
                <a:latin typeface="Calibri"/>
                <a:cs typeface="Calibri"/>
              </a:rPr>
              <a:t> </a:t>
            </a:r>
            <a:r>
              <a:rPr sz="2400" spc="-10" dirty="0">
                <a:latin typeface="Calibri"/>
                <a:cs typeface="Calibri"/>
              </a:rPr>
              <a:t>generally</a:t>
            </a:r>
            <a:r>
              <a:rPr sz="2400" spc="-80" dirty="0">
                <a:latin typeface="Calibri"/>
                <a:cs typeface="Calibri"/>
              </a:rPr>
              <a:t> </a:t>
            </a:r>
            <a:r>
              <a:rPr sz="2400" dirty="0">
                <a:latin typeface="Calibri"/>
                <a:cs typeface="Calibri"/>
              </a:rPr>
              <a:t>fulfill</a:t>
            </a:r>
            <a:r>
              <a:rPr sz="2400" spc="-80" dirty="0">
                <a:latin typeface="Calibri"/>
                <a:cs typeface="Calibri"/>
              </a:rPr>
              <a:t> </a:t>
            </a:r>
            <a:r>
              <a:rPr sz="2400" dirty="0">
                <a:latin typeface="Calibri"/>
                <a:cs typeface="Calibri"/>
              </a:rPr>
              <a:t>(2)</a:t>
            </a:r>
            <a:r>
              <a:rPr sz="2400" spc="-75" dirty="0">
                <a:latin typeface="Calibri"/>
                <a:cs typeface="Calibri"/>
              </a:rPr>
              <a:t> </a:t>
            </a:r>
            <a:r>
              <a:rPr sz="2400" dirty="0">
                <a:latin typeface="Calibri"/>
                <a:cs typeface="Calibri"/>
              </a:rPr>
              <a:t>important</a:t>
            </a:r>
            <a:r>
              <a:rPr sz="2400" spc="-80" dirty="0">
                <a:latin typeface="Calibri"/>
                <a:cs typeface="Calibri"/>
              </a:rPr>
              <a:t> </a:t>
            </a:r>
            <a:r>
              <a:rPr sz="2400" spc="-10" dirty="0">
                <a:latin typeface="Calibri"/>
                <a:cs typeface="Calibri"/>
              </a:rPr>
              <a:t>functions:</a:t>
            </a:r>
            <a:endParaRPr sz="2400" dirty="0">
              <a:latin typeface="Calibri"/>
              <a:cs typeface="Calibri"/>
            </a:endParaRPr>
          </a:p>
          <a:p>
            <a:pPr marL="799465" marR="5080" lvl="1" indent="-279400" algn="just">
              <a:lnSpc>
                <a:spcPts val="2180"/>
              </a:lnSpc>
              <a:spcBef>
                <a:spcPts val="490"/>
              </a:spcBef>
              <a:buFont typeface="Wingdings"/>
              <a:buChar char=""/>
              <a:tabLst>
                <a:tab pos="799465" algn="l"/>
                <a:tab pos="855980" algn="l"/>
              </a:tabLst>
            </a:pPr>
            <a:r>
              <a:rPr sz="2000" dirty="0">
                <a:latin typeface="Calibri"/>
                <a:cs typeface="Calibri"/>
              </a:rPr>
              <a:t>	Developmental</a:t>
            </a:r>
            <a:r>
              <a:rPr sz="2000" spc="195" dirty="0">
                <a:latin typeface="Calibri"/>
                <a:cs typeface="Calibri"/>
              </a:rPr>
              <a:t>  </a:t>
            </a:r>
            <a:r>
              <a:rPr sz="2000" dirty="0">
                <a:latin typeface="Calibri"/>
                <a:cs typeface="Calibri"/>
              </a:rPr>
              <a:t>in</a:t>
            </a:r>
            <a:r>
              <a:rPr sz="2000" spc="195" dirty="0">
                <a:latin typeface="Calibri"/>
                <a:cs typeface="Calibri"/>
              </a:rPr>
              <a:t>  </a:t>
            </a:r>
            <a:r>
              <a:rPr sz="2000" dirty="0">
                <a:latin typeface="Calibri"/>
                <a:cs typeface="Calibri"/>
              </a:rPr>
              <a:t>nature:</a:t>
            </a:r>
            <a:r>
              <a:rPr sz="2000" spc="200" dirty="0">
                <a:latin typeface="Calibri"/>
                <a:cs typeface="Calibri"/>
              </a:rPr>
              <a:t>  </a:t>
            </a:r>
            <a:r>
              <a:rPr sz="2000" dirty="0">
                <a:latin typeface="Calibri"/>
                <a:cs typeface="Calibri"/>
              </a:rPr>
              <a:t>the</a:t>
            </a:r>
            <a:r>
              <a:rPr sz="2000" spc="200" dirty="0">
                <a:latin typeface="Calibri"/>
                <a:cs typeface="Calibri"/>
              </a:rPr>
              <a:t>  </a:t>
            </a:r>
            <a:r>
              <a:rPr sz="2000" dirty="0">
                <a:latin typeface="Calibri"/>
                <a:cs typeface="Calibri"/>
              </a:rPr>
              <a:t>focus</a:t>
            </a:r>
            <a:r>
              <a:rPr sz="2000" spc="195" dirty="0">
                <a:latin typeface="Calibri"/>
                <a:cs typeface="Calibri"/>
              </a:rPr>
              <a:t>  </a:t>
            </a:r>
            <a:r>
              <a:rPr sz="2000" dirty="0">
                <a:latin typeface="Calibri"/>
                <a:cs typeface="Calibri"/>
              </a:rPr>
              <a:t>is</a:t>
            </a:r>
            <a:r>
              <a:rPr sz="2000" spc="200" dirty="0">
                <a:latin typeface="Calibri"/>
                <a:cs typeface="Calibri"/>
              </a:rPr>
              <a:t>  </a:t>
            </a:r>
            <a:r>
              <a:rPr sz="2000" dirty="0">
                <a:latin typeface="Calibri"/>
                <a:cs typeface="Calibri"/>
              </a:rPr>
              <a:t>on</a:t>
            </a:r>
            <a:r>
              <a:rPr sz="2000" spc="195" dirty="0">
                <a:latin typeface="Calibri"/>
                <a:cs typeface="Calibri"/>
              </a:rPr>
              <a:t>  </a:t>
            </a:r>
            <a:r>
              <a:rPr sz="2000" dirty="0">
                <a:latin typeface="Calibri"/>
                <a:cs typeface="Calibri"/>
              </a:rPr>
              <a:t>identifying</a:t>
            </a:r>
            <a:r>
              <a:rPr sz="2000" spc="195" dirty="0">
                <a:latin typeface="Calibri"/>
                <a:cs typeface="Calibri"/>
              </a:rPr>
              <a:t>  </a:t>
            </a:r>
            <a:r>
              <a:rPr sz="2000" dirty="0">
                <a:latin typeface="Calibri"/>
                <a:cs typeface="Calibri"/>
              </a:rPr>
              <a:t>individual</a:t>
            </a:r>
            <a:r>
              <a:rPr sz="2000" spc="195" dirty="0">
                <a:latin typeface="Calibri"/>
                <a:cs typeface="Calibri"/>
              </a:rPr>
              <a:t>  </a:t>
            </a:r>
            <a:r>
              <a:rPr sz="2000" dirty="0">
                <a:latin typeface="Calibri"/>
                <a:cs typeface="Calibri"/>
              </a:rPr>
              <a:t>strengths</a:t>
            </a:r>
            <a:r>
              <a:rPr sz="2000" spc="200" dirty="0">
                <a:latin typeface="Calibri"/>
                <a:cs typeface="Calibri"/>
              </a:rPr>
              <a:t>  </a:t>
            </a:r>
            <a:r>
              <a:rPr sz="2000" spc="-25" dirty="0">
                <a:latin typeface="Calibri"/>
                <a:cs typeface="Calibri"/>
              </a:rPr>
              <a:t>and </a:t>
            </a:r>
            <a:r>
              <a:rPr sz="2000" dirty="0">
                <a:latin typeface="Calibri"/>
                <a:cs typeface="Calibri"/>
              </a:rPr>
              <a:t>weaknesses</a:t>
            </a:r>
            <a:r>
              <a:rPr sz="2000" spc="-70" dirty="0">
                <a:latin typeface="Calibri"/>
                <a:cs typeface="Calibri"/>
              </a:rPr>
              <a:t> </a:t>
            </a:r>
            <a:r>
              <a:rPr sz="2000" dirty="0">
                <a:latin typeface="Calibri"/>
                <a:cs typeface="Calibri"/>
              </a:rPr>
              <a:t>and</a:t>
            </a:r>
            <a:r>
              <a:rPr sz="2000" spc="-70" dirty="0">
                <a:latin typeface="Calibri"/>
                <a:cs typeface="Calibri"/>
              </a:rPr>
              <a:t> </a:t>
            </a:r>
            <a:r>
              <a:rPr sz="2000" dirty="0">
                <a:latin typeface="Calibri"/>
                <a:cs typeface="Calibri"/>
              </a:rPr>
              <a:t>developing</a:t>
            </a:r>
            <a:r>
              <a:rPr sz="2000" spc="-70" dirty="0">
                <a:latin typeface="Calibri"/>
                <a:cs typeface="Calibri"/>
              </a:rPr>
              <a:t> </a:t>
            </a:r>
            <a:r>
              <a:rPr sz="2000" dirty="0">
                <a:latin typeface="Calibri"/>
                <a:cs typeface="Calibri"/>
              </a:rPr>
              <a:t>action</a:t>
            </a:r>
            <a:r>
              <a:rPr sz="2000" spc="-70" dirty="0">
                <a:latin typeface="Calibri"/>
                <a:cs typeface="Calibri"/>
              </a:rPr>
              <a:t> </a:t>
            </a:r>
            <a:r>
              <a:rPr sz="2000" dirty="0">
                <a:latin typeface="Calibri"/>
                <a:cs typeface="Calibri"/>
              </a:rPr>
              <a:t>plans</a:t>
            </a:r>
            <a:r>
              <a:rPr sz="2000" spc="-70" dirty="0">
                <a:latin typeface="Calibri"/>
                <a:cs typeface="Calibri"/>
              </a:rPr>
              <a:t> </a:t>
            </a:r>
            <a:r>
              <a:rPr sz="2000" dirty="0">
                <a:latin typeface="Calibri"/>
                <a:cs typeface="Calibri"/>
              </a:rPr>
              <a:t>for</a:t>
            </a:r>
            <a:r>
              <a:rPr sz="2000" spc="-65" dirty="0">
                <a:latin typeface="Calibri"/>
                <a:cs typeface="Calibri"/>
              </a:rPr>
              <a:t> </a:t>
            </a:r>
            <a:r>
              <a:rPr sz="2000" dirty="0">
                <a:latin typeface="Calibri"/>
                <a:cs typeface="Calibri"/>
              </a:rPr>
              <a:t>improving</a:t>
            </a:r>
            <a:r>
              <a:rPr sz="2000" spc="-75" dirty="0">
                <a:latin typeface="Calibri"/>
                <a:cs typeface="Calibri"/>
              </a:rPr>
              <a:t> </a:t>
            </a:r>
            <a:r>
              <a:rPr sz="2000" spc="-10" dirty="0">
                <a:latin typeface="Calibri"/>
                <a:cs typeface="Calibri"/>
              </a:rPr>
              <a:t>performance.</a:t>
            </a:r>
            <a:endParaRPr sz="2000" dirty="0">
              <a:latin typeface="Calibri"/>
              <a:cs typeface="Calibri"/>
            </a:endParaRPr>
          </a:p>
          <a:p>
            <a:pPr marL="799465" marR="6350" lvl="1" indent="-279400" algn="just">
              <a:lnSpc>
                <a:spcPts val="2090"/>
              </a:lnSpc>
              <a:spcBef>
                <a:spcPts val="610"/>
              </a:spcBef>
              <a:buFont typeface="Wingdings"/>
              <a:buChar char=""/>
              <a:tabLst>
                <a:tab pos="799465" algn="l"/>
              </a:tabLst>
            </a:pPr>
            <a:r>
              <a:rPr sz="2000" dirty="0">
                <a:latin typeface="Calibri"/>
                <a:cs typeface="Calibri"/>
              </a:rPr>
              <a:t>Evaluative</a:t>
            </a:r>
            <a:r>
              <a:rPr sz="2000" spc="459" dirty="0">
                <a:latin typeface="Calibri"/>
                <a:cs typeface="Calibri"/>
              </a:rPr>
              <a:t> </a:t>
            </a:r>
            <a:r>
              <a:rPr sz="2000" dirty="0">
                <a:latin typeface="Calibri"/>
                <a:cs typeface="Calibri"/>
              </a:rPr>
              <a:t>and</a:t>
            </a:r>
            <a:r>
              <a:rPr sz="2000" spc="459" dirty="0">
                <a:latin typeface="Calibri"/>
                <a:cs typeface="Calibri"/>
              </a:rPr>
              <a:t> </a:t>
            </a:r>
            <a:r>
              <a:rPr sz="2000" dirty="0">
                <a:latin typeface="Calibri"/>
                <a:cs typeface="Calibri"/>
              </a:rPr>
              <a:t>involves</a:t>
            </a:r>
            <a:r>
              <a:rPr sz="2000" spc="465" dirty="0">
                <a:latin typeface="Calibri"/>
                <a:cs typeface="Calibri"/>
              </a:rPr>
              <a:t> </a:t>
            </a:r>
            <a:r>
              <a:rPr sz="2000" dirty="0">
                <a:latin typeface="Calibri"/>
                <a:cs typeface="Calibri"/>
              </a:rPr>
              <a:t>assessing</a:t>
            </a:r>
            <a:r>
              <a:rPr sz="2000" spc="459" dirty="0">
                <a:latin typeface="Calibri"/>
                <a:cs typeface="Calibri"/>
              </a:rPr>
              <a:t> </a:t>
            </a:r>
            <a:r>
              <a:rPr sz="2000" dirty="0">
                <a:latin typeface="Calibri"/>
                <a:cs typeface="Calibri"/>
              </a:rPr>
              <a:t>how</a:t>
            </a:r>
            <a:r>
              <a:rPr sz="2000" spc="459" dirty="0">
                <a:latin typeface="Calibri"/>
                <a:cs typeface="Calibri"/>
              </a:rPr>
              <a:t> </a:t>
            </a:r>
            <a:r>
              <a:rPr sz="2000" dirty="0">
                <a:latin typeface="Calibri"/>
                <a:cs typeface="Calibri"/>
              </a:rPr>
              <a:t>well</a:t>
            </a:r>
            <a:r>
              <a:rPr sz="2000" spc="465" dirty="0">
                <a:latin typeface="Calibri"/>
                <a:cs typeface="Calibri"/>
              </a:rPr>
              <a:t> </a:t>
            </a:r>
            <a:r>
              <a:rPr sz="2000" dirty="0">
                <a:latin typeface="Calibri"/>
                <a:cs typeface="Calibri"/>
              </a:rPr>
              <a:t>the</a:t>
            </a:r>
            <a:r>
              <a:rPr sz="2000" spc="465" dirty="0">
                <a:latin typeface="Calibri"/>
                <a:cs typeface="Calibri"/>
              </a:rPr>
              <a:t> </a:t>
            </a:r>
            <a:r>
              <a:rPr sz="2000" dirty="0">
                <a:latin typeface="Calibri"/>
                <a:cs typeface="Calibri"/>
              </a:rPr>
              <a:t>person</a:t>
            </a:r>
            <a:r>
              <a:rPr sz="2000" spc="459" dirty="0">
                <a:latin typeface="Calibri"/>
                <a:cs typeface="Calibri"/>
              </a:rPr>
              <a:t> </a:t>
            </a:r>
            <a:r>
              <a:rPr sz="2000" dirty="0">
                <a:latin typeface="Calibri"/>
                <a:cs typeface="Calibri"/>
              </a:rPr>
              <a:t>has</a:t>
            </a:r>
            <a:r>
              <a:rPr sz="2000" spc="470" dirty="0">
                <a:latin typeface="Calibri"/>
                <a:cs typeface="Calibri"/>
              </a:rPr>
              <a:t> </a:t>
            </a:r>
            <a:r>
              <a:rPr sz="2000" dirty="0">
                <a:latin typeface="Calibri"/>
                <a:cs typeface="Calibri"/>
              </a:rPr>
              <a:t>performed</a:t>
            </a:r>
            <a:r>
              <a:rPr sz="2000" spc="459" dirty="0">
                <a:latin typeface="Calibri"/>
                <a:cs typeface="Calibri"/>
              </a:rPr>
              <a:t> </a:t>
            </a:r>
            <a:r>
              <a:rPr sz="2000" dirty="0">
                <a:latin typeface="Calibri"/>
                <a:cs typeface="Calibri"/>
              </a:rPr>
              <a:t>in</a:t>
            </a:r>
            <a:r>
              <a:rPr sz="2000" spc="459" dirty="0">
                <a:latin typeface="Calibri"/>
                <a:cs typeface="Calibri"/>
              </a:rPr>
              <a:t> </a:t>
            </a:r>
            <a:r>
              <a:rPr sz="2000" dirty="0">
                <a:latin typeface="Calibri"/>
                <a:cs typeface="Calibri"/>
              </a:rPr>
              <a:t>order</a:t>
            </a:r>
            <a:r>
              <a:rPr sz="2000" spc="465" dirty="0">
                <a:latin typeface="Calibri"/>
                <a:cs typeface="Calibri"/>
              </a:rPr>
              <a:t> </a:t>
            </a:r>
            <a:r>
              <a:rPr sz="2000" spc="-25" dirty="0">
                <a:latin typeface="Calibri"/>
                <a:cs typeface="Calibri"/>
              </a:rPr>
              <a:t>to </a:t>
            </a:r>
            <a:r>
              <a:rPr sz="2000" spc="-10" dirty="0">
                <a:latin typeface="Calibri"/>
                <a:cs typeface="Calibri"/>
              </a:rPr>
              <a:t>determine</a:t>
            </a:r>
            <a:r>
              <a:rPr sz="2000" spc="-30" dirty="0">
                <a:latin typeface="Calibri"/>
                <a:cs typeface="Calibri"/>
              </a:rPr>
              <a:t> </a:t>
            </a:r>
            <a:r>
              <a:rPr sz="2000" dirty="0">
                <a:latin typeface="Calibri"/>
                <a:cs typeface="Calibri"/>
              </a:rPr>
              <a:t>salary</a:t>
            </a:r>
            <a:r>
              <a:rPr sz="2000" spc="-30" dirty="0">
                <a:latin typeface="Calibri"/>
                <a:cs typeface="Calibri"/>
              </a:rPr>
              <a:t> </a:t>
            </a:r>
            <a:r>
              <a:rPr sz="2000" dirty="0">
                <a:latin typeface="Calibri"/>
                <a:cs typeface="Calibri"/>
              </a:rPr>
              <a:t>or</a:t>
            </a:r>
            <a:r>
              <a:rPr sz="2000" spc="-30" dirty="0">
                <a:latin typeface="Calibri"/>
                <a:cs typeface="Calibri"/>
              </a:rPr>
              <a:t> </a:t>
            </a:r>
            <a:r>
              <a:rPr sz="2000" dirty="0">
                <a:latin typeface="Calibri"/>
                <a:cs typeface="Calibri"/>
              </a:rPr>
              <a:t>merit</a:t>
            </a:r>
            <a:r>
              <a:rPr sz="2000" spc="-25" dirty="0">
                <a:latin typeface="Calibri"/>
                <a:cs typeface="Calibri"/>
              </a:rPr>
              <a:t> </a:t>
            </a:r>
            <a:r>
              <a:rPr sz="2000" spc="-10" dirty="0">
                <a:latin typeface="Calibri"/>
                <a:cs typeface="Calibri"/>
              </a:rPr>
              <a:t>adjustments.</a:t>
            </a:r>
            <a:endParaRPr sz="20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16</a:t>
            </a:fld>
            <a:endParaRPr spc="-25"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60" dirty="0"/>
              <a:t>Post-</a:t>
            </a:r>
            <a:r>
              <a:rPr spc="105" dirty="0"/>
              <a:t>Implementation</a:t>
            </a:r>
            <a:r>
              <a:rPr spc="165" dirty="0"/>
              <a:t> </a:t>
            </a:r>
            <a:r>
              <a:rPr spc="90" dirty="0"/>
              <a:t>Evaluation</a:t>
            </a:r>
            <a:r>
              <a:rPr spc="200" dirty="0"/>
              <a:t> </a:t>
            </a:r>
            <a:r>
              <a:rPr sz="1950" spc="-10" dirty="0"/>
              <a:t>(2/3)</a:t>
            </a:r>
            <a:endParaRPr sz="1950"/>
          </a:p>
        </p:txBody>
      </p:sp>
      <p:pic>
        <p:nvPicPr>
          <p:cNvPr id="5" name="Picture 4">
            <a:extLst>
              <a:ext uri="{FF2B5EF4-FFF2-40B4-BE49-F238E27FC236}">
                <a16:creationId xmlns:a16="http://schemas.microsoft.com/office/drawing/2014/main" id="{9D52249C-A3C4-97A3-052A-18B4355669A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1"/>
            <a:ext cx="16002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53975" rIns="0" bIns="0" rtlCol="0">
            <a:spAutoFit/>
          </a:bodyPr>
          <a:lstStyle/>
          <a:p>
            <a:pPr marL="12700" marR="5080">
              <a:lnSpc>
                <a:spcPts val="2590"/>
              </a:lnSpc>
              <a:spcBef>
                <a:spcPts val="425"/>
              </a:spcBef>
            </a:pPr>
            <a:r>
              <a:rPr dirty="0"/>
              <a:t>The</a:t>
            </a:r>
            <a:r>
              <a:rPr spc="35" dirty="0"/>
              <a:t> </a:t>
            </a:r>
            <a:r>
              <a:rPr dirty="0"/>
              <a:t>project</a:t>
            </a:r>
            <a:r>
              <a:rPr spc="25" dirty="0"/>
              <a:t> </a:t>
            </a:r>
            <a:r>
              <a:rPr dirty="0"/>
              <a:t>manager</a:t>
            </a:r>
            <a:r>
              <a:rPr spc="45" dirty="0"/>
              <a:t> </a:t>
            </a:r>
            <a:r>
              <a:rPr dirty="0"/>
              <a:t>needs</a:t>
            </a:r>
            <a:r>
              <a:rPr spc="30" dirty="0"/>
              <a:t> </a:t>
            </a:r>
            <a:r>
              <a:rPr dirty="0"/>
              <a:t>to</a:t>
            </a:r>
            <a:r>
              <a:rPr spc="35" dirty="0"/>
              <a:t> </a:t>
            </a:r>
            <a:r>
              <a:rPr dirty="0"/>
              <a:t>sit</a:t>
            </a:r>
            <a:r>
              <a:rPr spc="35" dirty="0"/>
              <a:t> </a:t>
            </a:r>
            <a:r>
              <a:rPr dirty="0"/>
              <a:t>down</a:t>
            </a:r>
            <a:r>
              <a:rPr spc="40" dirty="0"/>
              <a:t> </a:t>
            </a:r>
            <a:r>
              <a:rPr dirty="0"/>
              <a:t>with</a:t>
            </a:r>
            <a:r>
              <a:rPr spc="40" dirty="0"/>
              <a:t> </a:t>
            </a:r>
            <a:r>
              <a:rPr dirty="0"/>
              <a:t>each</a:t>
            </a:r>
            <a:r>
              <a:rPr spc="45" dirty="0"/>
              <a:t> </a:t>
            </a:r>
            <a:r>
              <a:rPr dirty="0"/>
              <a:t>team</a:t>
            </a:r>
            <a:r>
              <a:rPr spc="30" dirty="0"/>
              <a:t> </a:t>
            </a:r>
            <a:r>
              <a:rPr dirty="0"/>
              <a:t>member</a:t>
            </a:r>
            <a:r>
              <a:rPr spc="40" dirty="0"/>
              <a:t> </a:t>
            </a:r>
            <a:r>
              <a:rPr dirty="0"/>
              <a:t>and</a:t>
            </a:r>
            <a:r>
              <a:rPr spc="45" dirty="0"/>
              <a:t> </a:t>
            </a:r>
            <a:r>
              <a:rPr dirty="0"/>
              <a:t>discuss</a:t>
            </a:r>
            <a:r>
              <a:rPr spc="35" dirty="0"/>
              <a:t> </a:t>
            </a:r>
            <a:r>
              <a:rPr dirty="0"/>
              <a:t>his</a:t>
            </a:r>
            <a:r>
              <a:rPr spc="40" dirty="0"/>
              <a:t> </a:t>
            </a:r>
            <a:r>
              <a:rPr spc="-25" dirty="0"/>
              <a:t>or </a:t>
            </a:r>
            <a:r>
              <a:rPr dirty="0"/>
              <a:t>her</a:t>
            </a:r>
            <a:r>
              <a:rPr spc="-60" dirty="0"/>
              <a:t> </a:t>
            </a:r>
            <a:r>
              <a:rPr spc="-10" dirty="0"/>
              <a:t>performance.</a:t>
            </a:r>
            <a:r>
              <a:rPr spc="-60" dirty="0"/>
              <a:t> </a:t>
            </a:r>
            <a:r>
              <a:rPr dirty="0"/>
              <a:t>Some</a:t>
            </a:r>
            <a:r>
              <a:rPr spc="-55" dirty="0"/>
              <a:t> </a:t>
            </a:r>
            <a:r>
              <a:rPr spc="-10" dirty="0"/>
              <a:t>general</a:t>
            </a:r>
            <a:r>
              <a:rPr spc="-55" dirty="0"/>
              <a:t> </a:t>
            </a:r>
            <a:r>
              <a:rPr dirty="0"/>
              <a:t>tips</a:t>
            </a:r>
            <a:r>
              <a:rPr spc="-60" dirty="0"/>
              <a:t> </a:t>
            </a:r>
            <a:r>
              <a:rPr dirty="0"/>
              <a:t>for</a:t>
            </a:r>
            <a:r>
              <a:rPr spc="-50" dirty="0"/>
              <a:t> </a:t>
            </a:r>
            <a:r>
              <a:rPr dirty="0"/>
              <a:t>conducting</a:t>
            </a:r>
            <a:r>
              <a:rPr spc="-60" dirty="0"/>
              <a:t> </a:t>
            </a:r>
            <a:r>
              <a:rPr spc="-10" dirty="0"/>
              <a:t>performance</a:t>
            </a:r>
            <a:r>
              <a:rPr spc="-50" dirty="0"/>
              <a:t> </a:t>
            </a:r>
            <a:r>
              <a:rPr spc="-10" dirty="0"/>
              <a:t>reviews:</a:t>
            </a:r>
          </a:p>
          <a:p>
            <a:pPr marL="316230" marR="5080" indent="-240029">
              <a:lnSpc>
                <a:spcPts val="2210"/>
              </a:lnSpc>
              <a:spcBef>
                <a:spcPts val="910"/>
              </a:spcBef>
              <a:buAutoNum type="arabicPeriod"/>
              <a:tabLst>
                <a:tab pos="317500" algn="l"/>
              </a:tabLst>
            </a:pPr>
            <a:r>
              <a:rPr sz="2000" dirty="0"/>
              <a:t>Always</a:t>
            </a:r>
            <a:r>
              <a:rPr sz="2000" spc="260" dirty="0"/>
              <a:t> </a:t>
            </a:r>
            <a:r>
              <a:rPr sz="2000" dirty="0"/>
              <a:t>begin</a:t>
            </a:r>
            <a:r>
              <a:rPr sz="2000" spc="250" dirty="0"/>
              <a:t> </a:t>
            </a:r>
            <a:r>
              <a:rPr sz="2000" dirty="0"/>
              <a:t>the</a:t>
            </a:r>
            <a:r>
              <a:rPr sz="2000" spc="254" dirty="0"/>
              <a:t> </a:t>
            </a:r>
            <a:r>
              <a:rPr sz="2000" dirty="0"/>
              <a:t>process</a:t>
            </a:r>
            <a:r>
              <a:rPr sz="2000" spc="254" dirty="0"/>
              <a:t> </a:t>
            </a:r>
            <a:r>
              <a:rPr sz="2000" dirty="0"/>
              <a:t>by</a:t>
            </a:r>
            <a:r>
              <a:rPr sz="2000" spc="250" dirty="0"/>
              <a:t> </a:t>
            </a:r>
            <a:r>
              <a:rPr sz="2000" dirty="0"/>
              <a:t>asking</a:t>
            </a:r>
            <a:r>
              <a:rPr sz="2000" spc="250" dirty="0"/>
              <a:t> </a:t>
            </a:r>
            <a:r>
              <a:rPr sz="2000" dirty="0"/>
              <a:t>the</a:t>
            </a:r>
            <a:r>
              <a:rPr sz="2000" spc="254" dirty="0"/>
              <a:t> </a:t>
            </a:r>
            <a:r>
              <a:rPr sz="2000" dirty="0"/>
              <a:t>individual</a:t>
            </a:r>
            <a:r>
              <a:rPr sz="2000" spc="254" dirty="0"/>
              <a:t> </a:t>
            </a:r>
            <a:r>
              <a:rPr sz="2000" dirty="0"/>
              <a:t>to</a:t>
            </a:r>
            <a:r>
              <a:rPr sz="2000" spc="250" dirty="0"/>
              <a:t> </a:t>
            </a:r>
            <a:r>
              <a:rPr sz="2000" dirty="0"/>
              <a:t>evaluate</a:t>
            </a:r>
            <a:r>
              <a:rPr sz="2000" spc="260" dirty="0"/>
              <a:t> </a:t>
            </a:r>
            <a:r>
              <a:rPr sz="2000" dirty="0"/>
              <a:t>his</a:t>
            </a:r>
            <a:r>
              <a:rPr sz="2000" spc="260" dirty="0"/>
              <a:t> </a:t>
            </a:r>
            <a:r>
              <a:rPr sz="2000" dirty="0"/>
              <a:t>or</a:t>
            </a:r>
            <a:r>
              <a:rPr sz="2000" spc="254" dirty="0"/>
              <a:t> </a:t>
            </a:r>
            <a:r>
              <a:rPr sz="2000" dirty="0"/>
              <a:t>her</a:t>
            </a:r>
            <a:r>
              <a:rPr sz="2000" spc="254" dirty="0"/>
              <a:t> </a:t>
            </a:r>
            <a:r>
              <a:rPr sz="2000" dirty="0"/>
              <a:t>contributions</a:t>
            </a:r>
            <a:r>
              <a:rPr sz="2000" spc="254" dirty="0"/>
              <a:t> </a:t>
            </a:r>
            <a:r>
              <a:rPr sz="2000" dirty="0"/>
              <a:t>to</a:t>
            </a:r>
            <a:r>
              <a:rPr sz="2000" spc="254" dirty="0"/>
              <a:t> </a:t>
            </a:r>
            <a:r>
              <a:rPr sz="2000" spc="-25" dirty="0"/>
              <a:t>the 	</a:t>
            </a:r>
            <a:r>
              <a:rPr sz="2000" spc="-10" dirty="0"/>
              <a:t>project.</a:t>
            </a:r>
            <a:endParaRPr sz="2000" dirty="0"/>
          </a:p>
          <a:p>
            <a:pPr marL="875665" lvl="1" indent="-342265">
              <a:lnSpc>
                <a:spcPct val="100000"/>
              </a:lnSpc>
              <a:spcBef>
                <a:spcPts val="250"/>
              </a:spcBef>
              <a:buAutoNum type="alphaLcPeriod"/>
              <a:tabLst>
                <a:tab pos="875665" algn="l"/>
              </a:tabLst>
            </a:pPr>
            <a:r>
              <a:rPr sz="1800" dirty="0">
                <a:latin typeface="Calibri"/>
                <a:cs typeface="Calibri"/>
              </a:rPr>
              <a:t>This</a:t>
            </a:r>
            <a:r>
              <a:rPr sz="1800" spc="-55" dirty="0">
                <a:latin typeface="Calibri"/>
                <a:cs typeface="Calibri"/>
              </a:rPr>
              <a:t> </a:t>
            </a:r>
            <a:r>
              <a:rPr sz="1800" dirty="0">
                <a:latin typeface="Calibri"/>
                <a:cs typeface="Calibri"/>
              </a:rPr>
              <a:t>approach</a:t>
            </a:r>
            <a:r>
              <a:rPr sz="1800" spc="-45" dirty="0">
                <a:latin typeface="Calibri"/>
                <a:cs typeface="Calibri"/>
              </a:rPr>
              <a:t> </a:t>
            </a:r>
            <a:r>
              <a:rPr sz="1800" dirty="0">
                <a:latin typeface="Calibri"/>
                <a:cs typeface="Calibri"/>
              </a:rPr>
              <a:t>may</a:t>
            </a:r>
            <a:r>
              <a:rPr sz="1800" spc="-50" dirty="0">
                <a:latin typeface="Calibri"/>
                <a:cs typeface="Calibri"/>
              </a:rPr>
              <a:t> </a:t>
            </a:r>
            <a:r>
              <a:rPr sz="1800" dirty="0">
                <a:latin typeface="Calibri"/>
                <a:cs typeface="Calibri"/>
              </a:rPr>
              <a:t>yield</a:t>
            </a:r>
            <a:r>
              <a:rPr sz="1800" spc="-50" dirty="0">
                <a:latin typeface="Calibri"/>
                <a:cs typeface="Calibri"/>
              </a:rPr>
              <a:t> </a:t>
            </a:r>
            <a:r>
              <a:rPr sz="1800" dirty="0">
                <a:latin typeface="Calibri"/>
                <a:cs typeface="Calibri"/>
              </a:rPr>
              <a:t>valuable</a:t>
            </a:r>
            <a:r>
              <a:rPr sz="1800" spc="-45" dirty="0">
                <a:latin typeface="Calibri"/>
                <a:cs typeface="Calibri"/>
              </a:rPr>
              <a:t> </a:t>
            </a:r>
            <a:r>
              <a:rPr sz="1800" spc="-10" dirty="0">
                <a:latin typeface="Calibri"/>
                <a:cs typeface="Calibri"/>
              </a:rPr>
              <a:t>information</a:t>
            </a:r>
            <a:r>
              <a:rPr sz="1800" spc="-50" dirty="0">
                <a:latin typeface="Calibri"/>
                <a:cs typeface="Calibri"/>
              </a:rPr>
              <a:t> </a:t>
            </a:r>
            <a:r>
              <a:rPr sz="1800" dirty="0">
                <a:latin typeface="Calibri"/>
                <a:cs typeface="Calibri"/>
              </a:rPr>
              <a:t>that</a:t>
            </a:r>
            <a:r>
              <a:rPr sz="1800" spc="-50" dirty="0">
                <a:latin typeface="Calibri"/>
                <a:cs typeface="Calibri"/>
              </a:rPr>
              <a:t> </a:t>
            </a:r>
            <a:r>
              <a:rPr sz="1800" dirty="0">
                <a:latin typeface="Calibri"/>
                <a:cs typeface="Calibri"/>
              </a:rPr>
              <a:t>you</a:t>
            </a:r>
            <a:r>
              <a:rPr sz="1800" spc="-45" dirty="0">
                <a:latin typeface="Calibri"/>
                <a:cs typeface="Calibri"/>
              </a:rPr>
              <a:t> </a:t>
            </a:r>
            <a:r>
              <a:rPr sz="1800" dirty="0">
                <a:latin typeface="Calibri"/>
                <a:cs typeface="Calibri"/>
              </a:rPr>
              <a:t>were</a:t>
            </a:r>
            <a:r>
              <a:rPr sz="1800" spc="-45" dirty="0">
                <a:latin typeface="Calibri"/>
                <a:cs typeface="Calibri"/>
              </a:rPr>
              <a:t> </a:t>
            </a:r>
            <a:r>
              <a:rPr sz="1800" dirty="0">
                <a:latin typeface="Calibri"/>
                <a:cs typeface="Calibri"/>
              </a:rPr>
              <a:t>not</a:t>
            </a:r>
            <a:r>
              <a:rPr sz="1800" spc="-55" dirty="0">
                <a:latin typeface="Calibri"/>
                <a:cs typeface="Calibri"/>
              </a:rPr>
              <a:t> </a:t>
            </a:r>
            <a:r>
              <a:rPr sz="1800" dirty="0">
                <a:latin typeface="Calibri"/>
                <a:cs typeface="Calibri"/>
              </a:rPr>
              <a:t>aware</a:t>
            </a:r>
            <a:r>
              <a:rPr sz="1800" spc="-45" dirty="0">
                <a:latin typeface="Calibri"/>
                <a:cs typeface="Calibri"/>
              </a:rPr>
              <a:t> </a:t>
            </a:r>
            <a:r>
              <a:rPr sz="1800" spc="-25" dirty="0">
                <a:latin typeface="Calibri"/>
                <a:cs typeface="Calibri"/>
              </a:rPr>
              <a:t>of.</a:t>
            </a:r>
            <a:endParaRPr sz="1800" dirty="0">
              <a:latin typeface="Calibri"/>
              <a:cs typeface="Calibri"/>
            </a:endParaRPr>
          </a:p>
          <a:p>
            <a:pPr marL="875665" lvl="1" indent="-342265">
              <a:lnSpc>
                <a:spcPct val="100000"/>
              </a:lnSpc>
              <a:spcBef>
                <a:spcPts val="240"/>
              </a:spcBef>
              <a:buAutoNum type="alphaLcPeriod"/>
              <a:tabLst>
                <a:tab pos="875665" algn="l"/>
              </a:tabLst>
            </a:pPr>
            <a:r>
              <a:rPr sz="1800" dirty="0">
                <a:latin typeface="Calibri"/>
                <a:cs typeface="Calibri"/>
              </a:rPr>
              <a:t>It</a:t>
            </a:r>
            <a:r>
              <a:rPr sz="1800" spc="-45" dirty="0">
                <a:latin typeface="Calibri"/>
                <a:cs typeface="Calibri"/>
              </a:rPr>
              <a:t> </a:t>
            </a:r>
            <a:r>
              <a:rPr sz="1800" dirty="0">
                <a:latin typeface="Calibri"/>
                <a:cs typeface="Calibri"/>
              </a:rPr>
              <a:t>may</a:t>
            </a:r>
            <a:r>
              <a:rPr sz="1800" spc="-45" dirty="0">
                <a:latin typeface="Calibri"/>
                <a:cs typeface="Calibri"/>
              </a:rPr>
              <a:t> </a:t>
            </a:r>
            <a:r>
              <a:rPr sz="1800" dirty="0">
                <a:latin typeface="Calibri"/>
                <a:cs typeface="Calibri"/>
              </a:rPr>
              <a:t>provide</a:t>
            </a:r>
            <a:r>
              <a:rPr sz="1800" spc="-35" dirty="0">
                <a:latin typeface="Calibri"/>
                <a:cs typeface="Calibri"/>
              </a:rPr>
              <a:t> </a:t>
            </a:r>
            <a:r>
              <a:rPr sz="1800" dirty="0">
                <a:latin typeface="Calibri"/>
                <a:cs typeface="Calibri"/>
              </a:rPr>
              <a:t>an</a:t>
            </a:r>
            <a:r>
              <a:rPr sz="1800" spc="-35" dirty="0">
                <a:latin typeface="Calibri"/>
                <a:cs typeface="Calibri"/>
              </a:rPr>
              <a:t> </a:t>
            </a:r>
            <a:r>
              <a:rPr sz="1800" dirty="0">
                <a:latin typeface="Calibri"/>
                <a:cs typeface="Calibri"/>
              </a:rPr>
              <a:t>early</a:t>
            </a:r>
            <a:r>
              <a:rPr sz="1800" spc="-40" dirty="0">
                <a:latin typeface="Calibri"/>
                <a:cs typeface="Calibri"/>
              </a:rPr>
              <a:t> </a:t>
            </a:r>
            <a:r>
              <a:rPr sz="1800" dirty="0">
                <a:latin typeface="Calibri"/>
                <a:cs typeface="Calibri"/>
              </a:rPr>
              <a:t>warning</a:t>
            </a:r>
            <a:r>
              <a:rPr sz="1800" spc="-35" dirty="0">
                <a:latin typeface="Calibri"/>
                <a:cs typeface="Calibri"/>
              </a:rPr>
              <a:t> </a:t>
            </a:r>
            <a:r>
              <a:rPr sz="1800" dirty="0">
                <a:latin typeface="Calibri"/>
                <a:cs typeface="Calibri"/>
              </a:rPr>
              <a:t>for</a:t>
            </a:r>
            <a:r>
              <a:rPr sz="1800" spc="-45" dirty="0">
                <a:latin typeface="Calibri"/>
                <a:cs typeface="Calibri"/>
              </a:rPr>
              <a:t> </a:t>
            </a:r>
            <a:r>
              <a:rPr sz="1800" dirty="0">
                <a:latin typeface="Calibri"/>
                <a:cs typeface="Calibri"/>
              </a:rPr>
              <a:t>situations</a:t>
            </a:r>
            <a:r>
              <a:rPr sz="1800" spc="-35" dirty="0">
                <a:latin typeface="Calibri"/>
                <a:cs typeface="Calibri"/>
              </a:rPr>
              <a:t> </a:t>
            </a:r>
            <a:r>
              <a:rPr sz="1800" dirty="0">
                <a:latin typeface="Calibri"/>
                <a:cs typeface="Calibri"/>
              </a:rPr>
              <a:t>in</a:t>
            </a:r>
            <a:r>
              <a:rPr sz="1800" spc="-40" dirty="0">
                <a:latin typeface="Calibri"/>
                <a:cs typeface="Calibri"/>
              </a:rPr>
              <a:t> </a:t>
            </a:r>
            <a:r>
              <a:rPr sz="1800" dirty="0">
                <a:latin typeface="Calibri"/>
                <a:cs typeface="Calibri"/>
              </a:rPr>
              <a:t>which</a:t>
            </a:r>
            <a:r>
              <a:rPr sz="1800" spc="-35" dirty="0">
                <a:latin typeface="Calibri"/>
                <a:cs typeface="Calibri"/>
              </a:rPr>
              <a:t> </a:t>
            </a:r>
            <a:r>
              <a:rPr sz="1800" dirty="0">
                <a:latin typeface="Calibri"/>
                <a:cs typeface="Calibri"/>
              </a:rPr>
              <a:t>there</a:t>
            </a:r>
            <a:r>
              <a:rPr sz="1800" spc="-35" dirty="0">
                <a:latin typeface="Calibri"/>
                <a:cs typeface="Calibri"/>
              </a:rPr>
              <a:t> </a:t>
            </a:r>
            <a:r>
              <a:rPr sz="1800" dirty="0">
                <a:latin typeface="Calibri"/>
                <a:cs typeface="Calibri"/>
              </a:rPr>
              <a:t>is</a:t>
            </a:r>
            <a:r>
              <a:rPr sz="1800" spc="-45" dirty="0">
                <a:latin typeface="Calibri"/>
                <a:cs typeface="Calibri"/>
              </a:rPr>
              <a:t> </a:t>
            </a:r>
            <a:r>
              <a:rPr sz="1800" dirty="0">
                <a:latin typeface="Calibri"/>
                <a:cs typeface="Calibri"/>
              </a:rPr>
              <a:t>disparity</a:t>
            </a:r>
            <a:r>
              <a:rPr sz="1800" spc="-35" dirty="0">
                <a:latin typeface="Calibri"/>
                <a:cs typeface="Calibri"/>
              </a:rPr>
              <a:t> </a:t>
            </a:r>
            <a:r>
              <a:rPr sz="1800" dirty="0">
                <a:latin typeface="Calibri"/>
                <a:cs typeface="Calibri"/>
              </a:rPr>
              <a:t>in</a:t>
            </a:r>
            <a:r>
              <a:rPr sz="1800" spc="-40" dirty="0">
                <a:latin typeface="Calibri"/>
                <a:cs typeface="Calibri"/>
              </a:rPr>
              <a:t> </a:t>
            </a:r>
            <a:r>
              <a:rPr sz="1800" spc="-10" dirty="0">
                <a:latin typeface="Calibri"/>
                <a:cs typeface="Calibri"/>
              </a:rPr>
              <a:t>assessments.</a:t>
            </a:r>
            <a:endParaRPr sz="1800" dirty="0">
              <a:latin typeface="Calibri"/>
              <a:cs typeface="Calibri"/>
            </a:endParaRPr>
          </a:p>
          <a:p>
            <a:pPr marL="875665" lvl="1" indent="-342265">
              <a:lnSpc>
                <a:spcPct val="100000"/>
              </a:lnSpc>
              <a:spcBef>
                <a:spcPts val="340"/>
              </a:spcBef>
              <a:buAutoNum type="alphaLcPeriod"/>
              <a:tabLst>
                <a:tab pos="875665" algn="l"/>
              </a:tabLst>
            </a:pPr>
            <a:r>
              <a:rPr sz="1800" dirty="0">
                <a:latin typeface="Calibri"/>
                <a:cs typeface="Calibri"/>
              </a:rPr>
              <a:t>It</a:t>
            </a:r>
            <a:r>
              <a:rPr sz="1800" spc="-50" dirty="0">
                <a:latin typeface="Calibri"/>
                <a:cs typeface="Calibri"/>
              </a:rPr>
              <a:t> </a:t>
            </a:r>
            <a:r>
              <a:rPr sz="1800" dirty="0">
                <a:latin typeface="Calibri"/>
                <a:cs typeface="Calibri"/>
              </a:rPr>
              <a:t>reduces</a:t>
            </a:r>
            <a:r>
              <a:rPr sz="1800" spc="-50" dirty="0">
                <a:latin typeface="Calibri"/>
                <a:cs typeface="Calibri"/>
              </a:rPr>
              <a:t> </a:t>
            </a:r>
            <a:r>
              <a:rPr sz="1800" dirty="0">
                <a:latin typeface="Calibri"/>
                <a:cs typeface="Calibri"/>
              </a:rPr>
              <a:t>the</a:t>
            </a:r>
            <a:r>
              <a:rPr sz="1800" spc="-40" dirty="0">
                <a:latin typeface="Calibri"/>
                <a:cs typeface="Calibri"/>
              </a:rPr>
              <a:t> </a:t>
            </a:r>
            <a:r>
              <a:rPr sz="1800" dirty="0">
                <a:latin typeface="Calibri"/>
                <a:cs typeface="Calibri"/>
              </a:rPr>
              <a:t>judgmental</a:t>
            </a:r>
            <a:r>
              <a:rPr sz="1800" spc="-45" dirty="0">
                <a:latin typeface="Calibri"/>
                <a:cs typeface="Calibri"/>
              </a:rPr>
              <a:t> </a:t>
            </a:r>
            <a:r>
              <a:rPr sz="1800" dirty="0">
                <a:latin typeface="Calibri"/>
                <a:cs typeface="Calibri"/>
              </a:rPr>
              <a:t>nature</a:t>
            </a:r>
            <a:r>
              <a:rPr sz="1800" spc="-40" dirty="0">
                <a:latin typeface="Calibri"/>
                <a:cs typeface="Calibri"/>
              </a:rPr>
              <a:t> </a:t>
            </a:r>
            <a:r>
              <a:rPr sz="1800" dirty="0">
                <a:latin typeface="Calibri"/>
                <a:cs typeface="Calibri"/>
              </a:rPr>
              <a:t>of</a:t>
            </a:r>
            <a:r>
              <a:rPr sz="1800" spc="-45" dirty="0">
                <a:latin typeface="Calibri"/>
                <a:cs typeface="Calibri"/>
              </a:rPr>
              <a:t> </a:t>
            </a:r>
            <a:r>
              <a:rPr sz="1800" dirty="0">
                <a:latin typeface="Calibri"/>
                <a:cs typeface="Calibri"/>
              </a:rPr>
              <a:t>the</a:t>
            </a:r>
            <a:r>
              <a:rPr sz="1800" spc="-40" dirty="0">
                <a:latin typeface="Calibri"/>
                <a:cs typeface="Calibri"/>
              </a:rPr>
              <a:t> </a:t>
            </a:r>
            <a:r>
              <a:rPr sz="1800" spc="-10" dirty="0">
                <a:latin typeface="Calibri"/>
                <a:cs typeface="Calibri"/>
              </a:rPr>
              <a:t>discussion.</a:t>
            </a:r>
            <a:endParaRPr sz="1800" dirty="0">
              <a:latin typeface="Calibri"/>
              <a:cs typeface="Calibri"/>
            </a:endParaRPr>
          </a:p>
          <a:p>
            <a:pPr marL="316230" marR="5080" indent="-240029">
              <a:lnSpc>
                <a:spcPts val="2090"/>
              </a:lnSpc>
              <a:spcBef>
                <a:spcPts val="1085"/>
              </a:spcBef>
              <a:buAutoNum type="arabicPeriod"/>
              <a:tabLst>
                <a:tab pos="317500" algn="l"/>
                <a:tab pos="1094740" algn="l"/>
                <a:tab pos="1803400" algn="l"/>
                <a:tab pos="2845435" algn="l"/>
                <a:tab pos="3809365" algn="l"/>
                <a:tab pos="5255260" algn="l"/>
                <a:tab pos="5848350" algn="l"/>
                <a:tab pos="6550659" algn="l"/>
                <a:tab pos="7219950" algn="l"/>
                <a:tab pos="8400415" algn="l"/>
                <a:tab pos="9214485" algn="l"/>
                <a:tab pos="9997440" algn="l"/>
              </a:tabLst>
            </a:pPr>
            <a:r>
              <a:rPr sz="2000" spc="-10" dirty="0">
                <a:solidFill>
                  <a:srgbClr val="262EA4"/>
                </a:solidFill>
              </a:rPr>
              <a:t>Avoid,</a:t>
            </a:r>
            <a:r>
              <a:rPr sz="2000" dirty="0">
                <a:solidFill>
                  <a:srgbClr val="262EA4"/>
                </a:solidFill>
              </a:rPr>
              <a:t>	</a:t>
            </a:r>
            <a:r>
              <a:rPr sz="2000" spc="-20" dirty="0">
                <a:solidFill>
                  <a:srgbClr val="262EA4"/>
                </a:solidFill>
              </a:rPr>
              <a:t>when</a:t>
            </a:r>
            <a:r>
              <a:rPr sz="2000" dirty="0">
                <a:solidFill>
                  <a:srgbClr val="262EA4"/>
                </a:solidFill>
              </a:rPr>
              <a:t>	</a:t>
            </a:r>
            <a:r>
              <a:rPr sz="2000" spc="-10" dirty="0">
                <a:solidFill>
                  <a:srgbClr val="262EA4"/>
                </a:solidFill>
              </a:rPr>
              <a:t>possible,</a:t>
            </a:r>
            <a:r>
              <a:rPr sz="2000" dirty="0">
                <a:solidFill>
                  <a:srgbClr val="262EA4"/>
                </a:solidFill>
              </a:rPr>
              <a:t>	</a:t>
            </a:r>
            <a:r>
              <a:rPr sz="2000" spc="-10" dirty="0">
                <a:solidFill>
                  <a:srgbClr val="262EA4"/>
                </a:solidFill>
              </a:rPr>
              <a:t>drawing</a:t>
            </a:r>
            <a:r>
              <a:rPr sz="2000" dirty="0">
                <a:solidFill>
                  <a:srgbClr val="262EA4"/>
                </a:solidFill>
              </a:rPr>
              <a:t>	</a:t>
            </a:r>
            <a:r>
              <a:rPr sz="2000" spc="-10" dirty="0">
                <a:solidFill>
                  <a:srgbClr val="262EA4"/>
                </a:solidFill>
              </a:rPr>
              <a:t>comparisons</a:t>
            </a:r>
            <a:r>
              <a:rPr sz="2000" dirty="0">
                <a:solidFill>
                  <a:srgbClr val="262EA4"/>
                </a:solidFill>
              </a:rPr>
              <a:t>	</a:t>
            </a:r>
            <a:r>
              <a:rPr sz="2000" spc="-20" dirty="0">
                <a:solidFill>
                  <a:srgbClr val="262EA4"/>
                </a:solidFill>
              </a:rPr>
              <a:t>with</a:t>
            </a:r>
            <a:r>
              <a:rPr sz="2000" dirty="0">
                <a:solidFill>
                  <a:srgbClr val="262EA4"/>
                </a:solidFill>
              </a:rPr>
              <a:t>	</a:t>
            </a:r>
            <a:r>
              <a:rPr sz="2000" spc="-10" dirty="0">
                <a:solidFill>
                  <a:srgbClr val="262EA4"/>
                </a:solidFill>
              </a:rPr>
              <a:t>other</a:t>
            </a:r>
            <a:r>
              <a:rPr sz="2000" dirty="0">
                <a:solidFill>
                  <a:srgbClr val="262EA4"/>
                </a:solidFill>
              </a:rPr>
              <a:t>	</a:t>
            </a:r>
            <a:r>
              <a:rPr sz="2000" spc="-20" dirty="0">
                <a:solidFill>
                  <a:srgbClr val="262EA4"/>
                </a:solidFill>
              </a:rPr>
              <a:t>team</a:t>
            </a:r>
            <a:r>
              <a:rPr sz="2000" dirty="0">
                <a:solidFill>
                  <a:srgbClr val="262EA4"/>
                </a:solidFill>
              </a:rPr>
              <a:t>	</a:t>
            </a:r>
            <a:r>
              <a:rPr sz="2000" spc="-10" dirty="0">
                <a:solidFill>
                  <a:srgbClr val="262EA4"/>
                </a:solidFill>
              </a:rPr>
              <a:t>members;</a:t>
            </a:r>
            <a:r>
              <a:rPr sz="2000" dirty="0">
                <a:solidFill>
                  <a:srgbClr val="262EA4"/>
                </a:solidFill>
              </a:rPr>
              <a:t>	</a:t>
            </a:r>
            <a:r>
              <a:rPr sz="2000" spc="-10" dirty="0">
                <a:solidFill>
                  <a:srgbClr val="262EA4"/>
                </a:solidFill>
              </a:rPr>
              <a:t>rather,</a:t>
            </a:r>
            <a:r>
              <a:rPr sz="2000" dirty="0">
                <a:solidFill>
                  <a:srgbClr val="262EA4"/>
                </a:solidFill>
              </a:rPr>
              <a:t>	</a:t>
            </a:r>
            <a:r>
              <a:rPr sz="2000" spc="-10" dirty="0">
                <a:solidFill>
                  <a:srgbClr val="262EA4"/>
                </a:solidFill>
              </a:rPr>
              <a:t>assess</a:t>
            </a:r>
            <a:r>
              <a:rPr sz="2000" dirty="0">
                <a:solidFill>
                  <a:srgbClr val="262EA4"/>
                </a:solidFill>
              </a:rPr>
              <a:t>	</a:t>
            </a:r>
            <a:r>
              <a:rPr sz="2000" spc="-25" dirty="0">
                <a:solidFill>
                  <a:srgbClr val="262EA4"/>
                </a:solidFill>
              </a:rPr>
              <a:t>the 	</a:t>
            </a:r>
            <a:r>
              <a:rPr sz="2000" dirty="0">
                <a:solidFill>
                  <a:srgbClr val="262EA4"/>
                </a:solidFill>
              </a:rPr>
              <a:t>individual</a:t>
            </a:r>
            <a:r>
              <a:rPr sz="2000" spc="-40" dirty="0">
                <a:solidFill>
                  <a:srgbClr val="262EA4"/>
                </a:solidFill>
              </a:rPr>
              <a:t> </a:t>
            </a:r>
            <a:r>
              <a:rPr sz="2000" dirty="0">
                <a:solidFill>
                  <a:srgbClr val="262EA4"/>
                </a:solidFill>
              </a:rPr>
              <a:t>in</a:t>
            </a:r>
            <a:r>
              <a:rPr sz="2000" spc="-40" dirty="0">
                <a:solidFill>
                  <a:srgbClr val="262EA4"/>
                </a:solidFill>
              </a:rPr>
              <a:t> </a:t>
            </a:r>
            <a:r>
              <a:rPr sz="2000" dirty="0">
                <a:solidFill>
                  <a:srgbClr val="262EA4"/>
                </a:solidFill>
              </a:rPr>
              <a:t>terms</a:t>
            </a:r>
            <a:r>
              <a:rPr sz="2000" spc="-40" dirty="0">
                <a:solidFill>
                  <a:srgbClr val="262EA4"/>
                </a:solidFill>
              </a:rPr>
              <a:t> </a:t>
            </a:r>
            <a:r>
              <a:rPr sz="2000" dirty="0">
                <a:solidFill>
                  <a:srgbClr val="262EA4"/>
                </a:solidFill>
              </a:rPr>
              <a:t>of</a:t>
            </a:r>
            <a:r>
              <a:rPr sz="2000" spc="-40" dirty="0">
                <a:solidFill>
                  <a:srgbClr val="262EA4"/>
                </a:solidFill>
              </a:rPr>
              <a:t> </a:t>
            </a:r>
            <a:r>
              <a:rPr sz="2000" spc="-10" dirty="0">
                <a:solidFill>
                  <a:srgbClr val="262EA4"/>
                </a:solidFill>
              </a:rPr>
              <a:t>established</a:t>
            </a:r>
            <a:r>
              <a:rPr sz="2000" spc="-45" dirty="0">
                <a:solidFill>
                  <a:srgbClr val="262EA4"/>
                </a:solidFill>
              </a:rPr>
              <a:t> </a:t>
            </a:r>
            <a:r>
              <a:rPr sz="2000" spc="-10" dirty="0">
                <a:solidFill>
                  <a:srgbClr val="262EA4"/>
                </a:solidFill>
              </a:rPr>
              <a:t>standards</a:t>
            </a:r>
            <a:r>
              <a:rPr sz="2000" spc="-35" dirty="0">
                <a:solidFill>
                  <a:srgbClr val="262EA4"/>
                </a:solidFill>
              </a:rPr>
              <a:t> </a:t>
            </a:r>
            <a:r>
              <a:rPr sz="2000" dirty="0">
                <a:solidFill>
                  <a:srgbClr val="262EA4"/>
                </a:solidFill>
              </a:rPr>
              <a:t>and</a:t>
            </a:r>
            <a:r>
              <a:rPr sz="2000" spc="-45" dirty="0">
                <a:solidFill>
                  <a:srgbClr val="262EA4"/>
                </a:solidFill>
              </a:rPr>
              <a:t> </a:t>
            </a:r>
            <a:r>
              <a:rPr sz="2000" spc="-10" dirty="0">
                <a:solidFill>
                  <a:srgbClr val="262EA4"/>
                </a:solidFill>
              </a:rPr>
              <a:t>expectations.</a:t>
            </a:r>
            <a:endParaRPr sz="2000" dirty="0"/>
          </a:p>
          <a:p>
            <a:pPr marL="316230" marR="5080" indent="-240029" algn="just">
              <a:lnSpc>
                <a:spcPts val="2110"/>
              </a:lnSpc>
              <a:spcBef>
                <a:spcPts val="1085"/>
              </a:spcBef>
              <a:buAutoNum type="arabicPeriod"/>
              <a:tabLst>
                <a:tab pos="317500" algn="l"/>
              </a:tabLst>
            </a:pPr>
            <a:r>
              <a:rPr sz="2000" dirty="0"/>
              <a:t>When you have</a:t>
            </a:r>
            <a:r>
              <a:rPr sz="2000" spc="10" dirty="0"/>
              <a:t> </a:t>
            </a:r>
            <a:r>
              <a:rPr sz="2000" dirty="0"/>
              <a:t>to be</a:t>
            </a:r>
            <a:r>
              <a:rPr sz="2000" spc="5" dirty="0"/>
              <a:t> </a:t>
            </a:r>
            <a:r>
              <a:rPr sz="2000" dirty="0"/>
              <a:t>critical,</a:t>
            </a:r>
            <a:r>
              <a:rPr sz="2000" spc="5" dirty="0"/>
              <a:t> </a:t>
            </a:r>
            <a:r>
              <a:rPr sz="2000" dirty="0"/>
              <a:t>focus</a:t>
            </a:r>
            <a:r>
              <a:rPr sz="2000" spc="5" dirty="0"/>
              <a:t> </a:t>
            </a:r>
            <a:r>
              <a:rPr sz="2000" dirty="0"/>
              <a:t>the</a:t>
            </a:r>
            <a:r>
              <a:rPr sz="2000" spc="5" dirty="0"/>
              <a:t> </a:t>
            </a:r>
            <a:r>
              <a:rPr sz="2000" dirty="0"/>
              <a:t>criticism on</a:t>
            </a:r>
            <a:r>
              <a:rPr sz="2000" spc="5" dirty="0"/>
              <a:t> </a:t>
            </a:r>
            <a:r>
              <a:rPr sz="2000" dirty="0"/>
              <a:t>specific</a:t>
            </a:r>
            <a:r>
              <a:rPr sz="2000" spc="5" dirty="0"/>
              <a:t> </a:t>
            </a:r>
            <a:r>
              <a:rPr sz="2000" dirty="0"/>
              <a:t>examples</a:t>
            </a:r>
            <a:r>
              <a:rPr sz="2000" spc="10" dirty="0"/>
              <a:t> </a:t>
            </a:r>
            <a:r>
              <a:rPr sz="2000" dirty="0"/>
              <a:t>of</a:t>
            </a:r>
            <a:r>
              <a:rPr sz="2000" spc="5" dirty="0"/>
              <a:t> </a:t>
            </a:r>
            <a:r>
              <a:rPr sz="2000" dirty="0"/>
              <a:t>behavior</a:t>
            </a:r>
            <a:r>
              <a:rPr sz="2000" spc="10" dirty="0"/>
              <a:t> </a:t>
            </a:r>
            <a:r>
              <a:rPr sz="2000" dirty="0"/>
              <a:t>rather</a:t>
            </a:r>
            <a:r>
              <a:rPr sz="2000" spc="5" dirty="0"/>
              <a:t> </a:t>
            </a:r>
            <a:r>
              <a:rPr sz="2000" dirty="0"/>
              <a:t>than </a:t>
            </a:r>
            <a:r>
              <a:rPr sz="2000" spc="-25" dirty="0"/>
              <a:t>on 	</a:t>
            </a:r>
            <a:r>
              <a:rPr sz="2000" dirty="0"/>
              <a:t>the</a:t>
            </a:r>
            <a:r>
              <a:rPr sz="2000" spc="-50" dirty="0"/>
              <a:t> </a:t>
            </a:r>
            <a:r>
              <a:rPr sz="2000" dirty="0"/>
              <a:t>individual</a:t>
            </a:r>
            <a:r>
              <a:rPr sz="2000" spc="-45" dirty="0"/>
              <a:t> </a:t>
            </a:r>
            <a:r>
              <a:rPr sz="2000" spc="-20" dirty="0"/>
              <a:t>personally.</a:t>
            </a:r>
            <a:r>
              <a:rPr sz="2000" spc="-55" dirty="0"/>
              <a:t> </a:t>
            </a:r>
            <a:r>
              <a:rPr sz="2000" dirty="0"/>
              <a:t>Describe</a:t>
            </a:r>
            <a:r>
              <a:rPr sz="2000" spc="-45" dirty="0"/>
              <a:t> </a:t>
            </a:r>
            <a:r>
              <a:rPr sz="2000" dirty="0"/>
              <a:t>in</a:t>
            </a:r>
            <a:r>
              <a:rPr sz="2000" spc="-50" dirty="0"/>
              <a:t> </a:t>
            </a:r>
            <a:r>
              <a:rPr sz="2000" dirty="0"/>
              <a:t>specific</a:t>
            </a:r>
            <a:r>
              <a:rPr sz="2000" spc="-45" dirty="0"/>
              <a:t> </a:t>
            </a:r>
            <a:r>
              <a:rPr sz="2000" dirty="0"/>
              <a:t>terms</a:t>
            </a:r>
            <a:r>
              <a:rPr sz="2000" spc="-50" dirty="0"/>
              <a:t> </a:t>
            </a:r>
            <a:r>
              <a:rPr sz="2000" dirty="0"/>
              <a:t>how</a:t>
            </a:r>
            <a:r>
              <a:rPr sz="2000" spc="-55" dirty="0"/>
              <a:t> </a:t>
            </a:r>
            <a:r>
              <a:rPr sz="2000" dirty="0"/>
              <a:t>the</a:t>
            </a:r>
            <a:r>
              <a:rPr sz="2000" spc="-45" dirty="0"/>
              <a:t> </a:t>
            </a:r>
            <a:r>
              <a:rPr sz="2000" dirty="0"/>
              <a:t>behavior</a:t>
            </a:r>
            <a:r>
              <a:rPr sz="2000" spc="-50" dirty="0"/>
              <a:t> </a:t>
            </a:r>
            <a:r>
              <a:rPr sz="2000" spc="-10" dirty="0"/>
              <a:t>affected</a:t>
            </a:r>
            <a:r>
              <a:rPr sz="2000" spc="-55" dirty="0"/>
              <a:t> </a:t>
            </a:r>
            <a:r>
              <a:rPr sz="2000" dirty="0"/>
              <a:t>the</a:t>
            </a:r>
            <a:r>
              <a:rPr sz="2000" spc="-45" dirty="0"/>
              <a:t> </a:t>
            </a:r>
            <a:r>
              <a:rPr sz="2000" spc="-10" dirty="0"/>
              <a:t>project.</a:t>
            </a:r>
            <a:endParaRPr sz="2000" dirty="0"/>
          </a:p>
          <a:p>
            <a:pPr marL="316230" marR="5080" indent="-240029" algn="just">
              <a:lnSpc>
                <a:spcPct val="89500"/>
              </a:lnSpc>
              <a:spcBef>
                <a:spcPts val="1025"/>
              </a:spcBef>
              <a:buAutoNum type="arabicPeriod"/>
              <a:tabLst>
                <a:tab pos="317500" algn="l"/>
              </a:tabLst>
            </a:pPr>
            <a:r>
              <a:rPr sz="2000" dirty="0">
                <a:solidFill>
                  <a:srgbClr val="262EA4"/>
                </a:solidFill>
              </a:rPr>
              <a:t>Be</a:t>
            </a:r>
            <a:r>
              <a:rPr sz="2000" spc="75" dirty="0">
                <a:solidFill>
                  <a:srgbClr val="262EA4"/>
                </a:solidFill>
              </a:rPr>
              <a:t> </a:t>
            </a:r>
            <a:r>
              <a:rPr sz="2000" dirty="0">
                <a:solidFill>
                  <a:srgbClr val="262EA4"/>
                </a:solidFill>
              </a:rPr>
              <a:t>consistent</a:t>
            </a:r>
            <a:r>
              <a:rPr sz="2000" spc="75" dirty="0">
                <a:solidFill>
                  <a:srgbClr val="262EA4"/>
                </a:solidFill>
              </a:rPr>
              <a:t> </a:t>
            </a:r>
            <a:r>
              <a:rPr sz="2000" dirty="0">
                <a:solidFill>
                  <a:srgbClr val="262EA4"/>
                </a:solidFill>
              </a:rPr>
              <a:t>and</a:t>
            </a:r>
            <a:r>
              <a:rPr sz="2000" spc="70" dirty="0">
                <a:solidFill>
                  <a:srgbClr val="262EA4"/>
                </a:solidFill>
              </a:rPr>
              <a:t> </a:t>
            </a:r>
            <a:r>
              <a:rPr sz="2000" dirty="0">
                <a:solidFill>
                  <a:srgbClr val="262EA4"/>
                </a:solidFill>
              </a:rPr>
              <a:t>fair</a:t>
            </a:r>
            <a:r>
              <a:rPr sz="2000" spc="70" dirty="0">
                <a:solidFill>
                  <a:srgbClr val="262EA4"/>
                </a:solidFill>
              </a:rPr>
              <a:t> </a:t>
            </a:r>
            <a:r>
              <a:rPr sz="2000" dirty="0">
                <a:solidFill>
                  <a:srgbClr val="262EA4"/>
                </a:solidFill>
              </a:rPr>
              <a:t>in</a:t>
            </a:r>
            <a:r>
              <a:rPr sz="2000" spc="75" dirty="0">
                <a:solidFill>
                  <a:srgbClr val="262EA4"/>
                </a:solidFill>
              </a:rPr>
              <a:t> </a:t>
            </a:r>
            <a:r>
              <a:rPr sz="2000" dirty="0">
                <a:solidFill>
                  <a:srgbClr val="262EA4"/>
                </a:solidFill>
              </a:rPr>
              <a:t>your</a:t>
            </a:r>
            <a:r>
              <a:rPr sz="2000" spc="70" dirty="0">
                <a:solidFill>
                  <a:srgbClr val="262EA4"/>
                </a:solidFill>
              </a:rPr>
              <a:t> </a:t>
            </a:r>
            <a:r>
              <a:rPr sz="2000" dirty="0">
                <a:solidFill>
                  <a:srgbClr val="262EA4"/>
                </a:solidFill>
              </a:rPr>
              <a:t>treatment</a:t>
            </a:r>
            <a:r>
              <a:rPr sz="2000" spc="80" dirty="0">
                <a:solidFill>
                  <a:srgbClr val="262EA4"/>
                </a:solidFill>
              </a:rPr>
              <a:t> </a:t>
            </a:r>
            <a:r>
              <a:rPr sz="2000" dirty="0">
                <a:solidFill>
                  <a:srgbClr val="262EA4"/>
                </a:solidFill>
              </a:rPr>
              <a:t>of</a:t>
            </a:r>
            <a:r>
              <a:rPr sz="2000" spc="70" dirty="0">
                <a:solidFill>
                  <a:srgbClr val="262EA4"/>
                </a:solidFill>
              </a:rPr>
              <a:t> </a:t>
            </a:r>
            <a:r>
              <a:rPr sz="2000" dirty="0">
                <a:solidFill>
                  <a:srgbClr val="262EA4"/>
                </a:solidFill>
              </a:rPr>
              <a:t>all</a:t>
            </a:r>
            <a:r>
              <a:rPr sz="2000" spc="75" dirty="0">
                <a:solidFill>
                  <a:srgbClr val="262EA4"/>
                </a:solidFill>
              </a:rPr>
              <a:t> </a:t>
            </a:r>
            <a:r>
              <a:rPr sz="2000" dirty="0">
                <a:solidFill>
                  <a:srgbClr val="262EA4"/>
                </a:solidFill>
              </a:rPr>
              <a:t>team</a:t>
            </a:r>
            <a:r>
              <a:rPr sz="2000" spc="75" dirty="0">
                <a:solidFill>
                  <a:srgbClr val="262EA4"/>
                </a:solidFill>
              </a:rPr>
              <a:t> </a:t>
            </a:r>
            <a:r>
              <a:rPr sz="2000" dirty="0">
                <a:solidFill>
                  <a:srgbClr val="262EA4"/>
                </a:solidFill>
              </a:rPr>
              <a:t>members.</a:t>
            </a:r>
            <a:r>
              <a:rPr sz="2000" spc="65" dirty="0">
                <a:solidFill>
                  <a:srgbClr val="262EA4"/>
                </a:solidFill>
              </a:rPr>
              <a:t> </a:t>
            </a:r>
            <a:r>
              <a:rPr sz="2000" dirty="0">
                <a:solidFill>
                  <a:srgbClr val="262EA4"/>
                </a:solidFill>
              </a:rPr>
              <a:t>Nothing</a:t>
            </a:r>
            <a:r>
              <a:rPr sz="2000" spc="65" dirty="0">
                <a:solidFill>
                  <a:srgbClr val="262EA4"/>
                </a:solidFill>
              </a:rPr>
              <a:t> </a:t>
            </a:r>
            <a:r>
              <a:rPr sz="2000" dirty="0">
                <a:solidFill>
                  <a:srgbClr val="262EA4"/>
                </a:solidFill>
              </a:rPr>
              <a:t>issues</a:t>
            </a:r>
            <a:r>
              <a:rPr sz="2000" spc="75" dirty="0">
                <a:solidFill>
                  <a:srgbClr val="262EA4"/>
                </a:solidFill>
              </a:rPr>
              <a:t> </a:t>
            </a:r>
            <a:r>
              <a:rPr sz="2000" dirty="0">
                <a:solidFill>
                  <a:srgbClr val="262EA4"/>
                </a:solidFill>
              </a:rPr>
              <a:t>resentment</a:t>
            </a:r>
            <a:r>
              <a:rPr sz="2000" spc="80" dirty="0">
                <a:solidFill>
                  <a:srgbClr val="262EA4"/>
                </a:solidFill>
              </a:rPr>
              <a:t> </a:t>
            </a:r>
            <a:r>
              <a:rPr sz="2000" spc="-20" dirty="0">
                <a:solidFill>
                  <a:srgbClr val="262EA4"/>
                </a:solidFill>
              </a:rPr>
              <a:t>more 	</a:t>
            </a:r>
            <a:r>
              <a:rPr sz="2000" dirty="0">
                <a:solidFill>
                  <a:srgbClr val="262EA4"/>
                </a:solidFill>
              </a:rPr>
              <a:t>than</a:t>
            </a:r>
            <a:r>
              <a:rPr sz="2000" spc="459" dirty="0">
                <a:solidFill>
                  <a:srgbClr val="262EA4"/>
                </a:solidFill>
              </a:rPr>
              <a:t> </a:t>
            </a:r>
            <a:r>
              <a:rPr sz="2000" dirty="0">
                <a:solidFill>
                  <a:srgbClr val="262EA4"/>
                </a:solidFill>
              </a:rPr>
              <a:t>if</a:t>
            </a:r>
            <a:r>
              <a:rPr sz="2000" spc="470" dirty="0">
                <a:solidFill>
                  <a:srgbClr val="262EA4"/>
                </a:solidFill>
              </a:rPr>
              <a:t> </a:t>
            </a:r>
            <a:r>
              <a:rPr sz="2000" dirty="0">
                <a:solidFill>
                  <a:srgbClr val="262EA4"/>
                </a:solidFill>
              </a:rPr>
              <a:t>individuals</a:t>
            </a:r>
            <a:r>
              <a:rPr sz="2000" spc="465" dirty="0">
                <a:solidFill>
                  <a:srgbClr val="262EA4"/>
                </a:solidFill>
              </a:rPr>
              <a:t> </a:t>
            </a:r>
            <a:r>
              <a:rPr sz="2000" dirty="0">
                <a:solidFill>
                  <a:srgbClr val="262EA4"/>
                </a:solidFill>
              </a:rPr>
              <a:t>feel</a:t>
            </a:r>
            <a:r>
              <a:rPr sz="2000" spc="470" dirty="0">
                <a:solidFill>
                  <a:srgbClr val="262EA4"/>
                </a:solidFill>
              </a:rPr>
              <a:t> </a:t>
            </a:r>
            <a:r>
              <a:rPr sz="2000" dirty="0">
                <a:solidFill>
                  <a:srgbClr val="262EA4"/>
                </a:solidFill>
              </a:rPr>
              <a:t>they</a:t>
            </a:r>
            <a:r>
              <a:rPr sz="2000" spc="455" dirty="0">
                <a:solidFill>
                  <a:srgbClr val="262EA4"/>
                </a:solidFill>
              </a:rPr>
              <a:t> </a:t>
            </a:r>
            <a:r>
              <a:rPr sz="2000" dirty="0">
                <a:solidFill>
                  <a:srgbClr val="262EA4"/>
                </a:solidFill>
              </a:rPr>
              <a:t>are</a:t>
            </a:r>
            <a:r>
              <a:rPr sz="2000" spc="470" dirty="0">
                <a:solidFill>
                  <a:srgbClr val="262EA4"/>
                </a:solidFill>
              </a:rPr>
              <a:t> </a:t>
            </a:r>
            <a:r>
              <a:rPr sz="2000" dirty="0">
                <a:solidFill>
                  <a:srgbClr val="262EA4"/>
                </a:solidFill>
              </a:rPr>
              <a:t>being</a:t>
            </a:r>
            <a:r>
              <a:rPr sz="2000" spc="455" dirty="0">
                <a:solidFill>
                  <a:srgbClr val="262EA4"/>
                </a:solidFill>
              </a:rPr>
              <a:t> </a:t>
            </a:r>
            <a:r>
              <a:rPr sz="2000" dirty="0">
                <a:solidFill>
                  <a:srgbClr val="262EA4"/>
                </a:solidFill>
              </a:rPr>
              <a:t>held</a:t>
            </a:r>
            <a:r>
              <a:rPr sz="2000" spc="465" dirty="0">
                <a:solidFill>
                  <a:srgbClr val="262EA4"/>
                </a:solidFill>
              </a:rPr>
              <a:t> </a:t>
            </a:r>
            <a:r>
              <a:rPr sz="2000" dirty="0">
                <a:solidFill>
                  <a:srgbClr val="262EA4"/>
                </a:solidFill>
              </a:rPr>
              <a:t>to</a:t>
            </a:r>
            <a:r>
              <a:rPr sz="2000" spc="465" dirty="0">
                <a:solidFill>
                  <a:srgbClr val="262EA4"/>
                </a:solidFill>
              </a:rPr>
              <a:t> </a:t>
            </a:r>
            <a:r>
              <a:rPr sz="2000" dirty="0">
                <a:solidFill>
                  <a:srgbClr val="262EA4"/>
                </a:solidFill>
              </a:rPr>
              <a:t>a</a:t>
            </a:r>
            <a:r>
              <a:rPr sz="2000" spc="465" dirty="0">
                <a:solidFill>
                  <a:srgbClr val="262EA4"/>
                </a:solidFill>
              </a:rPr>
              <a:t> </a:t>
            </a:r>
            <a:r>
              <a:rPr sz="2000" dirty="0">
                <a:solidFill>
                  <a:srgbClr val="262EA4"/>
                </a:solidFill>
              </a:rPr>
              <a:t>different</a:t>
            </a:r>
            <a:r>
              <a:rPr sz="2000" spc="475" dirty="0">
                <a:solidFill>
                  <a:srgbClr val="262EA4"/>
                </a:solidFill>
              </a:rPr>
              <a:t> </a:t>
            </a:r>
            <a:r>
              <a:rPr sz="2000" dirty="0">
                <a:solidFill>
                  <a:srgbClr val="262EA4"/>
                </a:solidFill>
              </a:rPr>
              <a:t>standard</a:t>
            </a:r>
            <a:r>
              <a:rPr sz="2000" spc="459" dirty="0">
                <a:solidFill>
                  <a:srgbClr val="262EA4"/>
                </a:solidFill>
              </a:rPr>
              <a:t> </a:t>
            </a:r>
            <a:r>
              <a:rPr sz="2000" dirty="0">
                <a:solidFill>
                  <a:srgbClr val="262EA4"/>
                </a:solidFill>
              </a:rPr>
              <a:t>than</a:t>
            </a:r>
            <a:r>
              <a:rPr sz="2000" spc="465" dirty="0">
                <a:solidFill>
                  <a:srgbClr val="262EA4"/>
                </a:solidFill>
              </a:rPr>
              <a:t> </a:t>
            </a:r>
            <a:r>
              <a:rPr sz="2000" dirty="0">
                <a:solidFill>
                  <a:srgbClr val="262EA4"/>
                </a:solidFill>
              </a:rPr>
              <a:t>are</a:t>
            </a:r>
            <a:r>
              <a:rPr sz="2000" spc="465" dirty="0">
                <a:solidFill>
                  <a:srgbClr val="262EA4"/>
                </a:solidFill>
              </a:rPr>
              <a:t> </a:t>
            </a:r>
            <a:r>
              <a:rPr sz="2000" dirty="0">
                <a:solidFill>
                  <a:srgbClr val="262EA4"/>
                </a:solidFill>
              </a:rPr>
              <a:t>other</a:t>
            </a:r>
            <a:r>
              <a:rPr sz="2000" spc="470" dirty="0">
                <a:solidFill>
                  <a:srgbClr val="262EA4"/>
                </a:solidFill>
              </a:rPr>
              <a:t> </a:t>
            </a:r>
            <a:r>
              <a:rPr sz="2000" spc="-10" dirty="0">
                <a:solidFill>
                  <a:srgbClr val="262EA4"/>
                </a:solidFill>
              </a:rPr>
              <a:t>project 	members.</a:t>
            </a:r>
            <a:endParaRPr sz="200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17</a:t>
            </a:fld>
            <a:endParaRPr spc="-25"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60" dirty="0"/>
              <a:t>Post-</a:t>
            </a:r>
            <a:r>
              <a:rPr spc="105" dirty="0"/>
              <a:t>Implementation</a:t>
            </a:r>
            <a:r>
              <a:rPr spc="165" dirty="0"/>
              <a:t> </a:t>
            </a:r>
            <a:r>
              <a:rPr spc="90" dirty="0"/>
              <a:t>Evaluation</a:t>
            </a:r>
            <a:r>
              <a:rPr spc="200" dirty="0"/>
              <a:t> </a:t>
            </a:r>
            <a:r>
              <a:rPr sz="1950" spc="-10" dirty="0"/>
              <a:t>(3/3)</a:t>
            </a:r>
            <a:endParaRPr sz="1950"/>
          </a:p>
        </p:txBody>
      </p:sp>
      <p:pic>
        <p:nvPicPr>
          <p:cNvPr id="5" name="Picture 4">
            <a:extLst>
              <a:ext uri="{FF2B5EF4-FFF2-40B4-BE49-F238E27FC236}">
                <a16:creationId xmlns:a16="http://schemas.microsoft.com/office/drawing/2014/main" id="{84515FA1-6832-18C9-51B9-F592A595F02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1"/>
            <a:ext cx="16002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66527" y="2235961"/>
            <a:ext cx="0" cy="3007146"/>
          </a:xfrm>
          <a:custGeom>
            <a:avLst/>
            <a:gdLst/>
            <a:ahLst/>
            <a:cxnLst/>
            <a:rect l="l" t="t" r="r" b="b"/>
            <a:pathLst>
              <a:path h="3313429">
                <a:moveTo>
                  <a:pt x="0" y="3312847"/>
                </a:moveTo>
                <a:lnTo>
                  <a:pt x="0" y="0"/>
                </a:lnTo>
              </a:path>
            </a:pathLst>
          </a:custGeom>
          <a:ln w="14882">
            <a:solidFill>
              <a:srgbClr val="000000"/>
            </a:solidFill>
          </a:ln>
        </p:spPr>
        <p:txBody>
          <a:bodyPr wrap="square" lIns="0" tIns="0" rIns="0" bIns="0" rtlCol="0"/>
          <a:lstStyle/>
          <a:p>
            <a:endParaRPr/>
          </a:p>
        </p:txBody>
      </p:sp>
      <p:grpSp>
        <p:nvGrpSpPr>
          <p:cNvPr id="3" name="object 3"/>
          <p:cNvGrpSpPr/>
          <p:nvPr/>
        </p:nvGrpSpPr>
        <p:grpSpPr>
          <a:xfrm>
            <a:off x="2059774" y="2235961"/>
            <a:ext cx="8188106" cy="3007146"/>
            <a:chOff x="899377" y="2463698"/>
            <a:chExt cx="9022080" cy="3313429"/>
          </a:xfrm>
        </p:grpSpPr>
        <p:sp>
          <p:nvSpPr>
            <p:cNvPr id="4" name="object 4"/>
            <p:cNvSpPr/>
            <p:nvPr/>
          </p:nvSpPr>
          <p:spPr>
            <a:xfrm>
              <a:off x="9913714" y="2463698"/>
              <a:ext cx="0" cy="3313429"/>
            </a:xfrm>
            <a:custGeom>
              <a:avLst/>
              <a:gdLst/>
              <a:ahLst/>
              <a:cxnLst/>
              <a:rect l="l" t="t" r="r" b="b"/>
              <a:pathLst>
                <a:path h="3313429">
                  <a:moveTo>
                    <a:pt x="0" y="3312847"/>
                  </a:moveTo>
                  <a:lnTo>
                    <a:pt x="0" y="0"/>
                  </a:lnTo>
                </a:path>
              </a:pathLst>
            </a:custGeom>
            <a:ln w="14882">
              <a:solidFill>
                <a:srgbClr val="000000"/>
              </a:solidFill>
            </a:ln>
          </p:spPr>
          <p:txBody>
            <a:bodyPr wrap="square" lIns="0" tIns="0" rIns="0" bIns="0" rtlCol="0"/>
            <a:lstStyle/>
            <a:p>
              <a:endParaRPr/>
            </a:p>
          </p:txBody>
        </p:sp>
        <p:sp>
          <p:nvSpPr>
            <p:cNvPr id="5" name="object 5"/>
            <p:cNvSpPr/>
            <p:nvPr/>
          </p:nvSpPr>
          <p:spPr>
            <a:xfrm>
              <a:off x="899377" y="2471139"/>
              <a:ext cx="9022080" cy="0"/>
            </a:xfrm>
            <a:custGeom>
              <a:avLst/>
              <a:gdLst/>
              <a:ahLst/>
              <a:cxnLst/>
              <a:rect l="l" t="t" r="r" b="b"/>
              <a:pathLst>
                <a:path w="9022080">
                  <a:moveTo>
                    <a:pt x="0" y="0"/>
                  </a:moveTo>
                  <a:lnTo>
                    <a:pt x="9021780" y="0"/>
                  </a:lnTo>
                </a:path>
              </a:pathLst>
            </a:custGeom>
            <a:ln w="14882">
              <a:solidFill>
                <a:srgbClr val="000000"/>
              </a:solidFill>
            </a:ln>
          </p:spPr>
          <p:txBody>
            <a:bodyPr wrap="square" lIns="0" tIns="0" rIns="0" bIns="0" rtlCol="0"/>
            <a:lstStyle/>
            <a:p>
              <a:endParaRPr/>
            </a:p>
          </p:txBody>
        </p:sp>
        <p:sp>
          <p:nvSpPr>
            <p:cNvPr id="6" name="object 6"/>
            <p:cNvSpPr/>
            <p:nvPr/>
          </p:nvSpPr>
          <p:spPr>
            <a:xfrm>
              <a:off x="899377" y="5769105"/>
              <a:ext cx="9022080" cy="0"/>
            </a:xfrm>
            <a:custGeom>
              <a:avLst/>
              <a:gdLst/>
              <a:ahLst/>
              <a:cxnLst/>
              <a:rect l="l" t="t" r="r" b="b"/>
              <a:pathLst>
                <a:path w="9022080">
                  <a:moveTo>
                    <a:pt x="0" y="0"/>
                  </a:moveTo>
                  <a:lnTo>
                    <a:pt x="9021780" y="0"/>
                  </a:lnTo>
                </a:path>
              </a:pathLst>
            </a:custGeom>
            <a:ln w="14882">
              <a:solidFill>
                <a:srgbClr val="000000"/>
              </a:solidFill>
            </a:ln>
          </p:spPr>
          <p:txBody>
            <a:bodyPr wrap="square" lIns="0" tIns="0" rIns="0" bIns="0" rtlCol="0"/>
            <a:lstStyle/>
            <a:p>
              <a:endParaRPr/>
            </a:p>
          </p:txBody>
        </p:sp>
      </p:grpSp>
      <p:sp>
        <p:nvSpPr>
          <p:cNvPr id="7" name="object 7"/>
          <p:cNvSpPr txBox="1">
            <a:spLocks noGrp="1"/>
          </p:cNvSpPr>
          <p:nvPr>
            <p:ph type="title"/>
          </p:nvPr>
        </p:nvSpPr>
        <p:spPr>
          <a:prstGeom prst="rect">
            <a:avLst/>
          </a:prstGeom>
        </p:spPr>
        <p:txBody>
          <a:bodyPr vert="horz" wrap="square" lIns="0" tIns="12102" rIns="0" bIns="0" rtlCol="0">
            <a:spAutoFit/>
          </a:bodyPr>
          <a:lstStyle/>
          <a:p>
            <a:pPr marL="11527">
              <a:spcBef>
                <a:spcPts val="95"/>
              </a:spcBef>
            </a:pPr>
            <a:r>
              <a:rPr dirty="0"/>
              <a:t>Post-</a:t>
            </a:r>
            <a:r>
              <a:rPr spc="45" dirty="0"/>
              <a:t>Implementation</a:t>
            </a:r>
            <a:r>
              <a:rPr spc="213" dirty="0"/>
              <a:t> </a:t>
            </a:r>
            <a:r>
              <a:rPr spc="-9" dirty="0"/>
              <a:t>Evaluation</a:t>
            </a:r>
          </a:p>
        </p:txBody>
      </p:sp>
      <p:sp>
        <p:nvSpPr>
          <p:cNvPr id="13" name="object 13"/>
          <p:cNvSpPr txBox="1">
            <a:spLocks noGrp="1"/>
          </p:cNvSpPr>
          <p:nvPr>
            <p:ph type="sldNum" sz="quarter" idx="7"/>
          </p:nvPr>
        </p:nvSpPr>
        <p:spPr>
          <a:xfrm>
            <a:off x="13118081" y="5834651"/>
            <a:ext cx="221876" cy="127991"/>
          </a:xfrm>
          <a:prstGeom prst="rect">
            <a:avLst/>
          </a:prstGeom>
        </p:spPr>
        <p:txBody>
          <a:bodyPr vert="horz" wrap="square" lIns="0" tIns="16136" rIns="0" bIns="0" rtlCol="0">
            <a:spAutoFit/>
          </a:bodyPr>
          <a:lstStyle/>
          <a:p>
            <a:pPr marL="11527">
              <a:spcBef>
                <a:spcPts val="127"/>
              </a:spcBef>
            </a:pPr>
            <a:fld id="{81D60167-4931-47E6-BA6A-407CBD079E47}" type="slidenum">
              <a:rPr sz="726" spc="-23" dirty="0"/>
              <a:pPr marL="11527">
                <a:spcBef>
                  <a:spcPts val="127"/>
                </a:spcBef>
              </a:pPr>
              <a:t>18</a:t>
            </a:fld>
            <a:endParaRPr sz="726"/>
          </a:p>
        </p:txBody>
      </p:sp>
      <p:sp>
        <p:nvSpPr>
          <p:cNvPr id="8" name="object 8"/>
          <p:cNvSpPr txBox="1"/>
          <p:nvPr/>
        </p:nvSpPr>
        <p:spPr>
          <a:xfrm>
            <a:off x="2155203" y="1638298"/>
            <a:ext cx="6536423" cy="365492"/>
          </a:xfrm>
          <a:prstGeom prst="rect">
            <a:avLst/>
          </a:prstGeom>
        </p:spPr>
        <p:txBody>
          <a:bodyPr vert="horz" wrap="square" lIns="0" tIns="16136" rIns="0" bIns="0" rtlCol="0">
            <a:spAutoFit/>
          </a:bodyPr>
          <a:lstStyle/>
          <a:p>
            <a:pPr marL="11527">
              <a:spcBef>
                <a:spcPts val="127"/>
              </a:spcBef>
            </a:pPr>
            <a:r>
              <a:rPr sz="2269" u="heavy" dirty="0">
                <a:solidFill>
                  <a:srgbClr val="FD0100"/>
                </a:solidFill>
                <a:uFill>
                  <a:solidFill>
                    <a:srgbClr val="E80C0C"/>
                  </a:solidFill>
                </a:uFill>
                <a:latin typeface="Arial MT"/>
                <a:cs typeface="Arial MT"/>
              </a:rPr>
              <a:t>Sam</a:t>
            </a:r>
            <a:r>
              <a:rPr lang="en-US" sz="2269" u="heavy" dirty="0">
                <a:solidFill>
                  <a:srgbClr val="FD0100"/>
                </a:solidFill>
                <a:uFill>
                  <a:solidFill>
                    <a:srgbClr val="E80C0C"/>
                  </a:solidFill>
                </a:uFill>
                <a:latin typeface="Arial MT"/>
                <a:cs typeface="Arial MT"/>
              </a:rPr>
              <a:t>pl</a:t>
            </a:r>
            <a:r>
              <a:rPr sz="2269" u="heavy" dirty="0">
                <a:solidFill>
                  <a:srgbClr val="FD0100"/>
                </a:solidFill>
                <a:uFill>
                  <a:solidFill>
                    <a:srgbClr val="E80C0C"/>
                  </a:solidFill>
                </a:uFill>
                <a:latin typeface="Arial MT"/>
                <a:cs typeface="Arial MT"/>
              </a:rPr>
              <a:t>e</a:t>
            </a:r>
            <a:r>
              <a:rPr sz="2269" u="heavy" spc="218" dirty="0">
                <a:solidFill>
                  <a:srgbClr val="FD0100"/>
                </a:solidFill>
                <a:uFill>
                  <a:solidFill>
                    <a:srgbClr val="E80C0C"/>
                  </a:solidFill>
                </a:uFill>
                <a:latin typeface="Arial MT"/>
                <a:cs typeface="Arial MT"/>
              </a:rPr>
              <a:t> </a:t>
            </a:r>
            <a:r>
              <a:rPr sz="2269" u="heavy" dirty="0">
                <a:solidFill>
                  <a:srgbClr val="F90108"/>
                </a:solidFill>
                <a:uFill>
                  <a:solidFill>
                    <a:srgbClr val="E80C0C"/>
                  </a:solidFill>
                </a:uFill>
                <a:latin typeface="Arial MT"/>
                <a:cs typeface="Arial MT"/>
              </a:rPr>
              <a:t>Team</a:t>
            </a:r>
            <a:r>
              <a:rPr sz="2269" u="heavy" spc="123" dirty="0">
                <a:solidFill>
                  <a:srgbClr val="F90108"/>
                </a:solidFill>
                <a:uFill>
                  <a:solidFill>
                    <a:srgbClr val="E80C0C"/>
                  </a:solidFill>
                </a:uFill>
                <a:latin typeface="Arial MT"/>
                <a:cs typeface="Arial MT"/>
              </a:rPr>
              <a:t> </a:t>
            </a:r>
            <a:r>
              <a:rPr sz="2269" u="heavy" spc="68" dirty="0">
                <a:solidFill>
                  <a:srgbClr val="FD0005"/>
                </a:solidFill>
                <a:uFill>
                  <a:solidFill>
                    <a:srgbClr val="E80C0C"/>
                  </a:solidFill>
                </a:uFill>
                <a:latin typeface="Arial MT"/>
                <a:cs typeface="Arial MT"/>
              </a:rPr>
              <a:t>Evaluation</a:t>
            </a:r>
            <a:r>
              <a:rPr sz="2269" u="heavy" spc="231" dirty="0">
                <a:solidFill>
                  <a:srgbClr val="FD0005"/>
                </a:solidFill>
                <a:uFill>
                  <a:solidFill>
                    <a:srgbClr val="E80C0C"/>
                  </a:solidFill>
                </a:uFill>
                <a:latin typeface="Arial MT"/>
                <a:cs typeface="Arial MT"/>
              </a:rPr>
              <a:t> </a:t>
            </a:r>
            <a:r>
              <a:rPr sz="2269" u="heavy" spc="68" dirty="0">
                <a:solidFill>
                  <a:srgbClr val="F20300"/>
                </a:solidFill>
                <a:uFill>
                  <a:solidFill>
                    <a:srgbClr val="E80C0C"/>
                  </a:solidFill>
                </a:uFill>
                <a:latin typeface="Arial MT"/>
                <a:cs typeface="Arial MT"/>
              </a:rPr>
              <a:t>and</a:t>
            </a:r>
            <a:r>
              <a:rPr sz="2269" u="heavy" spc="59" dirty="0">
                <a:solidFill>
                  <a:srgbClr val="F20300"/>
                </a:solidFill>
                <a:uFill>
                  <a:solidFill>
                    <a:srgbClr val="E80C0C"/>
                  </a:solidFill>
                </a:uFill>
                <a:latin typeface="Arial MT"/>
                <a:cs typeface="Arial MT"/>
              </a:rPr>
              <a:t> </a:t>
            </a:r>
            <a:r>
              <a:rPr sz="2269" u="heavy" dirty="0">
                <a:solidFill>
                  <a:srgbClr val="F90100"/>
                </a:solidFill>
                <a:uFill>
                  <a:solidFill>
                    <a:srgbClr val="E80C0C"/>
                  </a:solidFill>
                </a:uFill>
                <a:latin typeface="Arial MT"/>
                <a:cs typeface="Arial MT"/>
              </a:rPr>
              <a:t>Feedback</a:t>
            </a:r>
            <a:r>
              <a:rPr sz="2269" u="heavy" spc="281" dirty="0">
                <a:solidFill>
                  <a:srgbClr val="F90100"/>
                </a:solidFill>
                <a:uFill>
                  <a:solidFill>
                    <a:srgbClr val="E80C0C"/>
                  </a:solidFill>
                </a:uFill>
                <a:latin typeface="Arial MT"/>
                <a:cs typeface="Arial MT"/>
              </a:rPr>
              <a:t> </a:t>
            </a:r>
            <a:r>
              <a:rPr sz="2269" u="heavy" spc="50" dirty="0">
                <a:solidFill>
                  <a:srgbClr val="FD0100"/>
                </a:solidFill>
                <a:uFill>
                  <a:solidFill>
                    <a:srgbClr val="E80C0C"/>
                  </a:solidFill>
                </a:uFill>
                <a:latin typeface="Arial MT"/>
                <a:cs typeface="Arial MT"/>
              </a:rPr>
              <a:t>Survev:</a:t>
            </a:r>
            <a:endParaRPr sz="2269" dirty="0">
              <a:latin typeface="Arial MT"/>
              <a:cs typeface="Arial MT"/>
            </a:endParaRPr>
          </a:p>
        </p:txBody>
      </p:sp>
      <p:sp>
        <p:nvSpPr>
          <p:cNvPr id="9" name="object 9"/>
          <p:cNvSpPr txBox="1"/>
          <p:nvPr/>
        </p:nvSpPr>
        <p:spPr>
          <a:xfrm>
            <a:off x="2155203" y="2501744"/>
            <a:ext cx="4332642" cy="2679670"/>
          </a:xfrm>
          <a:prstGeom prst="rect">
            <a:avLst/>
          </a:prstGeom>
        </p:spPr>
        <p:txBody>
          <a:bodyPr vert="horz" wrap="square" lIns="0" tIns="94513" rIns="0" bIns="0" rtlCol="0">
            <a:spAutoFit/>
          </a:bodyPr>
          <a:lstStyle/>
          <a:p>
            <a:pPr marL="11527">
              <a:spcBef>
                <a:spcPts val="743"/>
              </a:spcBef>
            </a:pPr>
            <a:r>
              <a:rPr sz="1543" i="1" spc="-9" dirty="0">
                <a:latin typeface="Arial"/>
                <a:cs typeface="Arial"/>
              </a:rPr>
              <a:t>Using</a:t>
            </a:r>
            <a:r>
              <a:rPr sz="1543" i="1" spc="-64" dirty="0">
                <a:latin typeface="Arial"/>
                <a:cs typeface="Arial"/>
              </a:rPr>
              <a:t> </a:t>
            </a:r>
            <a:r>
              <a:rPr sz="1543" i="1" dirty="0">
                <a:latin typeface="Arial"/>
                <a:cs typeface="Arial"/>
              </a:rPr>
              <a:t>the</a:t>
            </a:r>
            <a:r>
              <a:rPr sz="1543" i="1" spc="-86" dirty="0">
                <a:latin typeface="Arial"/>
                <a:cs typeface="Arial"/>
              </a:rPr>
              <a:t> </a:t>
            </a:r>
            <a:r>
              <a:rPr sz="1543" i="1" spc="-9" dirty="0">
                <a:latin typeface="Arial"/>
                <a:cs typeface="Arial"/>
              </a:rPr>
              <a:t>scale</a:t>
            </a:r>
            <a:r>
              <a:rPr sz="1543" i="1" spc="-77" dirty="0">
                <a:latin typeface="Arial"/>
                <a:cs typeface="Arial"/>
              </a:rPr>
              <a:t> </a:t>
            </a:r>
            <a:r>
              <a:rPr sz="1543" i="1" spc="-23" dirty="0">
                <a:latin typeface="Arial"/>
                <a:cs typeface="Arial"/>
              </a:rPr>
              <a:t>below,</a:t>
            </a:r>
            <a:r>
              <a:rPr sz="1543" i="1" spc="-77" dirty="0">
                <a:latin typeface="Arial"/>
                <a:cs typeface="Arial"/>
              </a:rPr>
              <a:t> </a:t>
            </a:r>
            <a:r>
              <a:rPr sz="1543" i="1" spc="-9" dirty="0">
                <a:latin typeface="Arial"/>
                <a:cs typeface="Arial"/>
              </a:rPr>
              <a:t>assess</a:t>
            </a:r>
            <a:r>
              <a:rPr sz="1543" i="1" spc="-54" dirty="0">
                <a:latin typeface="Arial"/>
                <a:cs typeface="Arial"/>
              </a:rPr>
              <a:t> </a:t>
            </a:r>
            <a:r>
              <a:rPr sz="1543" i="1" dirty="0">
                <a:latin typeface="Arial"/>
                <a:cs typeface="Arial"/>
              </a:rPr>
              <a:t>each</a:t>
            </a:r>
            <a:r>
              <a:rPr sz="1543" i="1" spc="-50" dirty="0">
                <a:latin typeface="Arial"/>
                <a:cs typeface="Arial"/>
              </a:rPr>
              <a:t> </a:t>
            </a:r>
            <a:r>
              <a:rPr sz="1543" i="1" spc="-9" dirty="0">
                <a:latin typeface="Arial"/>
                <a:cs typeface="Arial"/>
              </a:rPr>
              <a:t>statement.</a:t>
            </a:r>
            <a:endParaRPr sz="1543">
              <a:latin typeface="Arial"/>
              <a:cs typeface="Arial"/>
            </a:endParaRPr>
          </a:p>
          <a:p>
            <a:pPr marL="335998" marR="4611" indent="-324472">
              <a:lnSpc>
                <a:spcPts val="1824"/>
              </a:lnSpc>
              <a:spcBef>
                <a:spcPts val="740"/>
              </a:spcBef>
              <a:buAutoNum type="arabicPeriod"/>
              <a:tabLst>
                <a:tab pos="335998" algn="l"/>
                <a:tab pos="338303" algn="l"/>
              </a:tabLst>
            </a:pPr>
            <a:r>
              <a:rPr sz="1543" dirty="0">
                <a:latin typeface="Arial MT"/>
                <a:cs typeface="Arial MT"/>
              </a:rPr>
              <a:t>	The</a:t>
            </a:r>
            <a:r>
              <a:rPr sz="1543" spc="-82" dirty="0">
                <a:latin typeface="Arial MT"/>
                <a:cs typeface="Arial MT"/>
              </a:rPr>
              <a:t> </a:t>
            </a:r>
            <a:r>
              <a:rPr sz="1543" dirty="0">
                <a:latin typeface="Arial MT"/>
                <a:cs typeface="Arial MT"/>
              </a:rPr>
              <a:t>team</a:t>
            </a:r>
            <a:r>
              <a:rPr sz="1543" spc="-68" dirty="0">
                <a:latin typeface="Arial MT"/>
                <a:cs typeface="Arial MT"/>
              </a:rPr>
              <a:t> </a:t>
            </a:r>
            <a:r>
              <a:rPr sz="1543" spc="-9" dirty="0">
                <a:latin typeface="Arial MT"/>
                <a:cs typeface="Arial MT"/>
              </a:rPr>
              <a:t>shared</a:t>
            </a:r>
            <a:r>
              <a:rPr sz="1543" spc="-27" dirty="0">
                <a:latin typeface="Arial MT"/>
                <a:cs typeface="Arial MT"/>
              </a:rPr>
              <a:t> </a:t>
            </a:r>
            <a:r>
              <a:rPr sz="1543" dirty="0">
                <a:latin typeface="Arial MT"/>
                <a:cs typeface="Arial MT"/>
              </a:rPr>
              <a:t>a</a:t>
            </a:r>
            <a:r>
              <a:rPr sz="1543" spc="-91" dirty="0">
                <a:latin typeface="Arial MT"/>
                <a:cs typeface="Arial MT"/>
              </a:rPr>
              <a:t> </a:t>
            </a:r>
            <a:r>
              <a:rPr sz="1543" spc="-9" dirty="0">
                <a:latin typeface="Arial MT"/>
                <a:cs typeface="Arial MT"/>
              </a:rPr>
              <a:t>sense</a:t>
            </a:r>
            <a:r>
              <a:rPr sz="1543" spc="-32" dirty="0">
                <a:latin typeface="Arial MT"/>
                <a:cs typeface="Arial MT"/>
              </a:rPr>
              <a:t> </a:t>
            </a:r>
            <a:r>
              <a:rPr sz="1543" dirty="0">
                <a:latin typeface="Arial MT"/>
                <a:cs typeface="Arial MT"/>
              </a:rPr>
              <a:t>of</a:t>
            </a:r>
            <a:r>
              <a:rPr sz="1543" spc="-86" dirty="0">
                <a:latin typeface="Arial MT"/>
                <a:cs typeface="Arial MT"/>
              </a:rPr>
              <a:t> </a:t>
            </a:r>
            <a:r>
              <a:rPr sz="1543" spc="-18" dirty="0">
                <a:latin typeface="Arial MT"/>
                <a:cs typeface="Arial MT"/>
              </a:rPr>
              <a:t>common</a:t>
            </a:r>
            <a:r>
              <a:rPr sz="1543" spc="-27" dirty="0">
                <a:latin typeface="Arial MT"/>
                <a:cs typeface="Arial MT"/>
              </a:rPr>
              <a:t> </a:t>
            </a:r>
            <a:r>
              <a:rPr sz="1543" spc="-23" dirty="0">
                <a:latin typeface="Arial MT"/>
                <a:cs typeface="Arial MT"/>
              </a:rPr>
              <a:t>purpose, </a:t>
            </a:r>
            <a:r>
              <a:rPr sz="1543" dirty="0">
                <a:latin typeface="Arial MT"/>
                <a:cs typeface="Arial MT"/>
              </a:rPr>
              <a:t>and</a:t>
            </a:r>
            <a:r>
              <a:rPr sz="1543" spc="-82" dirty="0">
                <a:latin typeface="Arial MT"/>
                <a:cs typeface="Arial MT"/>
              </a:rPr>
              <a:t> </a:t>
            </a:r>
            <a:r>
              <a:rPr sz="1543" dirty="0">
                <a:latin typeface="Arial MT"/>
                <a:cs typeface="Arial MT"/>
              </a:rPr>
              <a:t>each</a:t>
            </a:r>
            <a:r>
              <a:rPr sz="1543" spc="-77" dirty="0">
                <a:latin typeface="Arial MT"/>
                <a:cs typeface="Arial MT"/>
              </a:rPr>
              <a:t> </a:t>
            </a:r>
            <a:r>
              <a:rPr sz="1543" spc="-9" dirty="0">
                <a:latin typeface="Arial MT"/>
                <a:cs typeface="Arial MT"/>
              </a:rPr>
              <a:t>member</a:t>
            </a:r>
            <a:r>
              <a:rPr sz="1543" spc="9" dirty="0">
                <a:latin typeface="Arial MT"/>
                <a:cs typeface="Arial MT"/>
              </a:rPr>
              <a:t> </a:t>
            </a:r>
            <a:r>
              <a:rPr sz="1543" dirty="0">
                <a:latin typeface="Arial MT"/>
                <a:cs typeface="Arial MT"/>
              </a:rPr>
              <a:t>was</a:t>
            </a:r>
            <a:r>
              <a:rPr sz="1543" spc="-64" dirty="0">
                <a:latin typeface="Arial MT"/>
                <a:cs typeface="Arial MT"/>
              </a:rPr>
              <a:t> </a:t>
            </a:r>
            <a:r>
              <a:rPr sz="1543" spc="-18" dirty="0">
                <a:latin typeface="Arial MT"/>
                <a:cs typeface="Arial MT"/>
              </a:rPr>
              <a:t>willing</a:t>
            </a:r>
            <a:r>
              <a:rPr sz="1543" spc="-73" dirty="0">
                <a:latin typeface="Arial MT"/>
                <a:cs typeface="Arial MT"/>
              </a:rPr>
              <a:t> </a:t>
            </a:r>
            <a:r>
              <a:rPr sz="1543" dirty="0">
                <a:latin typeface="Arial MT"/>
                <a:cs typeface="Arial MT"/>
              </a:rPr>
              <a:t>to</a:t>
            </a:r>
            <a:r>
              <a:rPr sz="1543" spc="-86" dirty="0">
                <a:latin typeface="Arial MT"/>
                <a:cs typeface="Arial MT"/>
              </a:rPr>
              <a:t> </a:t>
            </a:r>
            <a:r>
              <a:rPr sz="1543" dirty="0">
                <a:latin typeface="Arial MT"/>
                <a:cs typeface="Arial MT"/>
              </a:rPr>
              <a:t>work</a:t>
            </a:r>
            <a:r>
              <a:rPr sz="1543" spc="-59" dirty="0">
                <a:latin typeface="Arial MT"/>
                <a:cs typeface="Arial MT"/>
              </a:rPr>
              <a:t> </a:t>
            </a:r>
            <a:r>
              <a:rPr sz="1543" spc="-9" dirty="0">
                <a:latin typeface="Arial MT"/>
                <a:cs typeface="Arial MT"/>
              </a:rPr>
              <a:t>toward </a:t>
            </a:r>
            <a:r>
              <a:rPr sz="1543" spc="-18" dirty="0">
                <a:latin typeface="Arial MT"/>
                <a:cs typeface="Arial MT"/>
              </a:rPr>
              <a:t>achieving</a:t>
            </a:r>
            <a:r>
              <a:rPr sz="1543" spc="-45" dirty="0">
                <a:latin typeface="Arial MT"/>
                <a:cs typeface="Arial MT"/>
              </a:rPr>
              <a:t> </a:t>
            </a:r>
            <a:r>
              <a:rPr sz="1543" spc="-9" dirty="0">
                <a:latin typeface="Arial MT"/>
                <a:cs typeface="Arial MT"/>
              </a:rPr>
              <a:t>project</a:t>
            </a:r>
            <a:r>
              <a:rPr sz="1543" spc="-41" dirty="0">
                <a:latin typeface="Arial MT"/>
                <a:cs typeface="Arial MT"/>
              </a:rPr>
              <a:t> </a:t>
            </a:r>
            <a:r>
              <a:rPr sz="1543" spc="-9" dirty="0">
                <a:latin typeface="Arial MT"/>
                <a:cs typeface="Arial MT"/>
              </a:rPr>
              <a:t>objectives.</a:t>
            </a:r>
            <a:endParaRPr sz="1543">
              <a:latin typeface="Arial MT"/>
              <a:cs typeface="Arial MT"/>
            </a:endParaRPr>
          </a:p>
          <a:p>
            <a:pPr marL="336574" marR="214969" indent="-323895" algn="just">
              <a:lnSpc>
                <a:spcPts val="1824"/>
              </a:lnSpc>
              <a:spcBef>
                <a:spcPts val="681"/>
              </a:spcBef>
              <a:buAutoNum type="arabicPeriod"/>
              <a:tabLst>
                <a:tab pos="336574" algn="l"/>
              </a:tabLst>
            </a:pPr>
            <a:r>
              <a:rPr sz="1543" spc="-9" dirty="0">
                <a:latin typeface="Arial MT"/>
                <a:cs typeface="Arial MT"/>
              </a:rPr>
              <a:t>Respect</a:t>
            </a:r>
            <a:r>
              <a:rPr sz="1543" spc="-32" dirty="0">
                <a:latin typeface="Arial MT"/>
                <a:cs typeface="Arial MT"/>
              </a:rPr>
              <a:t> </a:t>
            </a:r>
            <a:r>
              <a:rPr sz="1543" dirty="0">
                <a:latin typeface="Arial MT"/>
                <a:cs typeface="Arial MT"/>
              </a:rPr>
              <a:t>was</a:t>
            </a:r>
            <a:r>
              <a:rPr sz="1543" spc="-64" dirty="0">
                <a:latin typeface="Arial MT"/>
                <a:cs typeface="Arial MT"/>
              </a:rPr>
              <a:t> </a:t>
            </a:r>
            <a:r>
              <a:rPr sz="1543" spc="-9" dirty="0">
                <a:latin typeface="Arial MT"/>
                <a:cs typeface="Arial MT"/>
              </a:rPr>
              <a:t>shown</a:t>
            </a:r>
            <a:r>
              <a:rPr sz="1543" spc="-50" dirty="0">
                <a:latin typeface="Arial MT"/>
                <a:cs typeface="Arial MT"/>
              </a:rPr>
              <a:t> </a:t>
            </a:r>
            <a:r>
              <a:rPr sz="1543" dirty="0">
                <a:latin typeface="Arial MT"/>
                <a:cs typeface="Arial MT"/>
              </a:rPr>
              <a:t>for</a:t>
            </a:r>
            <a:r>
              <a:rPr sz="1543" spc="-77" dirty="0">
                <a:latin typeface="Arial MT"/>
                <a:cs typeface="Arial MT"/>
              </a:rPr>
              <a:t> </a:t>
            </a:r>
            <a:r>
              <a:rPr sz="1543" dirty="0">
                <a:latin typeface="Arial MT"/>
                <a:cs typeface="Arial MT"/>
              </a:rPr>
              <a:t>other</a:t>
            </a:r>
            <a:r>
              <a:rPr sz="1543" spc="-82" dirty="0">
                <a:latin typeface="Arial MT"/>
                <a:cs typeface="Arial MT"/>
              </a:rPr>
              <a:t> </a:t>
            </a:r>
            <a:r>
              <a:rPr sz="1543" dirty="0">
                <a:latin typeface="Arial MT"/>
                <a:cs typeface="Arial MT"/>
              </a:rPr>
              <a:t>points</a:t>
            </a:r>
            <a:r>
              <a:rPr sz="1543" spc="-64" dirty="0">
                <a:latin typeface="Arial MT"/>
                <a:cs typeface="Arial MT"/>
              </a:rPr>
              <a:t> </a:t>
            </a:r>
            <a:r>
              <a:rPr sz="1543" dirty="0">
                <a:latin typeface="Arial MT"/>
                <a:cs typeface="Arial MT"/>
              </a:rPr>
              <a:t>of</a:t>
            </a:r>
            <a:r>
              <a:rPr sz="1543" spc="-91" dirty="0">
                <a:latin typeface="Arial MT"/>
                <a:cs typeface="Arial MT"/>
              </a:rPr>
              <a:t> </a:t>
            </a:r>
            <a:r>
              <a:rPr sz="1543" spc="-9" dirty="0">
                <a:latin typeface="Arial MT"/>
                <a:cs typeface="Arial MT"/>
              </a:rPr>
              <a:t>view. </a:t>
            </a:r>
            <a:r>
              <a:rPr sz="1543" spc="-18" dirty="0">
                <a:latin typeface="Arial MT"/>
                <a:cs typeface="Arial MT"/>
              </a:rPr>
              <a:t>Differences</a:t>
            </a:r>
            <a:r>
              <a:rPr sz="1543" spc="-23" dirty="0">
                <a:latin typeface="Arial MT"/>
                <a:cs typeface="Arial MT"/>
              </a:rPr>
              <a:t> </a:t>
            </a:r>
            <a:r>
              <a:rPr sz="1543" dirty="0">
                <a:latin typeface="Arial MT"/>
                <a:cs typeface="Arial MT"/>
              </a:rPr>
              <a:t>of</a:t>
            </a:r>
            <a:r>
              <a:rPr sz="1543" spc="-82" dirty="0">
                <a:latin typeface="Arial MT"/>
                <a:cs typeface="Arial MT"/>
              </a:rPr>
              <a:t> </a:t>
            </a:r>
            <a:r>
              <a:rPr sz="1543" spc="-18" dirty="0">
                <a:latin typeface="Arial MT"/>
                <a:cs typeface="Arial MT"/>
              </a:rPr>
              <a:t>opinion</a:t>
            </a:r>
            <a:r>
              <a:rPr sz="1543" spc="-54" dirty="0">
                <a:latin typeface="Arial MT"/>
                <a:cs typeface="Arial MT"/>
              </a:rPr>
              <a:t> </a:t>
            </a:r>
            <a:r>
              <a:rPr sz="1543" dirty="0">
                <a:latin typeface="Arial MT"/>
                <a:cs typeface="Arial MT"/>
              </a:rPr>
              <a:t>were</a:t>
            </a:r>
            <a:r>
              <a:rPr sz="1543" spc="-64" dirty="0">
                <a:latin typeface="Arial MT"/>
                <a:cs typeface="Arial MT"/>
              </a:rPr>
              <a:t> </a:t>
            </a:r>
            <a:r>
              <a:rPr sz="1543" spc="-18" dirty="0">
                <a:latin typeface="Arial MT"/>
                <a:cs typeface="Arial MT"/>
              </a:rPr>
              <a:t>encouraged</a:t>
            </a:r>
            <a:r>
              <a:rPr sz="1543" spc="5" dirty="0">
                <a:latin typeface="Arial MT"/>
                <a:cs typeface="Arial MT"/>
              </a:rPr>
              <a:t> </a:t>
            </a:r>
            <a:r>
              <a:rPr sz="1543" spc="-23" dirty="0">
                <a:latin typeface="Arial MT"/>
                <a:cs typeface="Arial MT"/>
              </a:rPr>
              <a:t>and </a:t>
            </a:r>
            <a:r>
              <a:rPr sz="1543" dirty="0">
                <a:latin typeface="Arial MT"/>
                <a:cs typeface="Arial MT"/>
              </a:rPr>
              <a:t>freely</a:t>
            </a:r>
            <a:r>
              <a:rPr sz="1543" spc="-100" dirty="0">
                <a:latin typeface="Arial MT"/>
                <a:cs typeface="Arial MT"/>
              </a:rPr>
              <a:t> </a:t>
            </a:r>
            <a:r>
              <a:rPr sz="1543" spc="-9" dirty="0">
                <a:latin typeface="Arial MT"/>
                <a:cs typeface="Arial MT"/>
              </a:rPr>
              <a:t>expressed.</a:t>
            </a:r>
            <a:endParaRPr sz="1543">
              <a:latin typeface="Arial MT"/>
              <a:cs typeface="Arial MT"/>
            </a:endParaRPr>
          </a:p>
          <a:p>
            <a:pPr marL="335998" marR="544628" indent="-322743">
              <a:lnSpc>
                <a:spcPts val="1824"/>
              </a:lnSpc>
              <a:spcBef>
                <a:spcPts val="681"/>
              </a:spcBef>
              <a:buAutoNum type="arabicPeriod"/>
              <a:tabLst>
                <a:tab pos="335998" algn="l"/>
                <a:tab pos="337151" algn="l"/>
              </a:tabLst>
            </a:pPr>
            <a:r>
              <a:rPr sz="1543" dirty="0">
                <a:solidFill>
                  <a:srgbClr val="0005B8"/>
                </a:solidFill>
                <a:latin typeface="Arial MT"/>
                <a:cs typeface="Arial MT"/>
              </a:rPr>
              <a:t>	</a:t>
            </a:r>
            <a:r>
              <a:rPr sz="1543" spc="45" dirty="0">
                <a:solidFill>
                  <a:srgbClr val="0811BC"/>
                </a:solidFill>
                <a:latin typeface="Arial MT"/>
                <a:cs typeface="Arial MT"/>
              </a:rPr>
              <a:t>All</a:t>
            </a:r>
            <a:r>
              <a:rPr sz="1543" spc="195" dirty="0">
                <a:solidFill>
                  <a:srgbClr val="0811BC"/>
                </a:solidFill>
                <a:latin typeface="Arial MT"/>
                <a:cs typeface="Arial MT"/>
              </a:rPr>
              <a:t> </a:t>
            </a:r>
            <a:r>
              <a:rPr sz="1543" dirty="0">
                <a:solidFill>
                  <a:srgbClr val="0000C6"/>
                </a:solidFill>
                <a:latin typeface="Arial MT"/>
                <a:cs typeface="Arial MT"/>
              </a:rPr>
              <a:t>interaction</a:t>
            </a:r>
            <a:r>
              <a:rPr sz="1543" spc="327" dirty="0">
                <a:solidFill>
                  <a:srgbClr val="0000C6"/>
                </a:solidFill>
                <a:latin typeface="Arial MT"/>
                <a:cs typeface="Arial MT"/>
              </a:rPr>
              <a:t> </a:t>
            </a:r>
            <a:r>
              <a:rPr sz="1543" dirty="0">
                <a:solidFill>
                  <a:srgbClr val="0000D6"/>
                </a:solidFill>
                <a:latin typeface="Arial MT"/>
                <a:cs typeface="Arial MT"/>
              </a:rPr>
              <a:t>among</a:t>
            </a:r>
            <a:r>
              <a:rPr sz="1543" spc="227" dirty="0">
                <a:solidFill>
                  <a:srgbClr val="0000D6"/>
                </a:solidFill>
                <a:latin typeface="Arial MT"/>
                <a:cs typeface="Arial MT"/>
              </a:rPr>
              <a:t> </a:t>
            </a:r>
            <a:r>
              <a:rPr sz="1543" dirty="0">
                <a:solidFill>
                  <a:srgbClr val="0001CF"/>
                </a:solidFill>
                <a:latin typeface="Arial MT"/>
                <a:cs typeface="Arial MT"/>
              </a:rPr>
              <a:t>team</a:t>
            </a:r>
            <a:r>
              <a:rPr sz="1543" spc="172" dirty="0">
                <a:solidFill>
                  <a:srgbClr val="0001CF"/>
                </a:solidFill>
                <a:latin typeface="Arial MT"/>
                <a:cs typeface="Arial MT"/>
              </a:rPr>
              <a:t> </a:t>
            </a:r>
            <a:r>
              <a:rPr sz="1543" spc="-9" dirty="0">
                <a:solidFill>
                  <a:srgbClr val="0000CD"/>
                </a:solidFill>
                <a:latin typeface="Arial MT"/>
                <a:cs typeface="Arial MT"/>
              </a:rPr>
              <a:t>members </a:t>
            </a:r>
            <a:r>
              <a:rPr sz="1543" dirty="0">
                <a:solidFill>
                  <a:srgbClr val="0005C3"/>
                </a:solidFill>
                <a:latin typeface="Arial MT"/>
                <a:cs typeface="Arial MT"/>
              </a:rPr>
              <a:t>occurred</a:t>
            </a:r>
            <a:r>
              <a:rPr sz="1543" spc="263" dirty="0">
                <a:solidFill>
                  <a:srgbClr val="0005C3"/>
                </a:solidFill>
                <a:latin typeface="Arial MT"/>
                <a:cs typeface="Arial MT"/>
              </a:rPr>
              <a:t> </a:t>
            </a:r>
            <a:r>
              <a:rPr sz="1543" dirty="0">
                <a:solidFill>
                  <a:srgbClr val="0000D6"/>
                </a:solidFill>
                <a:latin typeface="Arial MT"/>
                <a:cs typeface="Arial MT"/>
              </a:rPr>
              <a:t>in</a:t>
            </a:r>
            <a:r>
              <a:rPr sz="1543" spc="259" dirty="0">
                <a:solidFill>
                  <a:srgbClr val="0000D6"/>
                </a:solidFill>
                <a:latin typeface="Arial MT"/>
                <a:cs typeface="Arial MT"/>
              </a:rPr>
              <a:t> </a:t>
            </a:r>
            <a:r>
              <a:rPr sz="1543" dirty="0">
                <a:solidFill>
                  <a:srgbClr val="0001CF"/>
                </a:solidFill>
                <a:latin typeface="Arial MT"/>
                <a:cs typeface="Arial MT"/>
              </a:rPr>
              <a:t>a</a:t>
            </a:r>
            <a:r>
              <a:rPr sz="1543" spc="132" dirty="0">
                <a:solidFill>
                  <a:srgbClr val="0001CF"/>
                </a:solidFill>
                <a:latin typeface="Arial MT"/>
                <a:cs typeface="Arial MT"/>
              </a:rPr>
              <a:t> </a:t>
            </a:r>
            <a:r>
              <a:rPr sz="1543" dirty="0">
                <a:solidFill>
                  <a:srgbClr val="0000D1"/>
                </a:solidFill>
                <a:latin typeface="Arial MT"/>
                <a:cs typeface="Arial MT"/>
              </a:rPr>
              <a:t>comfortable,</a:t>
            </a:r>
            <a:r>
              <a:rPr sz="1543" spc="422" dirty="0">
                <a:solidFill>
                  <a:srgbClr val="0000D1"/>
                </a:solidFill>
                <a:latin typeface="Arial MT"/>
                <a:cs typeface="Arial MT"/>
              </a:rPr>
              <a:t> </a:t>
            </a:r>
            <a:r>
              <a:rPr sz="1543" spc="-9" dirty="0">
                <a:solidFill>
                  <a:srgbClr val="0000EB"/>
                </a:solidFill>
                <a:latin typeface="Arial MT"/>
                <a:cs typeface="Arial MT"/>
              </a:rPr>
              <a:t>supportive </a:t>
            </a:r>
            <a:r>
              <a:rPr sz="1543" spc="-9" dirty="0">
                <a:solidFill>
                  <a:srgbClr val="0000D6"/>
                </a:solidFill>
                <a:latin typeface="Arial MT"/>
                <a:cs typeface="Arial MT"/>
              </a:rPr>
              <a:t>atmosphere.</a:t>
            </a:r>
            <a:endParaRPr sz="1543">
              <a:latin typeface="Arial MT"/>
              <a:cs typeface="Arial MT"/>
            </a:endParaRPr>
          </a:p>
        </p:txBody>
      </p:sp>
      <p:graphicFrame>
        <p:nvGraphicFramePr>
          <p:cNvPr id="10" name="object 10"/>
          <p:cNvGraphicFramePr>
            <a:graphicFrameLocks noGrp="1"/>
          </p:cNvGraphicFramePr>
          <p:nvPr/>
        </p:nvGraphicFramePr>
        <p:xfrm>
          <a:off x="6680051" y="2242714"/>
          <a:ext cx="3463001" cy="2471185"/>
        </p:xfrm>
        <a:graphic>
          <a:graphicData uri="http://schemas.openxmlformats.org/drawingml/2006/table">
            <a:tbl>
              <a:tblPr firstRow="1" bandRow="1">
                <a:tableStyleId>{2D5ABB26-0587-4C30-8999-92F81FD0307C}</a:tableStyleId>
              </a:tblPr>
              <a:tblGrid>
                <a:gridCol w="1020055">
                  <a:extLst>
                    <a:ext uri="{9D8B030D-6E8A-4147-A177-3AD203B41FA5}">
                      <a16:colId xmlns:a16="http://schemas.microsoft.com/office/drawing/2014/main" val="20000"/>
                    </a:ext>
                  </a:extLst>
                </a:gridCol>
                <a:gridCol w="544606">
                  <a:extLst>
                    <a:ext uri="{9D8B030D-6E8A-4147-A177-3AD203B41FA5}">
                      <a16:colId xmlns:a16="http://schemas.microsoft.com/office/drawing/2014/main" val="20001"/>
                    </a:ext>
                  </a:extLst>
                </a:gridCol>
                <a:gridCol w="606847">
                  <a:extLst>
                    <a:ext uri="{9D8B030D-6E8A-4147-A177-3AD203B41FA5}">
                      <a16:colId xmlns:a16="http://schemas.microsoft.com/office/drawing/2014/main" val="20002"/>
                    </a:ext>
                  </a:extLst>
                </a:gridCol>
                <a:gridCol w="544606">
                  <a:extLst>
                    <a:ext uri="{9D8B030D-6E8A-4147-A177-3AD203B41FA5}">
                      <a16:colId xmlns:a16="http://schemas.microsoft.com/office/drawing/2014/main" val="20003"/>
                    </a:ext>
                  </a:extLst>
                </a:gridCol>
                <a:gridCol w="746887">
                  <a:extLst>
                    <a:ext uri="{9D8B030D-6E8A-4147-A177-3AD203B41FA5}">
                      <a16:colId xmlns:a16="http://schemas.microsoft.com/office/drawing/2014/main" val="20004"/>
                    </a:ext>
                  </a:extLst>
                </a:gridCol>
              </a:tblGrid>
              <a:tr h="1188336">
                <a:tc>
                  <a:txBody>
                    <a:bodyPr/>
                    <a:lstStyle/>
                    <a:p>
                      <a:pPr marR="167005" algn="ctr">
                        <a:lnSpc>
                          <a:spcPct val="100000"/>
                        </a:lnSpc>
                        <a:spcBef>
                          <a:spcPts val="305"/>
                        </a:spcBef>
                      </a:pPr>
                      <a:r>
                        <a:rPr sz="1500" spc="-10" dirty="0">
                          <a:latin typeface="Arial MT"/>
                          <a:cs typeface="Arial MT"/>
                        </a:rPr>
                        <a:t>Disagree</a:t>
                      </a:r>
                      <a:endParaRPr sz="1500">
                        <a:latin typeface="Arial MT"/>
                        <a:cs typeface="Arial MT"/>
                      </a:endParaRPr>
                    </a:p>
                    <a:p>
                      <a:pPr>
                        <a:lnSpc>
                          <a:spcPct val="100000"/>
                        </a:lnSpc>
                        <a:spcBef>
                          <a:spcPts val="1530"/>
                        </a:spcBef>
                      </a:pPr>
                      <a:endParaRPr sz="1500">
                        <a:latin typeface="Times New Roman"/>
                        <a:cs typeface="Times New Roman"/>
                      </a:endParaRPr>
                    </a:p>
                    <a:p>
                      <a:pPr marR="156845" algn="ctr">
                        <a:lnSpc>
                          <a:spcPct val="100000"/>
                        </a:lnSpc>
                      </a:pPr>
                      <a:r>
                        <a:rPr sz="1500" spc="-50" dirty="0">
                          <a:latin typeface="Arial MT"/>
                          <a:cs typeface="Arial MT"/>
                        </a:rPr>
                        <a:t>1</a:t>
                      </a:r>
                      <a:endParaRPr sz="1500">
                        <a:latin typeface="Arial MT"/>
                        <a:cs typeface="Arial MT"/>
                      </a:endParaRPr>
                    </a:p>
                  </a:txBody>
                  <a:tcPr marL="0" marR="0" marT="35154" marB="0"/>
                </a:tc>
                <a:tc>
                  <a:txBody>
                    <a:bodyPr/>
                    <a:lstStyle/>
                    <a:p>
                      <a:pPr>
                        <a:lnSpc>
                          <a:spcPct val="100000"/>
                        </a:lnSpc>
                      </a:pPr>
                      <a:endParaRPr sz="1500">
                        <a:latin typeface="Times New Roman"/>
                        <a:cs typeface="Times New Roman"/>
                      </a:endParaRPr>
                    </a:p>
                    <a:p>
                      <a:pPr>
                        <a:lnSpc>
                          <a:spcPct val="100000"/>
                        </a:lnSpc>
                        <a:spcBef>
                          <a:spcPts val="1895"/>
                        </a:spcBef>
                      </a:pPr>
                      <a:endParaRPr sz="1500">
                        <a:latin typeface="Times New Roman"/>
                        <a:cs typeface="Times New Roman"/>
                      </a:endParaRPr>
                    </a:p>
                    <a:p>
                      <a:pPr marL="206375">
                        <a:lnSpc>
                          <a:spcPct val="100000"/>
                        </a:lnSpc>
                      </a:pPr>
                      <a:r>
                        <a:rPr sz="1500" spc="-50" dirty="0">
                          <a:latin typeface="Arial MT"/>
                          <a:cs typeface="Arial MT"/>
                        </a:rPr>
                        <a:t>2</a:t>
                      </a:r>
                      <a:endParaRPr sz="1500">
                        <a:latin typeface="Arial MT"/>
                        <a:cs typeface="Arial MT"/>
                      </a:endParaRPr>
                    </a:p>
                  </a:txBody>
                  <a:tcPr marL="0" marR="0" marT="0" marB="0"/>
                </a:tc>
                <a:tc>
                  <a:txBody>
                    <a:bodyPr/>
                    <a:lstStyle/>
                    <a:p>
                      <a:pPr>
                        <a:lnSpc>
                          <a:spcPct val="100000"/>
                        </a:lnSpc>
                      </a:pPr>
                      <a:endParaRPr sz="1500">
                        <a:latin typeface="Times New Roman"/>
                        <a:cs typeface="Times New Roman"/>
                      </a:endParaRPr>
                    </a:p>
                    <a:p>
                      <a:pPr>
                        <a:lnSpc>
                          <a:spcPct val="100000"/>
                        </a:lnSpc>
                        <a:spcBef>
                          <a:spcPts val="1895"/>
                        </a:spcBef>
                      </a:pPr>
                      <a:endParaRPr sz="1500">
                        <a:latin typeface="Times New Roman"/>
                        <a:cs typeface="Times New Roman"/>
                      </a:endParaRPr>
                    </a:p>
                    <a:p>
                      <a:pPr algn="ctr">
                        <a:lnSpc>
                          <a:spcPct val="100000"/>
                        </a:lnSpc>
                      </a:pPr>
                      <a:r>
                        <a:rPr sz="1500" spc="-50" dirty="0">
                          <a:latin typeface="Arial MT"/>
                          <a:cs typeface="Arial MT"/>
                        </a:rPr>
                        <a:t>3</a:t>
                      </a:r>
                      <a:endParaRPr sz="1500">
                        <a:latin typeface="Arial MT"/>
                        <a:cs typeface="Arial MT"/>
                      </a:endParaRPr>
                    </a:p>
                  </a:txBody>
                  <a:tcPr marL="0" marR="0" marT="0" marB="0"/>
                </a:tc>
                <a:tc>
                  <a:txBody>
                    <a:bodyPr/>
                    <a:lstStyle/>
                    <a:p>
                      <a:pPr>
                        <a:lnSpc>
                          <a:spcPct val="100000"/>
                        </a:lnSpc>
                      </a:pPr>
                      <a:endParaRPr sz="1500">
                        <a:latin typeface="Times New Roman"/>
                        <a:cs typeface="Times New Roman"/>
                      </a:endParaRPr>
                    </a:p>
                    <a:p>
                      <a:pPr>
                        <a:lnSpc>
                          <a:spcPct val="100000"/>
                        </a:lnSpc>
                        <a:spcBef>
                          <a:spcPts val="1895"/>
                        </a:spcBef>
                      </a:pPr>
                      <a:endParaRPr sz="1500">
                        <a:latin typeface="Times New Roman"/>
                        <a:cs typeface="Times New Roman"/>
                      </a:endParaRPr>
                    </a:p>
                    <a:p>
                      <a:pPr marL="70485" algn="ctr">
                        <a:lnSpc>
                          <a:spcPct val="100000"/>
                        </a:lnSpc>
                      </a:pPr>
                      <a:r>
                        <a:rPr sz="1500" spc="-50" dirty="0">
                          <a:latin typeface="Arial MT"/>
                          <a:cs typeface="Arial MT"/>
                        </a:rPr>
                        <a:t>4</a:t>
                      </a:r>
                      <a:endParaRPr sz="1500">
                        <a:latin typeface="Arial MT"/>
                        <a:cs typeface="Arial MT"/>
                      </a:endParaRPr>
                    </a:p>
                  </a:txBody>
                  <a:tcPr marL="0" marR="0" marT="0" marB="0"/>
                </a:tc>
                <a:tc>
                  <a:txBody>
                    <a:bodyPr/>
                    <a:lstStyle/>
                    <a:p>
                      <a:pPr marL="174625" algn="ctr">
                        <a:lnSpc>
                          <a:spcPct val="100000"/>
                        </a:lnSpc>
                        <a:spcBef>
                          <a:spcPts val="280"/>
                        </a:spcBef>
                      </a:pPr>
                      <a:r>
                        <a:rPr sz="1500" spc="-10" dirty="0">
                          <a:latin typeface="Arial MT"/>
                          <a:cs typeface="Arial MT"/>
                        </a:rPr>
                        <a:t>Agree</a:t>
                      </a:r>
                      <a:endParaRPr sz="1500">
                        <a:latin typeface="Arial MT"/>
                        <a:cs typeface="Arial MT"/>
                      </a:endParaRPr>
                    </a:p>
                    <a:p>
                      <a:pPr>
                        <a:lnSpc>
                          <a:spcPct val="100000"/>
                        </a:lnSpc>
                        <a:spcBef>
                          <a:spcPts val="1530"/>
                        </a:spcBef>
                      </a:pPr>
                      <a:endParaRPr sz="1500">
                        <a:latin typeface="Times New Roman"/>
                        <a:cs typeface="Times New Roman"/>
                      </a:endParaRPr>
                    </a:p>
                    <a:p>
                      <a:pPr marL="186055" algn="ctr">
                        <a:lnSpc>
                          <a:spcPct val="100000"/>
                        </a:lnSpc>
                      </a:pPr>
                      <a:r>
                        <a:rPr sz="1500" spc="-50" dirty="0">
                          <a:latin typeface="Arial MT"/>
                          <a:cs typeface="Arial MT"/>
                        </a:rPr>
                        <a:t>5</a:t>
                      </a:r>
                      <a:endParaRPr sz="1500">
                        <a:latin typeface="Arial MT"/>
                        <a:cs typeface="Arial MT"/>
                      </a:endParaRPr>
                    </a:p>
                  </a:txBody>
                  <a:tcPr marL="0" marR="0" marT="32273" marB="0"/>
                </a:tc>
                <a:extLst>
                  <a:ext uri="{0D108BD9-81ED-4DB2-BD59-A6C34878D82A}">
                    <a16:rowId xmlns:a16="http://schemas.microsoft.com/office/drawing/2014/main" val="10000"/>
                  </a:ext>
                </a:extLst>
              </a:tr>
              <a:tr h="779737">
                <a:tc>
                  <a:txBody>
                    <a:bodyPr/>
                    <a:lstStyle/>
                    <a:p>
                      <a:pPr>
                        <a:lnSpc>
                          <a:spcPct val="100000"/>
                        </a:lnSpc>
                        <a:spcBef>
                          <a:spcPts val="315"/>
                        </a:spcBef>
                      </a:pPr>
                      <a:endParaRPr sz="1500">
                        <a:latin typeface="Times New Roman"/>
                        <a:cs typeface="Times New Roman"/>
                      </a:endParaRPr>
                    </a:p>
                    <a:p>
                      <a:pPr marL="419734">
                        <a:lnSpc>
                          <a:spcPct val="100000"/>
                        </a:lnSpc>
                      </a:pPr>
                      <a:r>
                        <a:rPr sz="1500" spc="-50" dirty="0">
                          <a:latin typeface="Arial MT"/>
                          <a:cs typeface="Arial MT"/>
                        </a:rPr>
                        <a:t>1</a:t>
                      </a:r>
                      <a:endParaRPr sz="1500">
                        <a:latin typeface="Arial MT"/>
                        <a:cs typeface="Arial MT"/>
                      </a:endParaRPr>
                    </a:p>
                  </a:txBody>
                  <a:tcPr marL="0" marR="0" marT="36307" marB="0"/>
                </a:tc>
                <a:tc>
                  <a:txBody>
                    <a:bodyPr/>
                    <a:lstStyle/>
                    <a:p>
                      <a:pPr>
                        <a:lnSpc>
                          <a:spcPct val="100000"/>
                        </a:lnSpc>
                        <a:spcBef>
                          <a:spcPts val="315"/>
                        </a:spcBef>
                      </a:pPr>
                      <a:endParaRPr sz="1500">
                        <a:latin typeface="Times New Roman"/>
                        <a:cs typeface="Times New Roman"/>
                      </a:endParaRPr>
                    </a:p>
                    <a:p>
                      <a:pPr marL="206375">
                        <a:lnSpc>
                          <a:spcPct val="100000"/>
                        </a:lnSpc>
                      </a:pPr>
                      <a:r>
                        <a:rPr sz="1500" spc="-50" dirty="0">
                          <a:latin typeface="Arial MT"/>
                          <a:cs typeface="Arial MT"/>
                        </a:rPr>
                        <a:t>2</a:t>
                      </a:r>
                      <a:endParaRPr sz="1500">
                        <a:latin typeface="Arial MT"/>
                        <a:cs typeface="Arial MT"/>
                      </a:endParaRPr>
                    </a:p>
                  </a:txBody>
                  <a:tcPr marL="0" marR="0" marT="36307" marB="0"/>
                </a:tc>
                <a:tc>
                  <a:txBody>
                    <a:bodyPr/>
                    <a:lstStyle/>
                    <a:p>
                      <a:pPr>
                        <a:lnSpc>
                          <a:spcPct val="100000"/>
                        </a:lnSpc>
                        <a:spcBef>
                          <a:spcPts val="315"/>
                        </a:spcBef>
                      </a:pPr>
                      <a:endParaRPr sz="1500">
                        <a:latin typeface="Times New Roman"/>
                        <a:cs typeface="Times New Roman"/>
                      </a:endParaRPr>
                    </a:p>
                    <a:p>
                      <a:pPr algn="ctr">
                        <a:lnSpc>
                          <a:spcPct val="100000"/>
                        </a:lnSpc>
                      </a:pPr>
                      <a:r>
                        <a:rPr sz="1500" spc="-50" dirty="0">
                          <a:latin typeface="Arial MT"/>
                          <a:cs typeface="Arial MT"/>
                        </a:rPr>
                        <a:t>3</a:t>
                      </a:r>
                      <a:endParaRPr sz="1500">
                        <a:latin typeface="Arial MT"/>
                        <a:cs typeface="Arial MT"/>
                      </a:endParaRPr>
                    </a:p>
                  </a:txBody>
                  <a:tcPr marL="0" marR="0" marT="36307" marB="0"/>
                </a:tc>
                <a:tc>
                  <a:txBody>
                    <a:bodyPr/>
                    <a:lstStyle/>
                    <a:p>
                      <a:pPr>
                        <a:lnSpc>
                          <a:spcPct val="100000"/>
                        </a:lnSpc>
                        <a:spcBef>
                          <a:spcPts val="315"/>
                        </a:spcBef>
                      </a:pPr>
                      <a:endParaRPr sz="1500">
                        <a:latin typeface="Times New Roman"/>
                        <a:cs typeface="Times New Roman"/>
                      </a:endParaRPr>
                    </a:p>
                    <a:p>
                      <a:pPr marL="70485" algn="ctr">
                        <a:lnSpc>
                          <a:spcPct val="100000"/>
                        </a:lnSpc>
                      </a:pPr>
                      <a:r>
                        <a:rPr sz="1500" spc="-50" dirty="0">
                          <a:latin typeface="Arial MT"/>
                          <a:cs typeface="Arial MT"/>
                        </a:rPr>
                        <a:t>4</a:t>
                      </a:r>
                      <a:endParaRPr sz="1500">
                        <a:latin typeface="Arial MT"/>
                        <a:cs typeface="Arial MT"/>
                      </a:endParaRPr>
                    </a:p>
                  </a:txBody>
                  <a:tcPr marL="0" marR="0" marT="36307" marB="0"/>
                </a:tc>
                <a:tc>
                  <a:txBody>
                    <a:bodyPr/>
                    <a:lstStyle/>
                    <a:p>
                      <a:pPr>
                        <a:lnSpc>
                          <a:spcPct val="100000"/>
                        </a:lnSpc>
                        <a:spcBef>
                          <a:spcPts val="315"/>
                        </a:spcBef>
                      </a:pPr>
                      <a:endParaRPr sz="1500">
                        <a:latin typeface="Times New Roman"/>
                        <a:cs typeface="Times New Roman"/>
                      </a:endParaRPr>
                    </a:p>
                    <a:p>
                      <a:pPr marR="252095" algn="r">
                        <a:lnSpc>
                          <a:spcPct val="100000"/>
                        </a:lnSpc>
                      </a:pPr>
                      <a:r>
                        <a:rPr sz="1500" spc="-50" dirty="0">
                          <a:latin typeface="Arial MT"/>
                          <a:cs typeface="Arial MT"/>
                        </a:rPr>
                        <a:t>5</a:t>
                      </a:r>
                      <a:endParaRPr sz="1500">
                        <a:latin typeface="Arial MT"/>
                        <a:cs typeface="Arial MT"/>
                      </a:endParaRPr>
                    </a:p>
                  </a:txBody>
                  <a:tcPr marL="0" marR="0" marT="36307" marB="0"/>
                </a:tc>
                <a:extLst>
                  <a:ext uri="{0D108BD9-81ED-4DB2-BD59-A6C34878D82A}">
                    <a16:rowId xmlns:a16="http://schemas.microsoft.com/office/drawing/2014/main" val="10001"/>
                  </a:ext>
                </a:extLst>
              </a:tr>
              <a:tr h="503112">
                <a:tc>
                  <a:txBody>
                    <a:bodyPr/>
                    <a:lstStyle/>
                    <a:p>
                      <a:pPr>
                        <a:lnSpc>
                          <a:spcPct val="100000"/>
                        </a:lnSpc>
                        <a:spcBef>
                          <a:spcPts val="325"/>
                        </a:spcBef>
                      </a:pPr>
                      <a:endParaRPr sz="1500">
                        <a:latin typeface="Times New Roman"/>
                        <a:cs typeface="Times New Roman"/>
                      </a:endParaRPr>
                    </a:p>
                    <a:p>
                      <a:pPr marL="419734">
                        <a:lnSpc>
                          <a:spcPts val="1960"/>
                        </a:lnSpc>
                      </a:pPr>
                      <a:r>
                        <a:rPr sz="1500" spc="-50" dirty="0">
                          <a:latin typeface="Arial MT"/>
                          <a:cs typeface="Arial MT"/>
                        </a:rPr>
                        <a:t>1</a:t>
                      </a:r>
                      <a:endParaRPr sz="1500">
                        <a:latin typeface="Arial MT"/>
                        <a:cs typeface="Arial MT"/>
                      </a:endParaRPr>
                    </a:p>
                  </a:txBody>
                  <a:tcPr marL="0" marR="0" marT="37460" marB="0"/>
                </a:tc>
                <a:tc>
                  <a:txBody>
                    <a:bodyPr/>
                    <a:lstStyle/>
                    <a:p>
                      <a:pPr>
                        <a:lnSpc>
                          <a:spcPct val="100000"/>
                        </a:lnSpc>
                        <a:spcBef>
                          <a:spcPts val="325"/>
                        </a:spcBef>
                      </a:pPr>
                      <a:endParaRPr sz="1500">
                        <a:latin typeface="Times New Roman"/>
                        <a:cs typeface="Times New Roman"/>
                      </a:endParaRPr>
                    </a:p>
                    <a:p>
                      <a:pPr marL="206375">
                        <a:lnSpc>
                          <a:spcPts val="1960"/>
                        </a:lnSpc>
                      </a:pPr>
                      <a:r>
                        <a:rPr sz="1500" spc="-50" dirty="0">
                          <a:latin typeface="Arial MT"/>
                          <a:cs typeface="Arial MT"/>
                        </a:rPr>
                        <a:t>2</a:t>
                      </a:r>
                      <a:endParaRPr sz="1500">
                        <a:latin typeface="Arial MT"/>
                        <a:cs typeface="Arial MT"/>
                      </a:endParaRPr>
                    </a:p>
                  </a:txBody>
                  <a:tcPr marL="0" marR="0" marT="37460" marB="0"/>
                </a:tc>
                <a:tc>
                  <a:txBody>
                    <a:bodyPr/>
                    <a:lstStyle/>
                    <a:p>
                      <a:pPr>
                        <a:lnSpc>
                          <a:spcPct val="100000"/>
                        </a:lnSpc>
                        <a:spcBef>
                          <a:spcPts val="325"/>
                        </a:spcBef>
                      </a:pPr>
                      <a:endParaRPr sz="1500">
                        <a:latin typeface="Times New Roman"/>
                        <a:cs typeface="Times New Roman"/>
                      </a:endParaRPr>
                    </a:p>
                    <a:p>
                      <a:pPr algn="ctr">
                        <a:lnSpc>
                          <a:spcPts val="1960"/>
                        </a:lnSpc>
                      </a:pPr>
                      <a:r>
                        <a:rPr sz="1500" spc="-50" dirty="0">
                          <a:latin typeface="Arial MT"/>
                          <a:cs typeface="Arial MT"/>
                        </a:rPr>
                        <a:t>3</a:t>
                      </a:r>
                      <a:endParaRPr sz="1500">
                        <a:latin typeface="Arial MT"/>
                        <a:cs typeface="Arial MT"/>
                      </a:endParaRPr>
                    </a:p>
                  </a:txBody>
                  <a:tcPr marL="0" marR="0" marT="37460" marB="0"/>
                </a:tc>
                <a:tc>
                  <a:txBody>
                    <a:bodyPr/>
                    <a:lstStyle/>
                    <a:p>
                      <a:pPr>
                        <a:lnSpc>
                          <a:spcPct val="100000"/>
                        </a:lnSpc>
                        <a:spcBef>
                          <a:spcPts val="325"/>
                        </a:spcBef>
                      </a:pPr>
                      <a:endParaRPr sz="1500">
                        <a:latin typeface="Times New Roman"/>
                        <a:cs typeface="Times New Roman"/>
                      </a:endParaRPr>
                    </a:p>
                    <a:p>
                      <a:pPr marL="70485" algn="ctr">
                        <a:lnSpc>
                          <a:spcPts val="1960"/>
                        </a:lnSpc>
                      </a:pPr>
                      <a:r>
                        <a:rPr sz="1500" spc="-50" dirty="0">
                          <a:latin typeface="Arial MT"/>
                          <a:cs typeface="Arial MT"/>
                        </a:rPr>
                        <a:t>4</a:t>
                      </a:r>
                      <a:endParaRPr sz="1500">
                        <a:latin typeface="Arial MT"/>
                        <a:cs typeface="Arial MT"/>
                      </a:endParaRPr>
                    </a:p>
                  </a:txBody>
                  <a:tcPr marL="0" marR="0" marT="37460" marB="0"/>
                </a:tc>
                <a:tc>
                  <a:txBody>
                    <a:bodyPr/>
                    <a:lstStyle/>
                    <a:p>
                      <a:pPr>
                        <a:lnSpc>
                          <a:spcPct val="100000"/>
                        </a:lnSpc>
                        <a:spcBef>
                          <a:spcPts val="325"/>
                        </a:spcBef>
                      </a:pPr>
                      <a:endParaRPr sz="1500">
                        <a:latin typeface="Times New Roman"/>
                        <a:cs typeface="Times New Roman"/>
                      </a:endParaRPr>
                    </a:p>
                    <a:p>
                      <a:pPr marR="252095" algn="r">
                        <a:lnSpc>
                          <a:spcPts val="1960"/>
                        </a:lnSpc>
                      </a:pPr>
                      <a:r>
                        <a:rPr sz="1500" spc="-50" dirty="0">
                          <a:solidFill>
                            <a:srgbClr val="0000BC"/>
                          </a:solidFill>
                          <a:latin typeface="Arial MT"/>
                          <a:cs typeface="Arial MT"/>
                        </a:rPr>
                        <a:t>5</a:t>
                      </a:r>
                      <a:endParaRPr sz="1500">
                        <a:latin typeface="Arial MT"/>
                        <a:cs typeface="Arial MT"/>
                      </a:endParaRPr>
                    </a:p>
                  </a:txBody>
                  <a:tcPr marL="0" marR="0" marT="37460" marB="0"/>
                </a:tc>
                <a:extLst>
                  <a:ext uri="{0D108BD9-81ED-4DB2-BD59-A6C34878D82A}">
                    <a16:rowId xmlns:a16="http://schemas.microsoft.com/office/drawing/2014/main" val="10002"/>
                  </a:ext>
                </a:extLst>
              </a:tr>
            </a:tbl>
          </a:graphicData>
        </a:graphic>
      </p:graphicFrame>
      <p:pic>
        <p:nvPicPr>
          <p:cNvPr id="11" name="Picture 10">
            <a:extLst>
              <a:ext uri="{FF2B5EF4-FFF2-40B4-BE49-F238E27FC236}">
                <a16:creationId xmlns:a16="http://schemas.microsoft.com/office/drawing/2014/main" id="{02DEA33F-3454-E536-C2DD-C8B05234933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91800" y="1"/>
            <a:ext cx="16002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90" dirty="0"/>
              <a:t>Project</a:t>
            </a:r>
            <a:r>
              <a:rPr spc="130" dirty="0"/>
              <a:t> </a:t>
            </a:r>
            <a:r>
              <a:rPr spc="105" dirty="0"/>
              <a:t>Audits</a:t>
            </a:r>
            <a:r>
              <a:rPr spc="120" dirty="0"/>
              <a:t> </a:t>
            </a:r>
            <a:r>
              <a:rPr sz="1950" spc="-10" dirty="0"/>
              <a:t>(1/3)</a:t>
            </a:r>
            <a:endParaRPr sz="195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19</a:t>
            </a:fld>
            <a:endParaRPr spc="-25" dirty="0"/>
          </a:p>
        </p:txBody>
      </p:sp>
      <p:sp>
        <p:nvSpPr>
          <p:cNvPr id="3" name="object 3"/>
          <p:cNvSpPr txBox="1"/>
          <p:nvPr/>
        </p:nvSpPr>
        <p:spPr>
          <a:xfrm>
            <a:off x="916939" y="1761404"/>
            <a:ext cx="10358120" cy="4222750"/>
          </a:xfrm>
          <a:prstGeom prst="rect">
            <a:avLst/>
          </a:prstGeom>
        </p:spPr>
        <p:txBody>
          <a:bodyPr vert="horz" wrap="square" lIns="0" tIns="46990" rIns="0" bIns="0" rtlCol="0">
            <a:spAutoFit/>
          </a:bodyPr>
          <a:lstStyle/>
          <a:p>
            <a:pPr marL="240665" indent="-227965">
              <a:lnSpc>
                <a:spcPct val="100000"/>
              </a:lnSpc>
              <a:spcBef>
                <a:spcPts val="370"/>
              </a:spcBef>
              <a:buFont typeface="Arial MT"/>
              <a:buChar char="•"/>
              <a:tabLst>
                <a:tab pos="240665" algn="l"/>
              </a:tabLst>
            </a:pPr>
            <a:r>
              <a:rPr sz="2800" dirty="0">
                <a:latin typeface="Calibri"/>
                <a:cs typeface="Calibri"/>
              </a:rPr>
              <a:t>Project</a:t>
            </a:r>
            <a:r>
              <a:rPr sz="2800" spc="-75" dirty="0">
                <a:latin typeface="Calibri"/>
                <a:cs typeface="Calibri"/>
              </a:rPr>
              <a:t> </a:t>
            </a:r>
            <a:r>
              <a:rPr sz="2800" dirty="0">
                <a:latin typeface="Calibri"/>
                <a:cs typeface="Calibri"/>
              </a:rPr>
              <a:t>audits</a:t>
            </a:r>
            <a:r>
              <a:rPr sz="2800" spc="-65" dirty="0">
                <a:latin typeface="Calibri"/>
                <a:cs typeface="Calibri"/>
              </a:rPr>
              <a:t> </a:t>
            </a:r>
            <a:r>
              <a:rPr sz="2800" dirty="0">
                <a:latin typeface="Calibri"/>
                <a:cs typeface="Calibri"/>
              </a:rPr>
              <a:t>perform</a:t>
            </a:r>
            <a:r>
              <a:rPr sz="2800" spc="-70" dirty="0">
                <a:latin typeface="Calibri"/>
                <a:cs typeface="Calibri"/>
              </a:rPr>
              <a:t> </a:t>
            </a:r>
            <a:r>
              <a:rPr sz="2800" dirty="0">
                <a:latin typeface="Calibri"/>
                <a:cs typeface="Calibri"/>
              </a:rPr>
              <a:t>the</a:t>
            </a:r>
            <a:r>
              <a:rPr sz="2800" spc="-70" dirty="0">
                <a:latin typeface="Calibri"/>
                <a:cs typeface="Calibri"/>
              </a:rPr>
              <a:t> </a:t>
            </a:r>
            <a:r>
              <a:rPr sz="2800" spc="-10" dirty="0">
                <a:latin typeface="Calibri"/>
                <a:cs typeface="Calibri"/>
              </a:rPr>
              <a:t>following:</a:t>
            </a:r>
            <a:endParaRPr sz="2800" dirty="0">
              <a:latin typeface="Calibri"/>
              <a:cs typeface="Calibri"/>
            </a:endParaRPr>
          </a:p>
          <a:p>
            <a:pPr marL="572135" lvl="1" indent="-243204">
              <a:lnSpc>
                <a:spcPct val="100000"/>
              </a:lnSpc>
              <a:spcBef>
                <a:spcPts val="229"/>
              </a:spcBef>
              <a:buSzPct val="95833"/>
              <a:buAutoNum type="arabicPeriod"/>
              <a:tabLst>
                <a:tab pos="572135" algn="l"/>
              </a:tabLst>
            </a:pPr>
            <a:r>
              <a:rPr sz="2400" dirty="0">
                <a:latin typeface="Calibri"/>
                <a:cs typeface="Calibri"/>
              </a:rPr>
              <a:t>Examine</a:t>
            </a:r>
            <a:r>
              <a:rPr sz="2400" spc="-105" dirty="0">
                <a:latin typeface="Calibri"/>
                <a:cs typeface="Calibri"/>
              </a:rPr>
              <a:t> </a:t>
            </a:r>
            <a:r>
              <a:rPr sz="2400" dirty="0">
                <a:latin typeface="Calibri"/>
                <a:cs typeface="Calibri"/>
              </a:rPr>
              <a:t>project</a:t>
            </a:r>
            <a:r>
              <a:rPr sz="2400" spc="-114" dirty="0">
                <a:latin typeface="Calibri"/>
                <a:cs typeface="Calibri"/>
              </a:rPr>
              <a:t> </a:t>
            </a:r>
            <a:r>
              <a:rPr sz="2400" spc="-10" dirty="0">
                <a:latin typeface="Calibri"/>
                <a:cs typeface="Calibri"/>
              </a:rPr>
              <a:t>success.</a:t>
            </a:r>
            <a:endParaRPr sz="2400" dirty="0">
              <a:latin typeface="Calibri"/>
              <a:cs typeface="Calibri"/>
            </a:endParaRPr>
          </a:p>
          <a:p>
            <a:pPr marL="572135" lvl="1" indent="-243204">
              <a:lnSpc>
                <a:spcPct val="100000"/>
              </a:lnSpc>
              <a:spcBef>
                <a:spcPts val="215"/>
              </a:spcBef>
              <a:buSzPct val="95833"/>
              <a:buAutoNum type="arabicPeriod"/>
              <a:tabLst>
                <a:tab pos="572135" algn="l"/>
              </a:tabLst>
            </a:pPr>
            <a:r>
              <a:rPr sz="2400" dirty="0">
                <a:solidFill>
                  <a:srgbClr val="262EA4"/>
                </a:solidFill>
                <a:latin typeface="Calibri"/>
                <a:cs typeface="Calibri"/>
              </a:rPr>
              <a:t>Review</a:t>
            </a:r>
            <a:r>
              <a:rPr sz="2400" spc="-75" dirty="0">
                <a:solidFill>
                  <a:srgbClr val="262EA4"/>
                </a:solidFill>
                <a:latin typeface="Calibri"/>
                <a:cs typeface="Calibri"/>
              </a:rPr>
              <a:t> </a:t>
            </a:r>
            <a:r>
              <a:rPr sz="2400" dirty="0">
                <a:solidFill>
                  <a:srgbClr val="262EA4"/>
                </a:solidFill>
                <a:latin typeface="Calibri"/>
                <a:cs typeface="Calibri"/>
              </a:rPr>
              <a:t>why</a:t>
            </a:r>
            <a:r>
              <a:rPr sz="2400" spc="-70" dirty="0">
                <a:solidFill>
                  <a:srgbClr val="262EA4"/>
                </a:solidFill>
                <a:latin typeface="Calibri"/>
                <a:cs typeface="Calibri"/>
              </a:rPr>
              <a:t> </a:t>
            </a:r>
            <a:r>
              <a:rPr sz="2400" dirty="0">
                <a:solidFill>
                  <a:srgbClr val="262EA4"/>
                </a:solidFill>
                <a:latin typeface="Calibri"/>
                <a:cs typeface="Calibri"/>
              </a:rPr>
              <a:t>the</a:t>
            </a:r>
            <a:r>
              <a:rPr sz="2400" spc="-60" dirty="0">
                <a:solidFill>
                  <a:srgbClr val="262EA4"/>
                </a:solidFill>
                <a:latin typeface="Calibri"/>
                <a:cs typeface="Calibri"/>
              </a:rPr>
              <a:t> </a:t>
            </a:r>
            <a:r>
              <a:rPr sz="2400" dirty="0">
                <a:solidFill>
                  <a:srgbClr val="262EA4"/>
                </a:solidFill>
                <a:latin typeface="Calibri"/>
                <a:cs typeface="Calibri"/>
              </a:rPr>
              <a:t>project</a:t>
            </a:r>
            <a:r>
              <a:rPr sz="2400" spc="-80" dirty="0">
                <a:solidFill>
                  <a:srgbClr val="262EA4"/>
                </a:solidFill>
                <a:latin typeface="Calibri"/>
                <a:cs typeface="Calibri"/>
              </a:rPr>
              <a:t> </a:t>
            </a:r>
            <a:r>
              <a:rPr sz="2400" dirty="0">
                <a:solidFill>
                  <a:srgbClr val="262EA4"/>
                </a:solidFill>
                <a:latin typeface="Calibri"/>
                <a:cs typeface="Calibri"/>
              </a:rPr>
              <a:t>was</a:t>
            </a:r>
            <a:r>
              <a:rPr sz="2400" spc="-70" dirty="0">
                <a:solidFill>
                  <a:srgbClr val="262EA4"/>
                </a:solidFill>
                <a:latin typeface="Calibri"/>
                <a:cs typeface="Calibri"/>
              </a:rPr>
              <a:t> </a:t>
            </a:r>
            <a:r>
              <a:rPr sz="2400" spc="-10" dirty="0">
                <a:solidFill>
                  <a:srgbClr val="262EA4"/>
                </a:solidFill>
                <a:latin typeface="Calibri"/>
                <a:cs typeface="Calibri"/>
              </a:rPr>
              <a:t>selected.</a:t>
            </a:r>
            <a:endParaRPr sz="2400" dirty="0">
              <a:latin typeface="Calibri"/>
              <a:cs typeface="Calibri"/>
            </a:endParaRPr>
          </a:p>
          <a:p>
            <a:pPr marL="572135" lvl="1" indent="-243204">
              <a:lnSpc>
                <a:spcPct val="100000"/>
              </a:lnSpc>
              <a:spcBef>
                <a:spcPts val="219"/>
              </a:spcBef>
              <a:buSzPct val="95833"/>
              <a:buAutoNum type="arabicPeriod"/>
              <a:tabLst>
                <a:tab pos="572135" algn="l"/>
              </a:tabLst>
            </a:pPr>
            <a:r>
              <a:rPr sz="2400" spc="-10" dirty="0">
                <a:latin typeface="Calibri"/>
                <a:cs typeface="Calibri"/>
              </a:rPr>
              <a:t>Reassessment</a:t>
            </a:r>
            <a:r>
              <a:rPr sz="2400" spc="-45" dirty="0">
                <a:latin typeface="Calibri"/>
                <a:cs typeface="Calibri"/>
              </a:rPr>
              <a:t> </a:t>
            </a:r>
            <a:r>
              <a:rPr sz="2400" dirty="0">
                <a:latin typeface="Calibri"/>
                <a:cs typeface="Calibri"/>
              </a:rPr>
              <a:t>of</a:t>
            </a:r>
            <a:r>
              <a:rPr sz="2400" spc="-40" dirty="0">
                <a:latin typeface="Calibri"/>
                <a:cs typeface="Calibri"/>
              </a:rPr>
              <a:t> </a:t>
            </a:r>
            <a:r>
              <a:rPr sz="2400" dirty="0">
                <a:latin typeface="Calibri"/>
                <a:cs typeface="Calibri"/>
              </a:rPr>
              <a:t>the</a:t>
            </a:r>
            <a:r>
              <a:rPr sz="2400" spc="-35" dirty="0">
                <a:latin typeface="Calibri"/>
                <a:cs typeface="Calibri"/>
              </a:rPr>
              <a:t> </a:t>
            </a:r>
            <a:r>
              <a:rPr sz="2400" spc="-10" dirty="0">
                <a:latin typeface="Calibri"/>
                <a:cs typeface="Calibri"/>
              </a:rPr>
              <a:t>project’s</a:t>
            </a:r>
            <a:r>
              <a:rPr sz="2400" spc="-50" dirty="0">
                <a:latin typeface="Calibri"/>
                <a:cs typeface="Calibri"/>
              </a:rPr>
              <a:t> </a:t>
            </a:r>
            <a:r>
              <a:rPr sz="2400" dirty="0">
                <a:latin typeface="Calibri"/>
                <a:cs typeface="Calibri"/>
              </a:rPr>
              <a:t>role</a:t>
            </a:r>
            <a:r>
              <a:rPr sz="2400" spc="-35" dirty="0">
                <a:latin typeface="Calibri"/>
                <a:cs typeface="Calibri"/>
              </a:rPr>
              <a:t> </a:t>
            </a:r>
            <a:r>
              <a:rPr sz="2400" dirty="0">
                <a:latin typeface="Calibri"/>
                <a:cs typeface="Calibri"/>
              </a:rPr>
              <a:t>in</a:t>
            </a:r>
            <a:r>
              <a:rPr sz="2400" spc="-35" dirty="0">
                <a:latin typeface="Calibri"/>
                <a:cs typeface="Calibri"/>
              </a:rPr>
              <a:t> </a:t>
            </a:r>
            <a:r>
              <a:rPr sz="2400" dirty="0">
                <a:latin typeface="Calibri"/>
                <a:cs typeface="Calibri"/>
              </a:rPr>
              <a:t>the</a:t>
            </a:r>
            <a:r>
              <a:rPr sz="2400" spc="-35" dirty="0">
                <a:latin typeface="Calibri"/>
                <a:cs typeface="Calibri"/>
              </a:rPr>
              <a:t> </a:t>
            </a:r>
            <a:r>
              <a:rPr sz="2400" spc="-25" dirty="0">
                <a:latin typeface="Calibri"/>
                <a:cs typeface="Calibri"/>
              </a:rPr>
              <a:t>organization’s</a:t>
            </a:r>
            <a:r>
              <a:rPr sz="2400" spc="-40" dirty="0">
                <a:latin typeface="Calibri"/>
                <a:cs typeface="Calibri"/>
              </a:rPr>
              <a:t> </a:t>
            </a:r>
            <a:r>
              <a:rPr sz="2400" spc="-10" dirty="0">
                <a:latin typeface="Calibri"/>
                <a:cs typeface="Calibri"/>
              </a:rPr>
              <a:t>priorities.</a:t>
            </a:r>
            <a:endParaRPr sz="2400" dirty="0">
              <a:latin typeface="Calibri"/>
              <a:cs typeface="Calibri"/>
            </a:endParaRPr>
          </a:p>
          <a:p>
            <a:pPr marL="546100" marR="5080" lvl="1" indent="-217170">
              <a:lnSpc>
                <a:spcPts val="2590"/>
              </a:lnSpc>
              <a:spcBef>
                <a:spcPts val="565"/>
              </a:spcBef>
              <a:buSzPct val="95833"/>
              <a:buAutoNum type="arabicPeriod"/>
              <a:tabLst>
                <a:tab pos="546100" algn="l"/>
                <a:tab pos="572135" algn="l"/>
              </a:tabLst>
            </a:pPr>
            <a:r>
              <a:rPr sz="2400" dirty="0">
                <a:solidFill>
                  <a:srgbClr val="262EA4"/>
                </a:solidFill>
                <a:latin typeface="Calibri"/>
                <a:cs typeface="Calibri"/>
              </a:rPr>
              <a:t>Check</a:t>
            </a:r>
            <a:r>
              <a:rPr sz="2400" spc="120" dirty="0">
                <a:solidFill>
                  <a:srgbClr val="262EA4"/>
                </a:solidFill>
                <a:latin typeface="Calibri"/>
                <a:cs typeface="Calibri"/>
              </a:rPr>
              <a:t> </a:t>
            </a:r>
            <a:r>
              <a:rPr sz="2400" dirty="0">
                <a:solidFill>
                  <a:srgbClr val="262EA4"/>
                </a:solidFill>
                <a:latin typeface="Calibri"/>
                <a:cs typeface="Calibri"/>
              </a:rPr>
              <a:t>on</a:t>
            </a:r>
            <a:r>
              <a:rPr sz="2400" spc="130" dirty="0">
                <a:solidFill>
                  <a:srgbClr val="262EA4"/>
                </a:solidFill>
                <a:latin typeface="Calibri"/>
                <a:cs typeface="Calibri"/>
              </a:rPr>
              <a:t> </a:t>
            </a:r>
            <a:r>
              <a:rPr sz="2400" dirty="0">
                <a:solidFill>
                  <a:srgbClr val="262EA4"/>
                </a:solidFill>
                <a:latin typeface="Calibri"/>
                <a:cs typeface="Calibri"/>
              </a:rPr>
              <a:t>the</a:t>
            </a:r>
            <a:r>
              <a:rPr sz="2400" spc="135" dirty="0">
                <a:solidFill>
                  <a:srgbClr val="262EA4"/>
                </a:solidFill>
                <a:latin typeface="Calibri"/>
                <a:cs typeface="Calibri"/>
              </a:rPr>
              <a:t> </a:t>
            </a:r>
            <a:r>
              <a:rPr sz="2400" dirty="0">
                <a:solidFill>
                  <a:srgbClr val="262EA4"/>
                </a:solidFill>
                <a:latin typeface="Calibri"/>
                <a:cs typeface="Calibri"/>
              </a:rPr>
              <a:t>organizational</a:t>
            </a:r>
            <a:r>
              <a:rPr sz="2400" spc="130" dirty="0">
                <a:solidFill>
                  <a:srgbClr val="262EA4"/>
                </a:solidFill>
                <a:latin typeface="Calibri"/>
                <a:cs typeface="Calibri"/>
              </a:rPr>
              <a:t> </a:t>
            </a:r>
            <a:r>
              <a:rPr sz="2400" dirty="0">
                <a:solidFill>
                  <a:srgbClr val="262EA4"/>
                </a:solidFill>
                <a:latin typeface="Calibri"/>
                <a:cs typeface="Calibri"/>
              </a:rPr>
              <a:t>culture</a:t>
            </a:r>
            <a:r>
              <a:rPr sz="2400" spc="135" dirty="0">
                <a:solidFill>
                  <a:srgbClr val="262EA4"/>
                </a:solidFill>
                <a:latin typeface="Calibri"/>
                <a:cs typeface="Calibri"/>
              </a:rPr>
              <a:t> </a:t>
            </a:r>
            <a:r>
              <a:rPr sz="2400" dirty="0">
                <a:solidFill>
                  <a:srgbClr val="262EA4"/>
                </a:solidFill>
                <a:latin typeface="Calibri"/>
                <a:cs typeface="Calibri"/>
              </a:rPr>
              <a:t>to</a:t>
            </a:r>
            <a:r>
              <a:rPr sz="2400" spc="125" dirty="0">
                <a:solidFill>
                  <a:srgbClr val="262EA4"/>
                </a:solidFill>
                <a:latin typeface="Calibri"/>
                <a:cs typeface="Calibri"/>
              </a:rPr>
              <a:t> </a:t>
            </a:r>
            <a:r>
              <a:rPr sz="2400" dirty="0">
                <a:solidFill>
                  <a:srgbClr val="262EA4"/>
                </a:solidFill>
                <a:latin typeface="Calibri"/>
                <a:cs typeface="Calibri"/>
              </a:rPr>
              <a:t>ensure</a:t>
            </a:r>
            <a:r>
              <a:rPr sz="2400" spc="135" dirty="0">
                <a:solidFill>
                  <a:srgbClr val="262EA4"/>
                </a:solidFill>
                <a:latin typeface="Calibri"/>
                <a:cs typeface="Calibri"/>
              </a:rPr>
              <a:t> </a:t>
            </a:r>
            <a:r>
              <a:rPr sz="2400" dirty="0">
                <a:solidFill>
                  <a:srgbClr val="262EA4"/>
                </a:solidFill>
                <a:latin typeface="Calibri"/>
                <a:cs typeface="Calibri"/>
              </a:rPr>
              <a:t>it</a:t>
            </a:r>
            <a:r>
              <a:rPr sz="2400" spc="125" dirty="0">
                <a:solidFill>
                  <a:srgbClr val="262EA4"/>
                </a:solidFill>
                <a:latin typeface="Calibri"/>
                <a:cs typeface="Calibri"/>
              </a:rPr>
              <a:t> </a:t>
            </a:r>
            <a:r>
              <a:rPr sz="2400" dirty="0">
                <a:solidFill>
                  <a:srgbClr val="262EA4"/>
                </a:solidFill>
                <a:latin typeface="Calibri"/>
                <a:cs typeface="Calibri"/>
              </a:rPr>
              <a:t>facilitates</a:t>
            </a:r>
            <a:r>
              <a:rPr sz="2400" spc="120" dirty="0">
                <a:solidFill>
                  <a:srgbClr val="262EA4"/>
                </a:solidFill>
                <a:latin typeface="Calibri"/>
                <a:cs typeface="Calibri"/>
              </a:rPr>
              <a:t> </a:t>
            </a:r>
            <a:r>
              <a:rPr sz="2400" dirty="0">
                <a:solidFill>
                  <a:srgbClr val="262EA4"/>
                </a:solidFill>
                <a:latin typeface="Calibri"/>
                <a:cs typeface="Calibri"/>
              </a:rPr>
              <a:t>the</a:t>
            </a:r>
            <a:r>
              <a:rPr sz="2400" spc="135" dirty="0">
                <a:solidFill>
                  <a:srgbClr val="262EA4"/>
                </a:solidFill>
                <a:latin typeface="Calibri"/>
                <a:cs typeface="Calibri"/>
              </a:rPr>
              <a:t> </a:t>
            </a:r>
            <a:r>
              <a:rPr sz="2400" dirty="0">
                <a:solidFill>
                  <a:srgbClr val="262EA4"/>
                </a:solidFill>
                <a:latin typeface="Calibri"/>
                <a:cs typeface="Calibri"/>
              </a:rPr>
              <a:t>type</a:t>
            </a:r>
            <a:r>
              <a:rPr sz="2400" spc="135" dirty="0">
                <a:solidFill>
                  <a:srgbClr val="262EA4"/>
                </a:solidFill>
                <a:latin typeface="Calibri"/>
                <a:cs typeface="Calibri"/>
              </a:rPr>
              <a:t> </a:t>
            </a:r>
            <a:r>
              <a:rPr sz="2400" dirty="0">
                <a:solidFill>
                  <a:srgbClr val="262EA4"/>
                </a:solidFill>
                <a:latin typeface="Calibri"/>
                <a:cs typeface="Calibri"/>
              </a:rPr>
              <a:t>of</a:t>
            </a:r>
            <a:r>
              <a:rPr sz="2400" spc="130" dirty="0">
                <a:solidFill>
                  <a:srgbClr val="262EA4"/>
                </a:solidFill>
                <a:latin typeface="Calibri"/>
                <a:cs typeface="Calibri"/>
              </a:rPr>
              <a:t> </a:t>
            </a:r>
            <a:r>
              <a:rPr sz="2400" spc="-10" dirty="0">
                <a:solidFill>
                  <a:srgbClr val="262EA4"/>
                </a:solidFill>
                <a:latin typeface="Calibri"/>
                <a:cs typeface="Calibri"/>
              </a:rPr>
              <a:t>project </a:t>
            </a:r>
            <a:r>
              <a:rPr sz="2400" dirty="0">
                <a:solidFill>
                  <a:srgbClr val="262EA4"/>
                </a:solidFill>
                <a:latin typeface="Calibri"/>
                <a:cs typeface="Calibri"/>
              </a:rPr>
              <a:t>being</a:t>
            </a:r>
            <a:r>
              <a:rPr sz="2400" spc="-40" dirty="0">
                <a:solidFill>
                  <a:srgbClr val="262EA4"/>
                </a:solidFill>
                <a:latin typeface="Calibri"/>
                <a:cs typeface="Calibri"/>
              </a:rPr>
              <a:t> </a:t>
            </a:r>
            <a:r>
              <a:rPr sz="2400" spc="-10" dirty="0">
                <a:solidFill>
                  <a:srgbClr val="262EA4"/>
                </a:solidFill>
                <a:latin typeface="Calibri"/>
                <a:cs typeface="Calibri"/>
              </a:rPr>
              <a:t>implemented.</a:t>
            </a:r>
            <a:endParaRPr sz="2400" dirty="0">
              <a:latin typeface="Calibri"/>
              <a:cs typeface="Calibri"/>
            </a:endParaRPr>
          </a:p>
          <a:p>
            <a:pPr marL="572135" lvl="1" indent="-243204">
              <a:lnSpc>
                <a:spcPct val="100000"/>
              </a:lnSpc>
              <a:spcBef>
                <a:spcPts val="85"/>
              </a:spcBef>
              <a:buSzPct val="95833"/>
              <a:buAutoNum type="arabicPeriod"/>
              <a:tabLst>
                <a:tab pos="572135" algn="l"/>
              </a:tabLst>
            </a:pPr>
            <a:r>
              <a:rPr sz="2400" dirty="0">
                <a:latin typeface="Calibri"/>
                <a:cs typeface="Calibri"/>
              </a:rPr>
              <a:t>Assess</a:t>
            </a:r>
            <a:r>
              <a:rPr sz="2400" spc="-50" dirty="0">
                <a:latin typeface="Calibri"/>
                <a:cs typeface="Calibri"/>
              </a:rPr>
              <a:t> </a:t>
            </a:r>
            <a:r>
              <a:rPr sz="2400" dirty="0">
                <a:latin typeface="Calibri"/>
                <a:cs typeface="Calibri"/>
              </a:rPr>
              <a:t>if</a:t>
            </a:r>
            <a:r>
              <a:rPr sz="2400" spc="-45"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project</a:t>
            </a:r>
            <a:r>
              <a:rPr sz="2400" spc="-55" dirty="0">
                <a:latin typeface="Calibri"/>
                <a:cs typeface="Calibri"/>
              </a:rPr>
              <a:t> </a:t>
            </a:r>
            <a:r>
              <a:rPr sz="2400" dirty="0">
                <a:latin typeface="Calibri"/>
                <a:cs typeface="Calibri"/>
              </a:rPr>
              <a:t>team</a:t>
            </a:r>
            <a:r>
              <a:rPr sz="2400" spc="-55" dirty="0">
                <a:latin typeface="Calibri"/>
                <a:cs typeface="Calibri"/>
              </a:rPr>
              <a:t> </a:t>
            </a:r>
            <a:r>
              <a:rPr sz="2400" dirty="0">
                <a:latin typeface="Calibri"/>
                <a:cs typeface="Calibri"/>
              </a:rPr>
              <a:t>is</a:t>
            </a:r>
            <a:r>
              <a:rPr sz="2400" spc="-50" dirty="0">
                <a:latin typeface="Calibri"/>
                <a:cs typeface="Calibri"/>
              </a:rPr>
              <a:t> </a:t>
            </a:r>
            <a:r>
              <a:rPr sz="2400" dirty="0">
                <a:latin typeface="Calibri"/>
                <a:cs typeface="Calibri"/>
              </a:rPr>
              <a:t>functioning</a:t>
            </a:r>
            <a:r>
              <a:rPr sz="2400" spc="-55" dirty="0">
                <a:latin typeface="Calibri"/>
                <a:cs typeface="Calibri"/>
              </a:rPr>
              <a:t> </a:t>
            </a:r>
            <a:r>
              <a:rPr sz="2400" dirty="0">
                <a:latin typeface="Calibri"/>
                <a:cs typeface="Calibri"/>
              </a:rPr>
              <a:t>well</a:t>
            </a:r>
            <a:r>
              <a:rPr sz="2400" spc="-45" dirty="0">
                <a:latin typeface="Calibri"/>
                <a:cs typeface="Calibri"/>
              </a:rPr>
              <a:t> </a:t>
            </a:r>
            <a:r>
              <a:rPr sz="2400" dirty="0">
                <a:latin typeface="Calibri"/>
                <a:cs typeface="Calibri"/>
              </a:rPr>
              <a:t>and</a:t>
            </a:r>
            <a:r>
              <a:rPr sz="2400" spc="-45" dirty="0">
                <a:latin typeface="Calibri"/>
                <a:cs typeface="Calibri"/>
              </a:rPr>
              <a:t> </a:t>
            </a:r>
            <a:r>
              <a:rPr sz="2400" dirty="0">
                <a:latin typeface="Calibri"/>
                <a:cs typeface="Calibri"/>
              </a:rPr>
              <a:t>is</a:t>
            </a:r>
            <a:r>
              <a:rPr sz="2400" spc="-50" dirty="0">
                <a:latin typeface="Calibri"/>
                <a:cs typeface="Calibri"/>
              </a:rPr>
              <a:t> </a:t>
            </a:r>
            <a:r>
              <a:rPr sz="2400" spc="-10" dirty="0">
                <a:latin typeface="Calibri"/>
                <a:cs typeface="Calibri"/>
              </a:rPr>
              <a:t>appropriately</a:t>
            </a:r>
            <a:r>
              <a:rPr sz="2400" spc="-45" dirty="0">
                <a:latin typeface="Calibri"/>
                <a:cs typeface="Calibri"/>
              </a:rPr>
              <a:t> </a:t>
            </a:r>
            <a:r>
              <a:rPr sz="2400" spc="-10" dirty="0">
                <a:latin typeface="Calibri"/>
                <a:cs typeface="Calibri"/>
              </a:rPr>
              <a:t>staffed.</a:t>
            </a:r>
            <a:endParaRPr sz="2400" dirty="0">
              <a:latin typeface="Calibri"/>
              <a:cs typeface="Calibri"/>
            </a:endParaRPr>
          </a:p>
          <a:p>
            <a:pPr marL="546100" marR="5080" lvl="1" indent="-217170" algn="just">
              <a:lnSpc>
                <a:spcPct val="90400"/>
              </a:lnSpc>
              <a:spcBef>
                <a:spcPts val="495"/>
              </a:spcBef>
              <a:buSzPct val="95833"/>
              <a:buAutoNum type="arabicPeriod"/>
              <a:tabLst>
                <a:tab pos="546100" algn="l"/>
                <a:tab pos="572135" algn="l"/>
              </a:tabLst>
            </a:pPr>
            <a:r>
              <a:rPr sz="2400" dirty="0">
                <a:solidFill>
                  <a:srgbClr val="262EA4"/>
                </a:solidFill>
                <a:latin typeface="Calibri"/>
                <a:cs typeface="Calibri"/>
              </a:rPr>
              <a:t>Audits</a:t>
            </a:r>
            <a:r>
              <a:rPr sz="2400" spc="235" dirty="0">
                <a:solidFill>
                  <a:srgbClr val="262EA4"/>
                </a:solidFill>
                <a:latin typeface="Calibri"/>
                <a:cs typeface="Calibri"/>
              </a:rPr>
              <a:t> </a:t>
            </a:r>
            <a:r>
              <a:rPr sz="2400" dirty="0">
                <a:solidFill>
                  <a:srgbClr val="262EA4"/>
                </a:solidFill>
                <a:latin typeface="Calibri"/>
                <a:cs typeface="Calibri"/>
              </a:rPr>
              <a:t>of</a:t>
            </a:r>
            <a:r>
              <a:rPr sz="2400" spc="240" dirty="0">
                <a:solidFill>
                  <a:srgbClr val="262EA4"/>
                </a:solidFill>
                <a:latin typeface="Calibri"/>
                <a:cs typeface="Calibri"/>
              </a:rPr>
              <a:t> </a:t>
            </a:r>
            <a:r>
              <a:rPr sz="2400" dirty="0">
                <a:solidFill>
                  <a:srgbClr val="262EA4"/>
                </a:solidFill>
                <a:latin typeface="Calibri"/>
                <a:cs typeface="Calibri"/>
              </a:rPr>
              <a:t>projects</a:t>
            </a:r>
            <a:r>
              <a:rPr sz="2400" spc="229" dirty="0">
                <a:solidFill>
                  <a:srgbClr val="262EA4"/>
                </a:solidFill>
                <a:latin typeface="Calibri"/>
                <a:cs typeface="Calibri"/>
              </a:rPr>
              <a:t> </a:t>
            </a:r>
            <a:r>
              <a:rPr sz="2400" dirty="0">
                <a:solidFill>
                  <a:srgbClr val="262EA4"/>
                </a:solidFill>
                <a:latin typeface="Calibri"/>
                <a:cs typeface="Calibri"/>
              </a:rPr>
              <a:t>in</a:t>
            </a:r>
            <a:r>
              <a:rPr sz="2400" spc="235" dirty="0">
                <a:solidFill>
                  <a:srgbClr val="262EA4"/>
                </a:solidFill>
                <a:latin typeface="Calibri"/>
                <a:cs typeface="Calibri"/>
              </a:rPr>
              <a:t> </a:t>
            </a:r>
            <a:r>
              <a:rPr sz="2400" dirty="0">
                <a:solidFill>
                  <a:srgbClr val="262EA4"/>
                </a:solidFill>
                <a:latin typeface="Calibri"/>
                <a:cs typeface="Calibri"/>
              </a:rPr>
              <a:t>process</a:t>
            </a:r>
            <a:r>
              <a:rPr sz="2400" spc="235" dirty="0">
                <a:solidFill>
                  <a:srgbClr val="262EA4"/>
                </a:solidFill>
                <a:latin typeface="Calibri"/>
                <a:cs typeface="Calibri"/>
              </a:rPr>
              <a:t> </a:t>
            </a:r>
            <a:r>
              <a:rPr sz="2400" dirty="0">
                <a:solidFill>
                  <a:srgbClr val="262EA4"/>
                </a:solidFill>
                <a:latin typeface="Calibri"/>
                <a:cs typeface="Calibri"/>
              </a:rPr>
              <a:t>should</a:t>
            </a:r>
            <a:r>
              <a:rPr sz="2400" spc="240" dirty="0">
                <a:solidFill>
                  <a:srgbClr val="262EA4"/>
                </a:solidFill>
                <a:latin typeface="Calibri"/>
                <a:cs typeface="Calibri"/>
              </a:rPr>
              <a:t> </a:t>
            </a:r>
            <a:r>
              <a:rPr sz="2400" dirty="0">
                <a:solidFill>
                  <a:srgbClr val="262EA4"/>
                </a:solidFill>
                <a:latin typeface="Calibri"/>
                <a:cs typeface="Calibri"/>
              </a:rPr>
              <a:t>include</a:t>
            </a:r>
            <a:r>
              <a:rPr sz="2400" spc="240" dirty="0">
                <a:solidFill>
                  <a:srgbClr val="262EA4"/>
                </a:solidFill>
                <a:latin typeface="Calibri"/>
                <a:cs typeface="Calibri"/>
              </a:rPr>
              <a:t> </a:t>
            </a:r>
            <a:r>
              <a:rPr sz="2400" dirty="0">
                <a:solidFill>
                  <a:srgbClr val="262EA4"/>
                </a:solidFill>
                <a:latin typeface="Calibri"/>
                <a:cs typeface="Calibri"/>
              </a:rPr>
              <a:t>a</a:t>
            </a:r>
            <a:r>
              <a:rPr sz="2400" spc="235" dirty="0">
                <a:solidFill>
                  <a:srgbClr val="262EA4"/>
                </a:solidFill>
                <a:latin typeface="Calibri"/>
                <a:cs typeface="Calibri"/>
              </a:rPr>
              <a:t> </a:t>
            </a:r>
            <a:r>
              <a:rPr sz="2400" dirty="0">
                <a:solidFill>
                  <a:srgbClr val="262EA4"/>
                </a:solidFill>
                <a:latin typeface="Calibri"/>
                <a:cs typeface="Calibri"/>
              </a:rPr>
              <a:t>check</a:t>
            </a:r>
            <a:r>
              <a:rPr sz="2400" spc="240" dirty="0">
                <a:solidFill>
                  <a:srgbClr val="262EA4"/>
                </a:solidFill>
                <a:latin typeface="Calibri"/>
                <a:cs typeface="Calibri"/>
              </a:rPr>
              <a:t> </a:t>
            </a:r>
            <a:r>
              <a:rPr sz="2400" dirty="0">
                <a:solidFill>
                  <a:srgbClr val="262EA4"/>
                </a:solidFill>
                <a:latin typeface="Calibri"/>
                <a:cs typeface="Calibri"/>
              </a:rPr>
              <a:t>on</a:t>
            </a:r>
            <a:r>
              <a:rPr sz="2400" spc="240" dirty="0">
                <a:solidFill>
                  <a:srgbClr val="262EA4"/>
                </a:solidFill>
                <a:latin typeface="Calibri"/>
                <a:cs typeface="Calibri"/>
              </a:rPr>
              <a:t> </a:t>
            </a:r>
            <a:r>
              <a:rPr sz="2400" dirty="0">
                <a:solidFill>
                  <a:srgbClr val="262EA4"/>
                </a:solidFill>
                <a:latin typeface="Calibri"/>
                <a:cs typeface="Calibri"/>
              </a:rPr>
              <a:t>external</a:t>
            </a:r>
            <a:r>
              <a:rPr sz="2400" spc="235" dirty="0">
                <a:solidFill>
                  <a:srgbClr val="262EA4"/>
                </a:solidFill>
                <a:latin typeface="Calibri"/>
                <a:cs typeface="Calibri"/>
              </a:rPr>
              <a:t> </a:t>
            </a:r>
            <a:r>
              <a:rPr sz="2400" dirty="0">
                <a:solidFill>
                  <a:srgbClr val="262EA4"/>
                </a:solidFill>
                <a:latin typeface="Calibri"/>
                <a:cs typeface="Calibri"/>
              </a:rPr>
              <a:t>factors</a:t>
            </a:r>
            <a:r>
              <a:rPr sz="2400" spc="235" dirty="0">
                <a:solidFill>
                  <a:srgbClr val="262EA4"/>
                </a:solidFill>
                <a:latin typeface="Calibri"/>
                <a:cs typeface="Calibri"/>
              </a:rPr>
              <a:t> </a:t>
            </a:r>
            <a:r>
              <a:rPr sz="2400" spc="-20" dirty="0">
                <a:solidFill>
                  <a:srgbClr val="262EA4"/>
                </a:solidFill>
                <a:latin typeface="Calibri"/>
                <a:cs typeface="Calibri"/>
              </a:rPr>
              <a:t>that </a:t>
            </a:r>
            <a:r>
              <a:rPr sz="2400" dirty="0">
                <a:solidFill>
                  <a:srgbClr val="262EA4"/>
                </a:solidFill>
                <a:latin typeface="Calibri"/>
                <a:cs typeface="Calibri"/>
              </a:rPr>
              <a:t>might</a:t>
            </a:r>
            <a:r>
              <a:rPr sz="2400" spc="360" dirty="0">
                <a:solidFill>
                  <a:srgbClr val="262EA4"/>
                </a:solidFill>
                <a:latin typeface="Calibri"/>
                <a:cs typeface="Calibri"/>
              </a:rPr>
              <a:t> </a:t>
            </a:r>
            <a:r>
              <a:rPr sz="2400" dirty="0">
                <a:solidFill>
                  <a:srgbClr val="262EA4"/>
                </a:solidFill>
                <a:latin typeface="Calibri"/>
                <a:cs typeface="Calibri"/>
              </a:rPr>
              <a:t>change</a:t>
            </a:r>
            <a:r>
              <a:rPr sz="2400" spc="370" dirty="0">
                <a:solidFill>
                  <a:srgbClr val="262EA4"/>
                </a:solidFill>
                <a:latin typeface="Calibri"/>
                <a:cs typeface="Calibri"/>
              </a:rPr>
              <a:t> </a:t>
            </a:r>
            <a:r>
              <a:rPr sz="2400" dirty="0">
                <a:solidFill>
                  <a:srgbClr val="262EA4"/>
                </a:solidFill>
                <a:latin typeface="Calibri"/>
                <a:cs typeface="Calibri"/>
              </a:rPr>
              <a:t>where</a:t>
            </a:r>
            <a:r>
              <a:rPr sz="2400" spc="365" dirty="0">
                <a:solidFill>
                  <a:srgbClr val="262EA4"/>
                </a:solidFill>
                <a:latin typeface="Calibri"/>
                <a:cs typeface="Calibri"/>
              </a:rPr>
              <a:t> </a:t>
            </a:r>
            <a:r>
              <a:rPr sz="2400" dirty="0">
                <a:solidFill>
                  <a:srgbClr val="262EA4"/>
                </a:solidFill>
                <a:latin typeface="Calibri"/>
                <a:cs typeface="Calibri"/>
              </a:rPr>
              <a:t>the</a:t>
            </a:r>
            <a:r>
              <a:rPr sz="2400" spc="365" dirty="0">
                <a:solidFill>
                  <a:srgbClr val="262EA4"/>
                </a:solidFill>
                <a:latin typeface="Calibri"/>
                <a:cs typeface="Calibri"/>
              </a:rPr>
              <a:t> </a:t>
            </a:r>
            <a:r>
              <a:rPr sz="2400" dirty="0">
                <a:solidFill>
                  <a:srgbClr val="262EA4"/>
                </a:solidFill>
                <a:latin typeface="Calibri"/>
                <a:cs typeface="Calibri"/>
              </a:rPr>
              <a:t>project</a:t>
            </a:r>
            <a:r>
              <a:rPr sz="2400" spc="350" dirty="0">
                <a:solidFill>
                  <a:srgbClr val="262EA4"/>
                </a:solidFill>
                <a:latin typeface="Calibri"/>
                <a:cs typeface="Calibri"/>
              </a:rPr>
              <a:t> </a:t>
            </a:r>
            <a:r>
              <a:rPr sz="2400" dirty="0">
                <a:solidFill>
                  <a:srgbClr val="262EA4"/>
                </a:solidFill>
                <a:latin typeface="Calibri"/>
                <a:cs typeface="Calibri"/>
              </a:rPr>
              <a:t>is</a:t>
            </a:r>
            <a:r>
              <a:rPr sz="2400" spc="360" dirty="0">
                <a:solidFill>
                  <a:srgbClr val="262EA4"/>
                </a:solidFill>
                <a:latin typeface="Calibri"/>
                <a:cs typeface="Calibri"/>
              </a:rPr>
              <a:t> </a:t>
            </a:r>
            <a:r>
              <a:rPr sz="2400" dirty="0">
                <a:solidFill>
                  <a:srgbClr val="262EA4"/>
                </a:solidFill>
                <a:latin typeface="Calibri"/>
                <a:cs typeface="Calibri"/>
              </a:rPr>
              <a:t>heading</a:t>
            </a:r>
            <a:r>
              <a:rPr sz="2400" spc="360" dirty="0">
                <a:solidFill>
                  <a:srgbClr val="262EA4"/>
                </a:solidFill>
                <a:latin typeface="Calibri"/>
                <a:cs typeface="Calibri"/>
              </a:rPr>
              <a:t> </a:t>
            </a:r>
            <a:r>
              <a:rPr sz="2400" dirty="0">
                <a:solidFill>
                  <a:srgbClr val="262EA4"/>
                </a:solidFill>
                <a:latin typeface="Calibri"/>
                <a:cs typeface="Calibri"/>
              </a:rPr>
              <a:t>or</a:t>
            </a:r>
            <a:r>
              <a:rPr sz="2400" spc="360" dirty="0">
                <a:solidFill>
                  <a:srgbClr val="262EA4"/>
                </a:solidFill>
                <a:latin typeface="Calibri"/>
                <a:cs typeface="Calibri"/>
              </a:rPr>
              <a:t> </a:t>
            </a:r>
            <a:r>
              <a:rPr sz="2400" dirty="0">
                <a:solidFill>
                  <a:srgbClr val="262EA4"/>
                </a:solidFill>
                <a:latin typeface="Calibri"/>
                <a:cs typeface="Calibri"/>
              </a:rPr>
              <a:t>its</a:t>
            </a:r>
            <a:r>
              <a:rPr sz="2400" spc="360" dirty="0">
                <a:solidFill>
                  <a:srgbClr val="262EA4"/>
                </a:solidFill>
                <a:latin typeface="Calibri"/>
                <a:cs typeface="Calibri"/>
              </a:rPr>
              <a:t> </a:t>
            </a:r>
            <a:r>
              <a:rPr sz="2400" spc="-20" dirty="0">
                <a:solidFill>
                  <a:srgbClr val="262EA4"/>
                </a:solidFill>
                <a:latin typeface="Calibri"/>
                <a:cs typeface="Calibri"/>
              </a:rPr>
              <a:t>importance—</a:t>
            </a:r>
            <a:r>
              <a:rPr sz="2400" dirty="0">
                <a:solidFill>
                  <a:srgbClr val="262EA4"/>
                </a:solidFill>
                <a:latin typeface="Calibri"/>
                <a:cs typeface="Calibri"/>
              </a:rPr>
              <a:t>for</a:t>
            </a:r>
            <a:r>
              <a:rPr sz="2400" spc="360" dirty="0">
                <a:solidFill>
                  <a:srgbClr val="262EA4"/>
                </a:solidFill>
                <a:latin typeface="Calibri"/>
                <a:cs typeface="Calibri"/>
              </a:rPr>
              <a:t> </a:t>
            </a:r>
            <a:r>
              <a:rPr sz="2400" spc="-10" dirty="0">
                <a:solidFill>
                  <a:srgbClr val="262EA4"/>
                </a:solidFill>
                <a:latin typeface="Calibri"/>
                <a:cs typeface="Calibri"/>
              </a:rPr>
              <a:t>example, </a:t>
            </a:r>
            <a:r>
              <a:rPr sz="2400" spc="-20" dirty="0">
                <a:solidFill>
                  <a:srgbClr val="262EA4"/>
                </a:solidFill>
                <a:latin typeface="Calibri"/>
                <a:cs typeface="Calibri"/>
              </a:rPr>
              <a:t>technology,</a:t>
            </a:r>
            <a:r>
              <a:rPr sz="2400" spc="-90" dirty="0">
                <a:solidFill>
                  <a:srgbClr val="262EA4"/>
                </a:solidFill>
                <a:latin typeface="Calibri"/>
                <a:cs typeface="Calibri"/>
              </a:rPr>
              <a:t> </a:t>
            </a:r>
            <a:r>
              <a:rPr sz="2400" spc="-10" dirty="0">
                <a:solidFill>
                  <a:srgbClr val="262EA4"/>
                </a:solidFill>
                <a:latin typeface="Calibri"/>
                <a:cs typeface="Calibri"/>
              </a:rPr>
              <a:t>government</a:t>
            </a:r>
            <a:r>
              <a:rPr sz="2400" spc="-85" dirty="0">
                <a:solidFill>
                  <a:srgbClr val="262EA4"/>
                </a:solidFill>
                <a:latin typeface="Calibri"/>
                <a:cs typeface="Calibri"/>
              </a:rPr>
              <a:t> </a:t>
            </a:r>
            <a:r>
              <a:rPr sz="2400" dirty="0">
                <a:solidFill>
                  <a:srgbClr val="262EA4"/>
                </a:solidFill>
                <a:latin typeface="Calibri"/>
                <a:cs typeface="Calibri"/>
              </a:rPr>
              <a:t>laws,</a:t>
            </a:r>
            <a:r>
              <a:rPr sz="2400" spc="-85" dirty="0">
                <a:solidFill>
                  <a:srgbClr val="262EA4"/>
                </a:solidFill>
                <a:latin typeface="Calibri"/>
                <a:cs typeface="Calibri"/>
              </a:rPr>
              <a:t> </a:t>
            </a:r>
            <a:r>
              <a:rPr sz="2400" dirty="0">
                <a:solidFill>
                  <a:srgbClr val="262EA4"/>
                </a:solidFill>
                <a:latin typeface="Calibri"/>
                <a:cs typeface="Calibri"/>
              </a:rPr>
              <a:t>competitive</a:t>
            </a:r>
            <a:r>
              <a:rPr sz="2400" spc="-80" dirty="0">
                <a:solidFill>
                  <a:srgbClr val="262EA4"/>
                </a:solidFill>
                <a:latin typeface="Calibri"/>
                <a:cs typeface="Calibri"/>
              </a:rPr>
              <a:t> </a:t>
            </a:r>
            <a:r>
              <a:rPr sz="2400" spc="-10" dirty="0">
                <a:solidFill>
                  <a:srgbClr val="262EA4"/>
                </a:solidFill>
                <a:latin typeface="Calibri"/>
                <a:cs typeface="Calibri"/>
              </a:rPr>
              <a:t>products.</a:t>
            </a:r>
            <a:endParaRPr sz="2400" dirty="0">
              <a:latin typeface="Calibri"/>
              <a:cs typeface="Calibri"/>
            </a:endParaRPr>
          </a:p>
          <a:p>
            <a:pPr marL="572135" lvl="1" indent="-243204" algn="just">
              <a:lnSpc>
                <a:spcPct val="100000"/>
              </a:lnSpc>
              <a:spcBef>
                <a:spcPts val="215"/>
              </a:spcBef>
              <a:buSzPct val="95833"/>
              <a:buAutoNum type="arabicPeriod"/>
              <a:tabLst>
                <a:tab pos="572135" algn="l"/>
              </a:tabLst>
            </a:pPr>
            <a:r>
              <a:rPr sz="2400" dirty="0">
                <a:latin typeface="Calibri"/>
                <a:cs typeface="Calibri"/>
              </a:rPr>
              <a:t>Review</a:t>
            </a:r>
            <a:r>
              <a:rPr sz="2400" spc="-70" dirty="0">
                <a:latin typeface="Calibri"/>
                <a:cs typeface="Calibri"/>
              </a:rPr>
              <a:t> </a:t>
            </a:r>
            <a:r>
              <a:rPr sz="2400" dirty="0">
                <a:latin typeface="Calibri"/>
                <a:cs typeface="Calibri"/>
              </a:rPr>
              <a:t>of</a:t>
            </a:r>
            <a:r>
              <a:rPr sz="2400" spc="-65" dirty="0">
                <a:latin typeface="Calibri"/>
                <a:cs typeface="Calibri"/>
              </a:rPr>
              <a:t> </a:t>
            </a:r>
            <a:r>
              <a:rPr sz="2400" dirty="0">
                <a:latin typeface="Calibri"/>
                <a:cs typeface="Calibri"/>
              </a:rPr>
              <a:t>all</a:t>
            </a:r>
            <a:r>
              <a:rPr sz="2400" spc="-60" dirty="0">
                <a:latin typeface="Calibri"/>
                <a:cs typeface="Calibri"/>
              </a:rPr>
              <a:t> </a:t>
            </a:r>
            <a:r>
              <a:rPr sz="2400" spc="-10" dirty="0">
                <a:latin typeface="Calibri"/>
                <a:cs typeface="Calibri"/>
              </a:rPr>
              <a:t>factors</a:t>
            </a:r>
            <a:r>
              <a:rPr sz="2400" spc="-70" dirty="0">
                <a:latin typeface="Calibri"/>
                <a:cs typeface="Calibri"/>
              </a:rPr>
              <a:t> </a:t>
            </a:r>
            <a:r>
              <a:rPr sz="2400" spc="-10" dirty="0">
                <a:latin typeface="Calibri"/>
                <a:cs typeface="Calibri"/>
              </a:rPr>
              <a:t>relevant</a:t>
            </a:r>
            <a:r>
              <a:rPr sz="2400" spc="-65" dirty="0">
                <a:latin typeface="Calibri"/>
                <a:cs typeface="Calibri"/>
              </a:rPr>
              <a:t> </a:t>
            </a:r>
            <a:r>
              <a:rPr sz="2400" dirty="0">
                <a:latin typeface="Calibri"/>
                <a:cs typeface="Calibri"/>
              </a:rPr>
              <a:t>to</a:t>
            </a:r>
            <a:r>
              <a:rPr sz="2400" spc="-70" dirty="0">
                <a:latin typeface="Calibri"/>
                <a:cs typeface="Calibri"/>
              </a:rPr>
              <a:t> </a:t>
            </a:r>
            <a:r>
              <a:rPr sz="2400" dirty="0">
                <a:latin typeface="Calibri"/>
                <a:cs typeface="Calibri"/>
              </a:rPr>
              <a:t>the</a:t>
            </a:r>
            <a:r>
              <a:rPr sz="2400" spc="-55" dirty="0">
                <a:latin typeface="Calibri"/>
                <a:cs typeface="Calibri"/>
              </a:rPr>
              <a:t> </a:t>
            </a:r>
            <a:r>
              <a:rPr sz="2400" dirty="0">
                <a:latin typeface="Calibri"/>
                <a:cs typeface="Calibri"/>
              </a:rPr>
              <a:t>project</a:t>
            </a:r>
            <a:r>
              <a:rPr sz="2400" spc="-75" dirty="0">
                <a:latin typeface="Calibri"/>
                <a:cs typeface="Calibri"/>
              </a:rPr>
              <a:t> </a:t>
            </a:r>
            <a:r>
              <a:rPr sz="2400" dirty="0">
                <a:latin typeface="Calibri"/>
                <a:cs typeface="Calibri"/>
              </a:rPr>
              <a:t>and</a:t>
            </a:r>
            <a:r>
              <a:rPr sz="2400" spc="-60" dirty="0">
                <a:latin typeface="Calibri"/>
                <a:cs typeface="Calibri"/>
              </a:rPr>
              <a:t> </a:t>
            </a:r>
            <a:r>
              <a:rPr sz="2400" dirty="0">
                <a:latin typeface="Calibri"/>
                <a:cs typeface="Calibri"/>
              </a:rPr>
              <a:t>to</a:t>
            </a:r>
            <a:r>
              <a:rPr sz="2400" spc="-70" dirty="0">
                <a:latin typeface="Calibri"/>
                <a:cs typeface="Calibri"/>
              </a:rPr>
              <a:t> </a:t>
            </a:r>
            <a:r>
              <a:rPr sz="2400" dirty="0">
                <a:latin typeface="Calibri"/>
                <a:cs typeface="Calibri"/>
              </a:rPr>
              <a:t>managing</a:t>
            </a:r>
            <a:r>
              <a:rPr sz="2400" spc="-65" dirty="0">
                <a:latin typeface="Calibri"/>
                <a:cs typeface="Calibri"/>
              </a:rPr>
              <a:t> </a:t>
            </a:r>
            <a:r>
              <a:rPr sz="2400" dirty="0">
                <a:latin typeface="Calibri"/>
                <a:cs typeface="Calibri"/>
              </a:rPr>
              <a:t>future</a:t>
            </a:r>
            <a:r>
              <a:rPr sz="2400" spc="-60" dirty="0">
                <a:latin typeface="Calibri"/>
                <a:cs typeface="Calibri"/>
              </a:rPr>
              <a:t> </a:t>
            </a:r>
            <a:r>
              <a:rPr sz="2400" spc="-10" dirty="0">
                <a:latin typeface="Calibri"/>
                <a:cs typeface="Calibri"/>
              </a:rPr>
              <a:t>projects.</a:t>
            </a:r>
            <a:endParaRPr sz="2400" dirty="0">
              <a:latin typeface="Calibri"/>
              <a:cs typeface="Calibri"/>
            </a:endParaRPr>
          </a:p>
        </p:txBody>
      </p:sp>
      <p:pic>
        <p:nvPicPr>
          <p:cNvPr id="5" name="Picture 4">
            <a:extLst>
              <a:ext uri="{FF2B5EF4-FFF2-40B4-BE49-F238E27FC236}">
                <a16:creationId xmlns:a16="http://schemas.microsoft.com/office/drawing/2014/main" id="{EFD214C0-AAC0-1D19-98C7-7968C94D742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1"/>
            <a:ext cx="16002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6139" y="1515363"/>
            <a:ext cx="10358120" cy="5294630"/>
          </a:xfrm>
          <a:prstGeom prst="rect">
            <a:avLst/>
          </a:prstGeom>
        </p:spPr>
        <p:txBody>
          <a:bodyPr vert="horz" wrap="square" lIns="0" tIns="63500" rIns="0" bIns="0" rtlCol="0">
            <a:spAutoFit/>
          </a:bodyPr>
          <a:lstStyle/>
          <a:p>
            <a:pPr marL="241300" marR="5715" indent="-228600" algn="just">
              <a:lnSpc>
                <a:spcPts val="3000"/>
              </a:lnSpc>
              <a:spcBef>
                <a:spcPts val="500"/>
              </a:spcBef>
              <a:buFont typeface="Arial MT"/>
              <a:buChar char="•"/>
              <a:tabLst>
                <a:tab pos="241300" algn="l"/>
              </a:tabLst>
            </a:pPr>
            <a:r>
              <a:rPr sz="2800" dirty="0">
                <a:latin typeface="Calibri"/>
                <a:cs typeface="Calibri"/>
              </a:rPr>
              <a:t>Project</a:t>
            </a:r>
            <a:r>
              <a:rPr sz="2800" spc="-40" dirty="0">
                <a:latin typeface="Calibri"/>
                <a:cs typeface="Calibri"/>
              </a:rPr>
              <a:t> </a:t>
            </a:r>
            <a:r>
              <a:rPr sz="2800" dirty="0">
                <a:latin typeface="Calibri"/>
                <a:cs typeface="Calibri"/>
              </a:rPr>
              <a:t>audits</a:t>
            </a:r>
            <a:r>
              <a:rPr sz="2800" spc="-35" dirty="0">
                <a:latin typeface="Calibri"/>
                <a:cs typeface="Calibri"/>
              </a:rPr>
              <a:t> </a:t>
            </a:r>
            <a:r>
              <a:rPr sz="2800" dirty="0">
                <a:latin typeface="Calibri"/>
                <a:cs typeface="Calibri"/>
              </a:rPr>
              <a:t>can</a:t>
            </a:r>
            <a:r>
              <a:rPr sz="2800" spc="-40" dirty="0">
                <a:latin typeface="Calibri"/>
                <a:cs typeface="Calibri"/>
              </a:rPr>
              <a:t> </a:t>
            </a:r>
            <a:r>
              <a:rPr sz="2800" dirty="0">
                <a:latin typeface="Calibri"/>
                <a:cs typeface="Calibri"/>
              </a:rPr>
              <a:t>be</a:t>
            </a:r>
            <a:r>
              <a:rPr sz="2800" spc="-40" dirty="0">
                <a:latin typeface="Calibri"/>
                <a:cs typeface="Calibri"/>
              </a:rPr>
              <a:t> </a:t>
            </a:r>
            <a:r>
              <a:rPr sz="2800" dirty="0">
                <a:latin typeface="Calibri"/>
                <a:cs typeface="Calibri"/>
              </a:rPr>
              <a:t>performed</a:t>
            </a:r>
            <a:r>
              <a:rPr sz="2800" spc="-35" dirty="0">
                <a:latin typeface="Calibri"/>
                <a:cs typeface="Calibri"/>
              </a:rPr>
              <a:t> </a:t>
            </a:r>
            <a:r>
              <a:rPr sz="2800" dirty="0">
                <a:latin typeface="Calibri"/>
                <a:cs typeface="Calibri"/>
              </a:rPr>
              <a:t>while</a:t>
            </a:r>
            <a:r>
              <a:rPr sz="2800" spc="-45" dirty="0">
                <a:latin typeface="Calibri"/>
                <a:cs typeface="Calibri"/>
              </a:rPr>
              <a:t> </a:t>
            </a:r>
            <a:r>
              <a:rPr sz="2800" dirty="0">
                <a:latin typeface="Calibri"/>
                <a:cs typeface="Calibri"/>
              </a:rPr>
              <a:t>a</a:t>
            </a:r>
            <a:r>
              <a:rPr sz="2800" spc="-45" dirty="0">
                <a:latin typeface="Calibri"/>
                <a:cs typeface="Calibri"/>
              </a:rPr>
              <a:t> </a:t>
            </a:r>
            <a:r>
              <a:rPr sz="2800" dirty="0">
                <a:latin typeface="Calibri"/>
                <a:cs typeface="Calibri"/>
              </a:rPr>
              <a:t>project</a:t>
            </a:r>
            <a:r>
              <a:rPr sz="2800" spc="-40" dirty="0">
                <a:latin typeface="Calibri"/>
                <a:cs typeface="Calibri"/>
              </a:rPr>
              <a:t> </a:t>
            </a:r>
            <a:r>
              <a:rPr sz="2800" dirty="0">
                <a:latin typeface="Calibri"/>
                <a:cs typeface="Calibri"/>
              </a:rPr>
              <a:t>is</a:t>
            </a:r>
            <a:r>
              <a:rPr sz="2800" spc="-35" dirty="0">
                <a:latin typeface="Calibri"/>
                <a:cs typeface="Calibri"/>
              </a:rPr>
              <a:t> </a:t>
            </a:r>
            <a:r>
              <a:rPr sz="2800" dirty="0">
                <a:latin typeface="Calibri"/>
                <a:cs typeface="Calibri"/>
              </a:rPr>
              <a:t>in</a:t>
            </a:r>
            <a:r>
              <a:rPr sz="2800" spc="-35" dirty="0">
                <a:latin typeface="Calibri"/>
                <a:cs typeface="Calibri"/>
              </a:rPr>
              <a:t> </a:t>
            </a:r>
            <a:r>
              <a:rPr sz="2800" dirty="0">
                <a:latin typeface="Calibri"/>
                <a:cs typeface="Calibri"/>
              </a:rPr>
              <a:t>process</a:t>
            </a:r>
            <a:r>
              <a:rPr sz="2800" spc="-35" dirty="0">
                <a:latin typeface="Calibri"/>
                <a:cs typeface="Calibri"/>
              </a:rPr>
              <a:t> </a:t>
            </a:r>
            <a:r>
              <a:rPr sz="2800" dirty="0">
                <a:latin typeface="Calibri"/>
                <a:cs typeface="Calibri"/>
              </a:rPr>
              <a:t>and</a:t>
            </a:r>
            <a:r>
              <a:rPr sz="2800" spc="-35" dirty="0">
                <a:latin typeface="Calibri"/>
                <a:cs typeface="Calibri"/>
              </a:rPr>
              <a:t> </a:t>
            </a:r>
            <a:r>
              <a:rPr sz="2800" spc="-10" dirty="0">
                <a:latin typeface="Calibri"/>
                <a:cs typeface="Calibri"/>
              </a:rPr>
              <a:t>after </a:t>
            </a:r>
            <a:r>
              <a:rPr sz="2800" dirty="0">
                <a:latin typeface="Calibri"/>
                <a:cs typeface="Calibri"/>
              </a:rPr>
              <a:t>a</a:t>
            </a:r>
            <a:r>
              <a:rPr sz="2800" spc="114" dirty="0">
                <a:latin typeface="Calibri"/>
                <a:cs typeface="Calibri"/>
              </a:rPr>
              <a:t>  </a:t>
            </a:r>
            <a:r>
              <a:rPr sz="2800" dirty="0">
                <a:latin typeface="Calibri"/>
                <a:cs typeface="Calibri"/>
              </a:rPr>
              <a:t>project</a:t>
            </a:r>
            <a:r>
              <a:rPr sz="2800" spc="114" dirty="0">
                <a:latin typeface="Calibri"/>
                <a:cs typeface="Calibri"/>
              </a:rPr>
              <a:t>  </a:t>
            </a:r>
            <a:r>
              <a:rPr sz="2800" dirty="0">
                <a:latin typeface="Calibri"/>
                <a:cs typeface="Calibri"/>
              </a:rPr>
              <a:t>is</a:t>
            </a:r>
            <a:r>
              <a:rPr sz="2800" spc="120" dirty="0">
                <a:latin typeface="Calibri"/>
                <a:cs typeface="Calibri"/>
              </a:rPr>
              <a:t>  </a:t>
            </a:r>
            <a:r>
              <a:rPr sz="2800" dirty="0">
                <a:latin typeface="Calibri"/>
                <a:cs typeface="Calibri"/>
              </a:rPr>
              <a:t>completed.</a:t>
            </a:r>
            <a:r>
              <a:rPr sz="2800" spc="120" dirty="0">
                <a:latin typeface="Calibri"/>
                <a:cs typeface="Calibri"/>
              </a:rPr>
              <a:t>  </a:t>
            </a:r>
            <a:r>
              <a:rPr sz="2800" dirty="0">
                <a:latin typeface="Calibri"/>
                <a:cs typeface="Calibri"/>
              </a:rPr>
              <a:t>There</a:t>
            </a:r>
            <a:r>
              <a:rPr sz="2800" spc="114" dirty="0">
                <a:latin typeface="Calibri"/>
                <a:cs typeface="Calibri"/>
              </a:rPr>
              <a:t>  </a:t>
            </a:r>
            <a:r>
              <a:rPr sz="2800" dirty="0">
                <a:latin typeface="Calibri"/>
                <a:cs typeface="Calibri"/>
              </a:rPr>
              <a:t>are</a:t>
            </a:r>
            <a:r>
              <a:rPr sz="2800" spc="114" dirty="0">
                <a:latin typeface="Calibri"/>
                <a:cs typeface="Calibri"/>
              </a:rPr>
              <a:t>  </a:t>
            </a:r>
            <a:r>
              <a:rPr sz="2800" dirty="0">
                <a:latin typeface="Calibri"/>
                <a:cs typeface="Calibri"/>
              </a:rPr>
              <a:t>only</a:t>
            </a:r>
            <a:r>
              <a:rPr sz="2800" spc="114" dirty="0">
                <a:latin typeface="Calibri"/>
                <a:cs typeface="Calibri"/>
              </a:rPr>
              <a:t>  </a:t>
            </a:r>
            <a:r>
              <a:rPr sz="2800" dirty="0">
                <a:latin typeface="Calibri"/>
                <a:cs typeface="Calibri"/>
              </a:rPr>
              <a:t>a</a:t>
            </a:r>
            <a:r>
              <a:rPr sz="2800" spc="114" dirty="0">
                <a:latin typeface="Calibri"/>
                <a:cs typeface="Calibri"/>
              </a:rPr>
              <a:t>  </a:t>
            </a:r>
            <a:r>
              <a:rPr sz="2800" dirty="0">
                <a:latin typeface="Calibri"/>
                <a:cs typeface="Calibri"/>
              </a:rPr>
              <a:t>few</a:t>
            </a:r>
            <a:r>
              <a:rPr sz="2800" spc="114" dirty="0">
                <a:latin typeface="Calibri"/>
                <a:cs typeface="Calibri"/>
              </a:rPr>
              <a:t>  </a:t>
            </a:r>
            <a:r>
              <a:rPr sz="2800" dirty="0">
                <a:latin typeface="Calibri"/>
                <a:cs typeface="Calibri"/>
              </a:rPr>
              <a:t>minor</a:t>
            </a:r>
            <a:r>
              <a:rPr sz="2800" spc="120" dirty="0">
                <a:latin typeface="Calibri"/>
                <a:cs typeface="Calibri"/>
              </a:rPr>
              <a:t>  </a:t>
            </a:r>
            <a:r>
              <a:rPr sz="2800" spc="-10" dirty="0">
                <a:latin typeface="Calibri"/>
                <a:cs typeface="Calibri"/>
              </a:rPr>
              <a:t>differences </a:t>
            </a:r>
            <a:r>
              <a:rPr sz="2800" dirty="0">
                <a:latin typeface="Calibri"/>
                <a:cs typeface="Calibri"/>
              </a:rPr>
              <a:t>between</a:t>
            </a:r>
            <a:r>
              <a:rPr sz="2800" spc="-65" dirty="0">
                <a:latin typeface="Calibri"/>
                <a:cs typeface="Calibri"/>
              </a:rPr>
              <a:t> </a:t>
            </a:r>
            <a:r>
              <a:rPr sz="2800" dirty="0">
                <a:latin typeface="Calibri"/>
                <a:cs typeface="Calibri"/>
              </a:rPr>
              <a:t>these</a:t>
            </a:r>
            <a:r>
              <a:rPr sz="2800" spc="-65" dirty="0">
                <a:latin typeface="Calibri"/>
                <a:cs typeface="Calibri"/>
              </a:rPr>
              <a:t> </a:t>
            </a:r>
            <a:r>
              <a:rPr sz="2800" spc="-10" dirty="0">
                <a:latin typeface="Calibri"/>
                <a:cs typeface="Calibri"/>
              </a:rPr>
              <a:t>audits:</a:t>
            </a:r>
            <a:endParaRPr sz="2800" dirty="0">
              <a:latin typeface="Calibri"/>
              <a:cs typeface="Calibri"/>
            </a:endParaRPr>
          </a:p>
          <a:p>
            <a:pPr marL="697230" marR="5080" lvl="1" indent="-227329" algn="just">
              <a:lnSpc>
                <a:spcPct val="90400"/>
              </a:lnSpc>
              <a:spcBef>
                <a:spcPts val="465"/>
              </a:spcBef>
              <a:buFont typeface="Courier New"/>
              <a:buChar char="o"/>
              <a:tabLst>
                <a:tab pos="698500" algn="l"/>
              </a:tabLst>
            </a:pPr>
            <a:r>
              <a:rPr sz="2400" b="1" spc="-10" dirty="0">
                <a:solidFill>
                  <a:srgbClr val="C00000"/>
                </a:solidFill>
                <a:latin typeface="Calibri"/>
                <a:cs typeface="Calibri"/>
              </a:rPr>
              <a:t>In-</a:t>
            </a:r>
            <a:r>
              <a:rPr sz="2400" b="1" dirty="0">
                <a:solidFill>
                  <a:srgbClr val="C00000"/>
                </a:solidFill>
                <a:latin typeface="Calibri"/>
                <a:cs typeface="Calibri"/>
              </a:rPr>
              <a:t>process</a:t>
            </a:r>
            <a:r>
              <a:rPr sz="2400" b="1" spc="85" dirty="0">
                <a:solidFill>
                  <a:srgbClr val="C00000"/>
                </a:solidFill>
                <a:latin typeface="Calibri"/>
                <a:cs typeface="Calibri"/>
              </a:rPr>
              <a:t> </a:t>
            </a:r>
            <a:r>
              <a:rPr sz="2400" b="1" dirty="0">
                <a:solidFill>
                  <a:srgbClr val="C00000"/>
                </a:solidFill>
                <a:latin typeface="Calibri"/>
                <a:cs typeface="Calibri"/>
              </a:rPr>
              <a:t>project</a:t>
            </a:r>
            <a:r>
              <a:rPr sz="2400" b="1" spc="90" dirty="0">
                <a:solidFill>
                  <a:srgbClr val="C00000"/>
                </a:solidFill>
                <a:latin typeface="Calibri"/>
                <a:cs typeface="Calibri"/>
              </a:rPr>
              <a:t> </a:t>
            </a:r>
            <a:r>
              <a:rPr sz="2400" b="1" dirty="0">
                <a:solidFill>
                  <a:srgbClr val="C00000"/>
                </a:solidFill>
                <a:latin typeface="Calibri"/>
                <a:cs typeface="Calibri"/>
              </a:rPr>
              <a:t>audits:</a:t>
            </a:r>
            <a:r>
              <a:rPr sz="2400" b="1" spc="80" dirty="0">
                <a:solidFill>
                  <a:srgbClr val="C00000"/>
                </a:solidFill>
                <a:latin typeface="Calibri"/>
                <a:cs typeface="Calibri"/>
              </a:rPr>
              <a:t> </a:t>
            </a:r>
            <a:r>
              <a:rPr sz="2400" dirty="0">
                <a:latin typeface="Calibri"/>
                <a:cs typeface="Calibri"/>
              </a:rPr>
              <a:t>Project</a:t>
            </a:r>
            <a:r>
              <a:rPr sz="2400" spc="80" dirty="0">
                <a:latin typeface="Calibri"/>
                <a:cs typeface="Calibri"/>
              </a:rPr>
              <a:t> </a:t>
            </a:r>
            <a:r>
              <a:rPr sz="2400" dirty="0">
                <a:latin typeface="Calibri"/>
                <a:cs typeface="Calibri"/>
              </a:rPr>
              <a:t>audits</a:t>
            </a:r>
            <a:r>
              <a:rPr sz="2400" spc="80" dirty="0">
                <a:latin typeface="Calibri"/>
                <a:cs typeface="Calibri"/>
              </a:rPr>
              <a:t> </a:t>
            </a:r>
            <a:r>
              <a:rPr sz="2400" dirty="0">
                <a:latin typeface="Calibri"/>
                <a:cs typeface="Calibri"/>
              </a:rPr>
              <a:t>early</a:t>
            </a:r>
            <a:r>
              <a:rPr sz="2400" spc="85" dirty="0">
                <a:latin typeface="Calibri"/>
                <a:cs typeface="Calibri"/>
              </a:rPr>
              <a:t> </a:t>
            </a:r>
            <a:r>
              <a:rPr sz="2400" dirty="0">
                <a:latin typeface="Calibri"/>
                <a:cs typeface="Calibri"/>
              </a:rPr>
              <a:t>in</a:t>
            </a:r>
            <a:r>
              <a:rPr sz="2400" spc="85" dirty="0">
                <a:latin typeface="Calibri"/>
                <a:cs typeface="Calibri"/>
              </a:rPr>
              <a:t> </a:t>
            </a:r>
            <a:r>
              <a:rPr sz="2400" dirty="0">
                <a:latin typeface="Calibri"/>
                <a:cs typeface="Calibri"/>
              </a:rPr>
              <a:t>projects</a:t>
            </a:r>
            <a:r>
              <a:rPr sz="2400" spc="75" dirty="0">
                <a:latin typeface="Calibri"/>
                <a:cs typeface="Calibri"/>
              </a:rPr>
              <a:t> </a:t>
            </a:r>
            <a:r>
              <a:rPr sz="2400" dirty="0">
                <a:latin typeface="Calibri"/>
                <a:cs typeface="Calibri"/>
              </a:rPr>
              <a:t>allow</a:t>
            </a:r>
            <a:r>
              <a:rPr sz="2400" spc="80" dirty="0">
                <a:latin typeface="Calibri"/>
                <a:cs typeface="Calibri"/>
              </a:rPr>
              <a:t> </a:t>
            </a:r>
            <a:r>
              <a:rPr sz="2400" dirty="0">
                <a:latin typeface="Calibri"/>
                <a:cs typeface="Calibri"/>
              </a:rPr>
              <a:t>for</a:t>
            </a:r>
            <a:r>
              <a:rPr sz="2400" spc="85" dirty="0">
                <a:latin typeface="Calibri"/>
                <a:cs typeface="Calibri"/>
              </a:rPr>
              <a:t> </a:t>
            </a:r>
            <a:r>
              <a:rPr sz="2400" spc="-10" dirty="0">
                <a:latin typeface="Calibri"/>
                <a:cs typeface="Calibri"/>
              </a:rPr>
              <a:t>corrective 	</a:t>
            </a:r>
            <a:r>
              <a:rPr sz="2400" dirty="0">
                <a:latin typeface="Calibri"/>
                <a:cs typeface="Calibri"/>
              </a:rPr>
              <a:t>changes,</a:t>
            </a:r>
            <a:r>
              <a:rPr sz="2400" spc="55" dirty="0">
                <a:latin typeface="Calibri"/>
                <a:cs typeface="Calibri"/>
              </a:rPr>
              <a:t> </a:t>
            </a:r>
            <a:r>
              <a:rPr sz="2400" dirty="0">
                <a:latin typeface="Calibri"/>
                <a:cs typeface="Calibri"/>
              </a:rPr>
              <a:t>if</a:t>
            </a:r>
            <a:r>
              <a:rPr sz="2400" spc="55" dirty="0">
                <a:latin typeface="Calibri"/>
                <a:cs typeface="Calibri"/>
              </a:rPr>
              <a:t> </a:t>
            </a:r>
            <a:r>
              <a:rPr sz="2400" dirty="0">
                <a:latin typeface="Calibri"/>
                <a:cs typeface="Calibri"/>
              </a:rPr>
              <a:t>they</a:t>
            </a:r>
            <a:r>
              <a:rPr sz="2400" spc="55" dirty="0">
                <a:latin typeface="Calibri"/>
                <a:cs typeface="Calibri"/>
              </a:rPr>
              <a:t> </a:t>
            </a:r>
            <a:r>
              <a:rPr sz="2400" dirty="0">
                <a:latin typeface="Calibri"/>
                <a:cs typeface="Calibri"/>
              </a:rPr>
              <a:t>are</a:t>
            </a:r>
            <a:r>
              <a:rPr sz="2400" spc="55" dirty="0">
                <a:latin typeface="Calibri"/>
                <a:cs typeface="Calibri"/>
              </a:rPr>
              <a:t> </a:t>
            </a:r>
            <a:r>
              <a:rPr sz="2400" dirty="0">
                <a:latin typeface="Calibri"/>
                <a:cs typeface="Calibri"/>
              </a:rPr>
              <a:t>needed.</a:t>
            </a:r>
            <a:r>
              <a:rPr sz="2400" spc="45" dirty="0">
                <a:latin typeface="Calibri"/>
                <a:cs typeface="Calibri"/>
              </a:rPr>
              <a:t> </a:t>
            </a:r>
            <a:r>
              <a:rPr sz="2400" spc="-10" dirty="0">
                <a:latin typeface="Calibri"/>
                <a:cs typeface="Calibri"/>
              </a:rPr>
              <a:t>In-</a:t>
            </a:r>
            <a:r>
              <a:rPr sz="2400" dirty="0">
                <a:latin typeface="Calibri"/>
                <a:cs typeface="Calibri"/>
              </a:rPr>
              <a:t>process</a:t>
            </a:r>
            <a:r>
              <a:rPr sz="2400" spc="50" dirty="0">
                <a:latin typeface="Calibri"/>
                <a:cs typeface="Calibri"/>
              </a:rPr>
              <a:t> </a:t>
            </a:r>
            <a:r>
              <a:rPr sz="2400" dirty="0">
                <a:latin typeface="Calibri"/>
                <a:cs typeface="Calibri"/>
              </a:rPr>
              <a:t>project</a:t>
            </a:r>
            <a:r>
              <a:rPr sz="2400" spc="50" dirty="0">
                <a:latin typeface="Calibri"/>
                <a:cs typeface="Calibri"/>
              </a:rPr>
              <a:t> </a:t>
            </a:r>
            <a:r>
              <a:rPr sz="2400" dirty="0">
                <a:latin typeface="Calibri"/>
                <a:cs typeface="Calibri"/>
              </a:rPr>
              <a:t>audits</a:t>
            </a:r>
            <a:r>
              <a:rPr sz="2400" spc="50" dirty="0">
                <a:latin typeface="Calibri"/>
                <a:cs typeface="Calibri"/>
              </a:rPr>
              <a:t> </a:t>
            </a:r>
            <a:r>
              <a:rPr sz="2400" dirty="0">
                <a:latin typeface="Calibri"/>
                <a:cs typeface="Calibri"/>
              </a:rPr>
              <a:t>concentrate</a:t>
            </a:r>
            <a:r>
              <a:rPr sz="2400" spc="60" dirty="0">
                <a:latin typeface="Calibri"/>
                <a:cs typeface="Calibri"/>
              </a:rPr>
              <a:t> </a:t>
            </a:r>
            <a:r>
              <a:rPr sz="2400" dirty="0">
                <a:latin typeface="Calibri"/>
                <a:cs typeface="Calibri"/>
              </a:rPr>
              <a:t>on</a:t>
            </a:r>
            <a:r>
              <a:rPr sz="2400" spc="55" dirty="0">
                <a:latin typeface="Calibri"/>
                <a:cs typeface="Calibri"/>
              </a:rPr>
              <a:t> </a:t>
            </a:r>
            <a:r>
              <a:rPr sz="2400" spc="-10" dirty="0">
                <a:latin typeface="Calibri"/>
                <a:cs typeface="Calibri"/>
              </a:rPr>
              <a:t>project 	</a:t>
            </a:r>
            <a:r>
              <a:rPr sz="2400" dirty="0">
                <a:latin typeface="Calibri"/>
                <a:cs typeface="Calibri"/>
              </a:rPr>
              <a:t>progress</a:t>
            </a:r>
            <a:r>
              <a:rPr sz="2400" spc="190" dirty="0">
                <a:latin typeface="Calibri"/>
                <a:cs typeface="Calibri"/>
              </a:rPr>
              <a:t>  </a:t>
            </a:r>
            <a:r>
              <a:rPr sz="2400" dirty="0">
                <a:latin typeface="Calibri"/>
                <a:cs typeface="Calibri"/>
              </a:rPr>
              <a:t>and</a:t>
            </a:r>
            <a:r>
              <a:rPr sz="2400" spc="195" dirty="0">
                <a:latin typeface="Calibri"/>
                <a:cs typeface="Calibri"/>
              </a:rPr>
              <a:t>  </a:t>
            </a:r>
            <a:r>
              <a:rPr sz="2400" dirty="0">
                <a:latin typeface="Calibri"/>
                <a:cs typeface="Calibri"/>
              </a:rPr>
              <a:t>performance</a:t>
            </a:r>
            <a:r>
              <a:rPr sz="2400" spc="195" dirty="0">
                <a:latin typeface="Calibri"/>
                <a:cs typeface="Calibri"/>
              </a:rPr>
              <a:t>  </a:t>
            </a:r>
            <a:r>
              <a:rPr sz="2400" dirty="0">
                <a:latin typeface="Calibri"/>
                <a:cs typeface="Calibri"/>
              </a:rPr>
              <a:t>and</a:t>
            </a:r>
            <a:r>
              <a:rPr sz="2400" spc="195" dirty="0">
                <a:latin typeface="Calibri"/>
                <a:cs typeface="Calibri"/>
              </a:rPr>
              <a:t>  </a:t>
            </a:r>
            <a:r>
              <a:rPr sz="2400" dirty="0">
                <a:latin typeface="Calibri"/>
                <a:cs typeface="Calibri"/>
              </a:rPr>
              <a:t>check</a:t>
            </a:r>
            <a:r>
              <a:rPr sz="2400" spc="195" dirty="0">
                <a:latin typeface="Calibri"/>
                <a:cs typeface="Calibri"/>
              </a:rPr>
              <a:t>  </a:t>
            </a:r>
            <a:r>
              <a:rPr sz="2400" dirty="0">
                <a:latin typeface="Calibri"/>
                <a:cs typeface="Calibri"/>
              </a:rPr>
              <a:t>if</a:t>
            </a:r>
            <a:r>
              <a:rPr sz="2400" spc="195" dirty="0">
                <a:latin typeface="Calibri"/>
                <a:cs typeface="Calibri"/>
              </a:rPr>
              <a:t>  </a:t>
            </a:r>
            <a:r>
              <a:rPr sz="2400" dirty="0">
                <a:latin typeface="Calibri"/>
                <a:cs typeface="Calibri"/>
              </a:rPr>
              <a:t>conditions</a:t>
            </a:r>
            <a:r>
              <a:rPr sz="2400" spc="190" dirty="0">
                <a:latin typeface="Calibri"/>
                <a:cs typeface="Calibri"/>
              </a:rPr>
              <a:t>  </a:t>
            </a:r>
            <a:r>
              <a:rPr sz="2400" dirty="0">
                <a:latin typeface="Calibri"/>
                <a:cs typeface="Calibri"/>
              </a:rPr>
              <a:t>have</a:t>
            </a:r>
            <a:r>
              <a:rPr sz="2400" spc="200" dirty="0">
                <a:latin typeface="Calibri"/>
                <a:cs typeface="Calibri"/>
              </a:rPr>
              <a:t>  </a:t>
            </a:r>
            <a:r>
              <a:rPr sz="2400" dirty="0">
                <a:latin typeface="Calibri"/>
                <a:cs typeface="Calibri"/>
              </a:rPr>
              <a:t>changed.</a:t>
            </a:r>
            <a:r>
              <a:rPr sz="2400" spc="190" dirty="0">
                <a:latin typeface="Calibri"/>
                <a:cs typeface="Calibri"/>
              </a:rPr>
              <a:t>  </a:t>
            </a:r>
            <a:r>
              <a:rPr sz="2400" spc="-25" dirty="0">
                <a:latin typeface="Calibri"/>
                <a:cs typeface="Calibri"/>
              </a:rPr>
              <a:t>For 	</a:t>
            </a:r>
            <a:r>
              <a:rPr sz="2400" dirty="0">
                <a:latin typeface="Calibri"/>
                <a:cs typeface="Calibri"/>
              </a:rPr>
              <a:t>example,</a:t>
            </a:r>
            <a:r>
              <a:rPr sz="2400" spc="10" dirty="0">
                <a:latin typeface="Calibri"/>
                <a:cs typeface="Calibri"/>
              </a:rPr>
              <a:t> </a:t>
            </a:r>
            <a:r>
              <a:rPr sz="2400" dirty="0">
                <a:latin typeface="Calibri"/>
                <a:cs typeface="Calibri"/>
              </a:rPr>
              <a:t>have</a:t>
            </a:r>
            <a:r>
              <a:rPr sz="2400" spc="20" dirty="0">
                <a:latin typeface="Calibri"/>
                <a:cs typeface="Calibri"/>
              </a:rPr>
              <a:t> </a:t>
            </a:r>
            <a:r>
              <a:rPr sz="2400" dirty="0">
                <a:latin typeface="Calibri"/>
                <a:cs typeface="Calibri"/>
              </a:rPr>
              <a:t>priorities</a:t>
            </a:r>
            <a:r>
              <a:rPr sz="2400" spc="15" dirty="0">
                <a:latin typeface="Calibri"/>
                <a:cs typeface="Calibri"/>
              </a:rPr>
              <a:t> </a:t>
            </a:r>
            <a:r>
              <a:rPr sz="2400" dirty="0">
                <a:latin typeface="Calibri"/>
                <a:cs typeface="Calibri"/>
              </a:rPr>
              <a:t>changed?</a:t>
            </a:r>
            <a:r>
              <a:rPr sz="2400" spc="15" dirty="0">
                <a:latin typeface="Calibri"/>
                <a:cs typeface="Calibri"/>
              </a:rPr>
              <a:t> </a:t>
            </a:r>
            <a:r>
              <a:rPr sz="2400" dirty="0">
                <a:latin typeface="Calibri"/>
                <a:cs typeface="Calibri"/>
              </a:rPr>
              <a:t>Is</a:t>
            </a:r>
            <a:r>
              <a:rPr sz="2400" spc="10" dirty="0">
                <a:latin typeface="Calibri"/>
                <a:cs typeface="Calibri"/>
              </a:rPr>
              <a:t> </a:t>
            </a:r>
            <a:r>
              <a:rPr sz="2400" dirty="0">
                <a:latin typeface="Calibri"/>
                <a:cs typeface="Calibri"/>
              </a:rPr>
              <a:t>the</a:t>
            </a:r>
            <a:r>
              <a:rPr sz="2400" spc="10" dirty="0">
                <a:latin typeface="Calibri"/>
                <a:cs typeface="Calibri"/>
              </a:rPr>
              <a:t> </a:t>
            </a:r>
            <a:r>
              <a:rPr sz="2400" dirty="0">
                <a:latin typeface="Calibri"/>
                <a:cs typeface="Calibri"/>
              </a:rPr>
              <a:t>project</a:t>
            </a:r>
            <a:r>
              <a:rPr sz="2400" spc="5" dirty="0">
                <a:latin typeface="Calibri"/>
                <a:cs typeface="Calibri"/>
              </a:rPr>
              <a:t> </a:t>
            </a:r>
            <a:r>
              <a:rPr sz="2400" dirty="0">
                <a:latin typeface="Calibri"/>
                <a:cs typeface="Calibri"/>
              </a:rPr>
              <a:t>mission</a:t>
            </a:r>
            <a:r>
              <a:rPr sz="2400" spc="10" dirty="0">
                <a:latin typeface="Calibri"/>
                <a:cs typeface="Calibri"/>
              </a:rPr>
              <a:t> </a:t>
            </a:r>
            <a:r>
              <a:rPr sz="2400" dirty="0">
                <a:latin typeface="Calibri"/>
                <a:cs typeface="Calibri"/>
              </a:rPr>
              <a:t>still</a:t>
            </a:r>
            <a:r>
              <a:rPr sz="2400" spc="10" dirty="0">
                <a:latin typeface="Calibri"/>
                <a:cs typeface="Calibri"/>
              </a:rPr>
              <a:t> </a:t>
            </a:r>
            <a:r>
              <a:rPr sz="2400" dirty="0">
                <a:latin typeface="Calibri"/>
                <a:cs typeface="Calibri"/>
              </a:rPr>
              <a:t>relevant?</a:t>
            </a:r>
            <a:r>
              <a:rPr sz="2400" spc="15" dirty="0">
                <a:latin typeface="Calibri"/>
                <a:cs typeface="Calibri"/>
              </a:rPr>
              <a:t> </a:t>
            </a:r>
            <a:r>
              <a:rPr sz="2400" dirty="0">
                <a:latin typeface="Calibri"/>
                <a:cs typeface="Calibri"/>
              </a:rPr>
              <a:t>In</a:t>
            </a:r>
            <a:r>
              <a:rPr sz="2400" spc="15" dirty="0">
                <a:latin typeface="Calibri"/>
                <a:cs typeface="Calibri"/>
              </a:rPr>
              <a:t> </a:t>
            </a:r>
            <a:r>
              <a:rPr sz="2400" spc="-20" dirty="0">
                <a:latin typeface="Calibri"/>
                <a:cs typeface="Calibri"/>
              </a:rPr>
              <a:t>rare 	</a:t>
            </a:r>
            <a:r>
              <a:rPr sz="2400" dirty="0">
                <a:latin typeface="Calibri"/>
                <a:cs typeface="Calibri"/>
              </a:rPr>
              <a:t>cases,</a:t>
            </a:r>
            <a:r>
              <a:rPr sz="2400" spc="-55" dirty="0">
                <a:latin typeface="Calibri"/>
                <a:cs typeface="Calibri"/>
              </a:rPr>
              <a:t> </a:t>
            </a:r>
            <a:r>
              <a:rPr sz="2400" dirty="0">
                <a:latin typeface="Calibri"/>
                <a:cs typeface="Calibri"/>
              </a:rPr>
              <a:t>the</a:t>
            </a:r>
            <a:r>
              <a:rPr sz="2400" spc="-50" dirty="0">
                <a:latin typeface="Calibri"/>
                <a:cs typeface="Calibri"/>
              </a:rPr>
              <a:t> </a:t>
            </a:r>
            <a:r>
              <a:rPr sz="2400" dirty="0">
                <a:latin typeface="Calibri"/>
                <a:cs typeface="Calibri"/>
              </a:rPr>
              <a:t>audit</a:t>
            </a:r>
            <a:r>
              <a:rPr sz="2400" spc="-65" dirty="0">
                <a:latin typeface="Calibri"/>
                <a:cs typeface="Calibri"/>
              </a:rPr>
              <a:t> </a:t>
            </a:r>
            <a:r>
              <a:rPr sz="2400" dirty="0">
                <a:latin typeface="Calibri"/>
                <a:cs typeface="Calibri"/>
              </a:rPr>
              <a:t>report</a:t>
            </a:r>
            <a:r>
              <a:rPr sz="2400" spc="-55" dirty="0">
                <a:latin typeface="Calibri"/>
                <a:cs typeface="Calibri"/>
              </a:rPr>
              <a:t> </a:t>
            </a:r>
            <a:r>
              <a:rPr sz="2400" dirty="0">
                <a:latin typeface="Calibri"/>
                <a:cs typeface="Calibri"/>
              </a:rPr>
              <a:t>may</a:t>
            </a:r>
            <a:r>
              <a:rPr sz="2400" spc="-55" dirty="0">
                <a:latin typeface="Calibri"/>
                <a:cs typeface="Calibri"/>
              </a:rPr>
              <a:t> </a:t>
            </a:r>
            <a:r>
              <a:rPr sz="2400" dirty="0">
                <a:latin typeface="Calibri"/>
                <a:cs typeface="Calibri"/>
              </a:rPr>
              <a:t>recommend</a:t>
            </a:r>
            <a:r>
              <a:rPr sz="2400" spc="-55" dirty="0">
                <a:latin typeface="Calibri"/>
                <a:cs typeface="Calibri"/>
              </a:rPr>
              <a:t> </a:t>
            </a:r>
            <a:r>
              <a:rPr sz="2400" dirty="0">
                <a:latin typeface="Calibri"/>
                <a:cs typeface="Calibri"/>
              </a:rPr>
              <a:t>closure</a:t>
            </a:r>
            <a:r>
              <a:rPr sz="2400" spc="-50" dirty="0">
                <a:latin typeface="Calibri"/>
                <a:cs typeface="Calibri"/>
              </a:rPr>
              <a:t> </a:t>
            </a:r>
            <a:r>
              <a:rPr sz="2400" dirty="0">
                <a:latin typeface="Calibri"/>
                <a:cs typeface="Calibri"/>
              </a:rPr>
              <a:t>of</a:t>
            </a:r>
            <a:r>
              <a:rPr sz="2400" spc="-50" dirty="0">
                <a:latin typeface="Calibri"/>
                <a:cs typeface="Calibri"/>
              </a:rPr>
              <a:t> </a:t>
            </a:r>
            <a:r>
              <a:rPr sz="2400" dirty="0">
                <a:latin typeface="Calibri"/>
                <a:cs typeface="Calibri"/>
              </a:rPr>
              <a:t>a</a:t>
            </a:r>
            <a:r>
              <a:rPr sz="2400" spc="-55" dirty="0">
                <a:latin typeface="Calibri"/>
                <a:cs typeface="Calibri"/>
              </a:rPr>
              <a:t> </a:t>
            </a:r>
            <a:r>
              <a:rPr sz="2400" dirty="0">
                <a:latin typeface="Calibri"/>
                <a:cs typeface="Calibri"/>
              </a:rPr>
              <a:t>project</a:t>
            </a:r>
            <a:r>
              <a:rPr sz="2400" spc="-65" dirty="0">
                <a:latin typeface="Calibri"/>
                <a:cs typeface="Calibri"/>
              </a:rPr>
              <a:t> </a:t>
            </a:r>
            <a:r>
              <a:rPr sz="2400" dirty="0">
                <a:latin typeface="Calibri"/>
                <a:cs typeface="Calibri"/>
              </a:rPr>
              <a:t>that</a:t>
            </a:r>
            <a:r>
              <a:rPr sz="2400" spc="-55" dirty="0">
                <a:latin typeface="Calibri"/>
                <a:cs typeface="Calibri"/>
              </a:rPr>
              <a:t> </a:t>
            </a:r>
            <a:r>
              <a:rPr sz="2400" dirty="0">
                <a:latin typeface="Calibri"/>
                <a:cs typeface="Calibri"/>
              </a:rPr>
              <a:t>is</a:t>
            </a:r>
            <a:r>
              <a:rPr sz="2400" spc="-60" dirty="0">
                <a:latin typeface="Calibri"/>
                <a:cs typeface="Calibri"/>
              </a:rPr>
              <a:t> </a:t>
            </a:r>
            <a:r>
              <a:rPr sz="2400" dirty="0">
                <a:latin typeface="Calibri"/>
                <a:cs typeface="Calibri"/>
              </a:rPr>
              <a:t>in</a:t>
            </a:r>
            <a:r>
              <a:rPr sz="2400" spc="-55" dirty="0">
                <a:latin typeface="Calibri"/>
                <a:cs typeface="Calibri"/>
              </a:rPr>
              <a:t> </a:t>
            </a:r>
            <a:r>
              <a:rPr sz="2400" spc="-10" dirty="0">
                <a:latin typeface="Calibri"/>
                <a:cs typeface="Calibri"/>
              </a:rPr>
              <a:t>process.</a:t>
            </a:r>
            <a:endParaRPr sz="2400" dirty="0">
              <a:latin typeface="Calibri"/>
              <a:cs typeface="Calibri"/>
            </a:endParaRPr>
          </a:p>
          <a:p>
            <a:pPr marL="697230" marR="5080" lvl="1" indent="-227329" algn="just">
              <a:lnSpc>
                <a:spcPct val="89700"/>
              </a:lnSpc>
              <a:spcBef>
                <a:spcPts val="515"/>
              </a:spcBef>
              <a:buFont typeface="Courier New"/>
              <a:buChar char="o"/>
              <a:tabLst>
                <a:tab pos="698500" algn="l"/>
              </a:tabLst>
            </a:pPr>
            <a:r>
              <a:rPr sz="2400" b="1" spc="-40" dirty="0">
                <a:solidFill>
                  <a:srgbClr val="C00000"/>
                </a:solidFill>
                <a:latin typeface="Calibri"/>
                <a:cs typeface="Calibri"/>
              </a:rPr>
              <a:t>Post-</a:t>
            </a:r>
            <a:r>
              <a:rPr sz="2400" b="1" dirty="0">
                <a:solidFill>
                  <a:srgbClr val="C00000"/>
                </a:solidFill>
                <a:latin typeface="Calibri"/>
                <a:cs typeface="Calibri"/>
              </a:rPr>
              <a:t>project</a:t>
            </a:r>
            <a:r>
              <a:rPr sz="2400" b="1" spc="55" dirty="0">
                <a:solidFill>
                  <a:srgbClr val="C00000"/>
                </a:solidFill>
                <a:latin typeface="Calibri"/>
                <a:cs typeface="Calibri"/>
              </a:rPr>
              <a:t> </a:t>
            </a:r>
            <a:r>
              <a:rPr sz="2400" b="1" dirty="0">
                <a:solidFill>
                  <a:srgbClr val="C00000"/>
                </a:solidFill>
                <a:latin typeface="Calibri"/>
                <a:cs typeface="Calibri"/>
              </a:rPr>
              <a:t>audits:</a:t>
            </a:r>
            <a:r>
              <a:rPr sz="2400" b="1" spc="50" dirty="0">
                <a:solidFill>
                  <a:srgbClr val="C00000"/>
                </a:solidFill>
                <a:latin typeface="Calibri"/>
                <a:cs typeface="Calibri"/>
              </a:rPr>
              <a:t> </a:t>
            </a:r>
            <a:r>
              <a:rPr sz="2400" dirty="0">
                <a:latin typeface="Calibri"/>
                <a:cs typeface="Calibri"/>
              </a:rPr>
              <a:t>These</a:t>
            </a:r>
            <a:r>
              <a:rPr sz="2400" spc="60" dirty="0">
                <a:latin typeface="Calibri"/>
                <a:cs typeface="Calibri"/>
              </a:rPr>
              <a:t> </a:t>
            </a:r>
            <a:r>
              <a:rPr sz="2400" dirty="0">
                <a:latin typeface="Calibri"/>
                <a:cs typeface="Calibri"/>
              </a:rPr>
              <a:t>audits</a:t>
            </a:r>
            <a:r>
              <a:rPr sz="2400" spc="50" dirty="0">
                <a:latin typeface="Calibri"/>
                <a:cs typeface="Calibri"/>
              </a:rPr>
              <a:t> </a:t>
            </a:r>
            <a:r>
              <a:rPr sz="2400" dirty="0">
                <a:latin typeface="Calibri"/>
                <a:cs typeface="Calibri"/>
              </a:rPr>
              <a:t>tend</a:t>
            </a:r>
            <a:r>
              <a:rPr sz="2400" spc="50" dirty="0">
                <a:latin typeface="Calibri"/>
                <a:cs typeface="Calibri"/>
              </a:rPr>
              <a:t> </a:t>
            </a:r>
            <a:r>
              <a:rPr sz="2400" dirty="0">
                <a:latin typeface="Calibri"/>
                <a:cs typeface="Calibri"/>
              </a:rPr>
              <a:t>to</a:t>
            </a:r>
            <a:r>
              <a:rPr sz="2400" spc="55" dirty="0">
                <a:latin typeface="Calibri"/>
                <a:cs typeface="Calibri"/>
              </a:rPr>
              <a:t> </a:t>
            </a:r>
            <a:r>
              <a:rPr sz="2400" dirty="0">
                <a:latin typeface="Calibri"/>
                <a:cs typeface="Calibri"/>
              </a:rPr>
              <a:t>include</a:t>
            </a:r>
            <a:r>
              <a:rPr sz="2400" spc="55" dirty="0">
                <a:latin typeface="Calibri"/>
                <a:cs typeface="Calibri"/>
              </a:rPr>
              <a:t> </a:t>
            </a:r>
            <a:r>
              <a:rPr sz="2400" dirty="0">
                <a:latin typeface="Calibri"/>
                <a:cs typeface="Calibri"/>
              </a:rPr>
              <a:t>more</a:t>
            </a:r>
            <a:r>
              <a:rPr sz="2400" spc="55" dirty="0">
                <a:latin typeface="Calibri"/>
                <a:cs typeface="Calibri"/>
              </a:rPr>
              <a:t> </a:t>
            </a:r>
            <a:r>
              <a:rPr sz="2400" dirty="0">
                <a:latin typeface="Calibri"/>
                <a:cs typeface="Calibri"/>
              </a:rPr>
              <a:t>detail</a:t>
            </a:r>
            <a:r>
              <a:rPr sz="2400" spc="45" dirty="0">
                <a:latin typeface="Calibri"/>
                <a:cs typeface="Calibri"/>
              </a:rPr>
              <a:t> </a:t>
            </a:r>
            <a:r>
              <a:rPr sz="2400" dirty="0">
                <a:latin typeface="Calibri"/>
                <a:cs typeface="Calibri"/>
              </a:rPr>
              <a:t>and</a:t>
            </a:r>
            <a:r>
              <a:rPr sz="2400" spc="50" dirty="0">
                <a:latin typeface="Calibri"/>
                <a:cs typeface="Calibri"/>
              </a:rPr>
              <a:t> </a:t>
            </a:r>
            <a:r>
              <a:rPr sz="2400" dirty="0">
                <a:latin typeface="Calibri"/>
                <a:cs typeface="Calibri"/>
              </a:rPr>
              <a:t>depth</a:t>
            </a:r>
            <a:r>
              <a:rPr sz="2400" spc="55" dirty="0">
                <a:latin typeface="Calibri"/>
                <a:cs typeface="Calibri"/>
              </a:rPr>
              <a:t> </a:t>
            </a:r>
            <a:r>
              <a:rPr sz="2400" spc="-20" dirty="0">
                <a:latin typeface="Calibri"/>
                <a:cs typeface="Calibri"/>
              </a:rPr>
              <a:t>than 	in-</a:t>
            </a:r>
            <a:r>
              <a:rPr sz="2400" dirty="0">
                <a:latin typeface="Calibri"/>
                <a:cs typeface="Calibri"/>
              </a:rPr>
              <a:t>process</a:t>
            </a:r>
            <a:r>
              <a:rPr sz="2400" spc="505" dirty="0">
                <a:latin typeface="Calibri"/>
                <a:cs typeface="Calibri"/>
              </a:rPr>
              <a:t> </a:t>
            </a:r>
            <a:r>
              <a:rPr sz="2400" dirty="0">
                <a:latin typeface="Calibri"/>
                <a:cs typeface="Calibri"/>
              </a:rPr>
              <a:t>project</a:t>
            </a:r>
            <a:r>
              <a:rPr sz="2400" spc="505" dirty="0">
                <a:latin typeface="Calibri"/>
                <a:cs typeface="Calibri"/>
              </a:rPr>
              <a:t> </a:t>
            </a:r>
            <a:r>
              <a:rPr sz="2400" dirty="0">
                <a:latin typeface="Calibri"/>
                <a:cs typeface="Calibri"/>
              </a:rPr>
              <a:t>audits.</a:t>
            </a:r>
            <a:r>
              <a:rPr sz="2400" spc="500" dirty="0">
                <a:latin typeface="Calibri"/>
                <a:cs typeface="Calibri"/>
              </a:rPr>
              <a:t> </a:t>
            </a:r>
            <a:r>
              <a:rPr sz="2400" dirty="0">
                <a:latin typeface="Calibri"/>
                <a:cs typeface="Calibri"/>
              </a:rPr>
              <a:t>Project</a:t>
            </a:r>
            <a:r>
              <a:rPr sz="2400" spc="509" dirty="0">
                <a:latin typeface="Calibri"/>
                <a:cs typeface="Calibri"/>
              </a:rPr>
              <a:t> </a:t>
            </a:r>
            <a:r>
              <a:rPr sz="2400" dirty="0">
                <a:latin typeface="Calibri"/>
                <a:cs typeface="Calibri"/>
              </a:rPr>
              <a:t>audits</a:t>
            </a:r>
            <a:r>
              <a:rPr sz="2400" spc="505" dirty="0">
                <a:latin typeface="Calibri"/>
                <a:cs typeface="Calibri"/>
              </a:rPr>
              <a:t> </a:t>
            </a:r>
            <a:r>
              <a:rPr sz="2400" dirty="0">
                <a:latin typeface="Calibri"/>
                <a:cs typeface="Calibri"/>
              </a:rPr>
              <a:t>of</a:t>
            </a:r>
            <a:r>
              <a:rPr sz="2400" spc="515" dirty="0">
                <a:latin typeface="Calibri"/>
                <a:cs typeface="Calibri"/>
              </a:rPr>
              <a:t> </a:t>
            </a:r>
            <a:r>
              <a:rPr sz="2400" dirty="0">
                <a:latin typeface="Calibri"/>
                <a:cs typeface="Calibri"/>
              </a:rPr>
              <a:t>completed</a:t>
            </a:r>
            <a:r>
              <a:rPr sz="2400" spc="515" dirty="0">
                <a:latin typeface="Calibri"/>
                <a:cs typeface="Calibri"/>
              </a:rPr>
              <a:t> </a:t>
            </a:r>
            <a:r>
              <a:rPr sz="2400" dirty="0">
                <a:latin typeface="Calibri"/>
                <a:cs typeface="Calibri"/>
              </a:rPr>
              <a:t>projects</a:t>
            </a:r>
            <a:r>
              <a:rPr sz="2400" spc="505" dirty="0">
                <a:latin typeface="Calibri"/>
                <a:cs typeface="Calibri"/>
              </a:rPr>
              <a:t> </a:t>
            </a:r>
            <a:r>
              <a:rPr sz="2400" spc="-10" dirty="0">
                <a:latin typeface="Calibri"/>
                <a:cs typeface="Calibri"/>
              </a:rPr>
              <a:t>emphasize 	</a:t>
            </a:r>
            <a:r>
              <a:rPr sz="2400" dirty="0">
                <a:latin typeface="Calibri"/>
                <a:cs typeface="Calibri"/>
              </a:rPr>
              <a:t>improving</a:t>
            </a:r>
            <a:r>
              <a:rPr sz="2400" spc="204" dirty="0">
                <a:latin typeface="Calibri"/>
                <a:cs typeface="Calibri"/>
              </a:rPr>
              <a:t> </a:t>
            </a:r>
            <a:r>
              <a:rPr sz="2400" dirty="0">
                <a:latin typeface="Calibri"/>
                <a:cs typeface="Calibri"/>
              </a:rPr>
              <a:t>the</a:t>
            </a:r>
            <a:r>
              <a:rPr sz="2400" spc="225" dirty="0">
                <a:latin typeface="Calibri"/>
                <a:cs typeface="Calibri"/>
              </a:rPr>
              <a:t> </a:t>
            </a:r>
            <a:r>
              <a:rPr sz="2400" dirty="0">
                <a:latin typeface="Calibri"/>
                <a:cs typeface="Calibri"/>
              </a:rPr>
              <a:t>management</a:t>
            </a:r>
            <a:r>
              <a:rPr sz="2400" spc="215" dirty="0">
                <a:latin typeface="Calibri"/>
                <a:cs typeface="Calibri"/>
              </a:rPr>
              <a:t> </a:t>
            </a:r>
            <a:r>
              <a:rPr sz="2400" dirty="0">
                <a:latin typeface="Calibri"/>
                <a:cs typeface="Calibri"/>
              </a:rPr>
              <a:t>of</a:t>
            </a:r>
            <a:r>
              <a:rPr sz="2400" spc="225" dirty="0">
                <a:latin typeface="Calibri"/>
                <a:cs typeface="Calibri"/>
              </a:rPr>
              <a:t> </a:t>
            </a:r>
            <a:r>
              <a:rPr sz="2400" dirty="0">
                <a:latin typeface="Calibri"/>
                <a:cs typeface="Calibri"/>
              </a:rPr>
              <a:t>future</a:t>
            </a:r>
            <a:r>
              <a:rPr sz="2400" spc="220" dirty="0">
                <a:latin typeface="Calibri"/>
                <a:cs typeface="Calibri"/>
              </a:rPr>
              <a:t> </a:t>
            </a:r>
            <a:r>
              <a:rPr sz="2400" dirty="0">
                <a:latin typeface="Calibri"/>
                <a:cs typeface="Calibri"/>
              </a:rPr>
              <a:t>projects.</a:t>
            </a:r>
            <a:r>
              <a:rPr sz="2400" spc="215" dirty="0">
                <a:latin typeface="Calibri"/>
                <a:cs typeface="Calibri"/>
              </a:rPr>
              <a:t> </a:t>
            </a:r>
            <a:r>
              <a:rPr sz="2400" dirty="0">
                <a:latin typeface="Calibri"/>
                <a:cs typeface="Calibri"/>
              </a:rPr>
              <a:t>These</a:t>
            </a:r>
            <a:r>
              <a:rPr sz="2400" spc="229" dirty="0">
                <a:latin typeface="Calibri"/>
                <a:cs typeface="Calibri"/>
              </a:rPr>
              <a:t> </a:t>
            </a:r>
            <a:r>
              <a:rPr sz="2400" dirty="0">
                <a:latin typeface="Calibri"/>
                <a:cs typeface="Calibri"/>
              </a:rPr>
              <a:t>audits</a:t>
            </a:r>
            <a:r>
              <a:rPr sz="2400" spc="215" dirty="0">
                <a:latin typeface="Calibri"/>
                <a:cs typeface="Calibri"/>
              </a:rPr>
              <a:t> </a:t>
            </a:r>
            <a:r>
              <a:rPr sz="2400" dirty="0">
                <a:latin typeface="Calibri"/>
                <a:cs typeface="Calibri"/>
              </a:rPr>
              <a:t>are</a:t>
            </a:r>
            <a:r>
              <a:rPr sz="2400" spc="225" dirty="0">
                <a:latin typeface="Calibri"/>
                <a:cs typeface="Calibri"/>
              </a:rPr>
              <a:t> </a:t>
            </a:r>
            <a:r>
              <a:rPr sz="2400" dirty="0">
                <a:latin typeface="Calibri"/>
                <a:cs typeface="Calibri"/>
              </a:rPr>
              <a:t>more</a:t>
            </a:r>
            <a:r>
              <a:rPr sz="2400" spc="220" dirty="0">
                <a:latin typeface="Calibri"/>
                <a:cs typeface="Calibri"/>
              </a:rPr>
              <a:t> </a:t>
            </a:r>
            <a:r>
              <a:rPr sz="2400" spc="-10" dirty="0">
                <a:latin typeface="Calibri"/>
                <a:cs typeface="Calibri"/>
              </a:rPr>
              <a:t>long- 	</a:t>
            </a:r>
            <a:r>
              <a:rPr sz="2400" dirty="0">
                <a:latin typeface="Calibri"/>
                <a:cs typeface="Calibri"/>
              </a:rPr>
              <a:t>term</a:t>
            </a:r>
            <a:r>
              <a:rPr sz="2400" spc="75" dirty="0">
                <a:latin typeface="Calibri"/>
                <a:cs typeface="Calibri"/>
              </a:rPr>
              <a:t> </a:t>
            </a:r>
            <a:r>
              <a:rPr sz="2400" dirty="0">
                <a:latin typeface="Calibri"/>
                <a:cs typeface="Calibri"/>
              </a:rPr>
              <a:t>oriented</a:t>
            </a:r>
            <a:r>
              <a:rPr sz="2400" spc="85" dirty="0">
                <a:latin typeface="Calibri"/>
                <a:cs typeface="Calibri"/>
              </a:rPr>
              <a:t> </a:t>
            </a:r>
            <a:r>
              <a:rPr sz="2400" dirty="0">
                <a:latin typeface="Calibri"/>
                <a:cs typeface="Calibri"/>
              </a:rPr>
              <a:t>than</a:t>
            </a:r>
            <a:r>
              <a:rPr sz="2400" spc="85" dirty="0">
                <a:latin typeface="Calibri"/>
                <a:cs typeface="Calibri"/>
              </a:rPr>
              <a:t> </a:t>
            </a:r>
            <a:r>
              <a:rPr sz="2400" spc="-20" dirty="0">
                <a:latin typeface="Calibri"/>
                <a:cs typeface="Calibri"/>
              </a:rPr>
              <a:t>in-</a:t>
            </a:r>
            <a:r>
              <a:rPr sz="2400" dirty="0">
                <a:latin typeface="Calibri"/>
                <a:cs typeface="Calibri"/>
              </a:rPr>
              <a:t>process</a:t>
            </a:r>
            <a:r>
              <a:rPr sz="2400" spc="80" dirty="0">
                <a:latin typeface="Calibri"/>
                <a:cs typeface="Calibri"/>
              </a:rPr>
              <a:t> </a:t>
            </a:r>
            <a:r>
              <a:rPr sz="2400" dirty="0">
                <a:latin typeface="Calibri"/>
                <a:cs typeface="Calibri"/>
              </a:rPr>
              <a:t>audits.</a:t>
            </a:r>
            <a:r>
              <a:rPr sz="2400" spc="75" dirty="0">
                <a:latin typeface="Calibri"/>
                <a:cs typeface="Calibri"/>
              </a:rPr>
              <a:t> </a:t>
            </a:r>
            <a:r>
              <a:rPr sz="2400" spc="-45" dirty="0">
                <a:latin typeface="Calibri"/>
                <a:cs typeface="Calibri"/>
              </a:rPr>
              <a:t>Post-</a:t>
            </a:r>
            <a:r>
              <a:rPr sz="2400" dirty="0">
                <a:latin typeface="Calibri"/>
                <a:cs typeface="Calibri"/>
              </a:rPr>
              <a:t>project</a:t>
            </a:r>
            <a:r>
              <a:rPr sz="2400" spc="75" dirty="0">
                <a:latin typeface="Calibri"/>
                <a:cs typeface="Calibri"/>
              </a:rPr>
              <a:t> </a:t>
            </a:r>
            <a:r>
              <a:rPr sz="2400" dirty="0">
                <a:latin typeface="Calibri"/>
                <a:cs typeface="Calibri"/>
              </a:rPr>
              <a:t>audits</a:t>
            </a:r>
            <a:r>
              <a:rPr sz="2400" spc="85" dirty="0">
                <a:latin typeface="Calibri"/>
                <a:cs typeface="Calibri"/>
              </a:rPr>
              <a:t> </a:t>
            </a:r>
            <a:r>
              <a:rPr sz="2400" dirty="0">
                <a:latin typeface="Calibri"/>
                <a:cs typeface="Calibri"/>
              </a:rPr>
              <a:t>do</a:t>
            </a:r>
            <a:r>
              <a:rPr sz="2400" spc="80" dirty="0">
                <a:latin typeface="Calibri"/>
                <a:cs typeface="Calibri"/>
              </a:rPr>
              <a:t> </a:t>
            </a:r>
            <a:r>
              <a:rPr sz="2400" dirty="0">
                <a:latin typeface="Calibri"/>
                <a:cs typeface="Calibri"/>
              </a:rPr>
              <a:t>check</a:t>
            </a:r>
            <a:r>
              <a:rPr sz="2400" spc="80" dirty="0">
                <a:latin typeface="Calibri"/>
                <a:cs typeface="Calibri"/>
              </a:rPr>
              <a:t> </a:t>
            </a:r>
            <a:r>
              <a:rPr sz="2400" dirty="0">
                <a:latin typeface="Calibri"/>
                <a:cs typeface="Calibri"/>
              </a:rPr>
              <a:t>on</a:t>
            </a:r>
            <a:r>
              <a:rPr sz="2400" spc="85" dirty="0">
                <a:latin typeface="Calibri"/>
                <a:cs typeface="Calibri"/>
              </a:rPr>
              <a:t> </a:t>
            </a:r>
            <a:r>
              <a:rPr sz="2400" spc="-10" dirty="0">
                <a:latin typeface="Calibri"/>
                <a:cs typeface="Calibri"/>
              </a:rPr>
              <a:t>project 	</a:t>
            </a:r>
            <a:r>
              <a:rPr sz="2400" dirty="0">
                <a:latin typeface="Calibri"/>
                <a:cs typeface="Calibri"/>
              </a:rPr>
              <a:t>performance,</a:t>
            </a:r>
            <a:r>
              <a:rPr sz="2400" spc="55" dirty="0">
                <a:latin typeface="Calibri"/>
                <a:cs typeface="Calibri"/>
              </a:rPr>
              <a:t> </a:t>
            </a:r>
            <a:r>
              <a:rPr sz="2400" dirty="0">
                <a:latin typeface="Calibri"/>
                <a:cs typeface="Calibri"/>
              </a:rPr>
              <a:t>but</a:t>
            </a:r>
            <a:r>
              <a:rPr sz="2400" spc="50" dirty="0">
                <a:latin typeface="Calibri"/>
                <a:cs typeface="Calibri"/>
              </a:rPr>
              <a:t> </a:t>
            </a:r>
            <a:r>
              <a:rPr sz="2400" dirty="0">
                <a:latin typeface="Calibri"/>
                <a:cs typeface="Calibri"/>
              </a:rPr>
              <a:t>the</a:t>
            </a:r>
            <a:r>
              <a:rPr sz="2400" spc="60" dirty="0">
                <a:latin typeface="Calibri"/>
                <a:cs typeface="Calibri"/>
              </a:rPr>
              <a:t> </a:t>
            </a:r>
            <a:r>
              <a:rPr sz="2400" dirty="0">
                <a:latin typeface="Calibri"/>
                <a:cs typeface="Calibri"/>
              </a:rPr>
              <a:t>audit</a:t>
            </a:r>
            <a:r>
              <a:rPr sz="2400" spc="45" dirty="0">
                <a:latin typeface="Calibri"/>
                <a:cs typeface="Calibri"/>
              </a:rPr>
              <a:t> </a:t>
            </a:r>
            <a:r>
              <a:rPr sz="2400" dirty="0">
                <a:latin typeface="Calibri"/>
                <a:cs typeface="Calibri"/>
              </a:rPr>
              <a:t>represents</a:t>
            </a:r>
            <a:r>
              <a:rPr sz="2400" spc="55" dirty="0">
                <a:latin typeface="Calibri"/>
                <a:cs typeface="Calibri"/>
              </a:rPr>
              <a:t> </a:t>
            </a:r>
            <a:r>
              <a:rPr sz="2400" dirty="0">
                <a:latin typeface="Calibri"/>
                <a:cs typeface="Calibri"/>
              </a:rPr>
              <a:t>a</a:t>
            </a:r>
            <a:r>
              <a:rPr sz="2400" spc="55" dirty="0">
                <a:latin typeface="Calibri"/>
                <a:cs typeface="Calibri"/>
              </a:rPr>
              <a:t> </a:t>
            </a:r>
            <a:r>
              <a:rPr sz="2400" dirty="0">
                <a:latin typeface="Calibri"/>
                <a:cs typeface="Calibri"/>
              </a:rPr>
              <a:t>broader</a:t>
            </a:r>
            <a:r>
              <a:rPr sz="2400" spc="55" dirty="0">
                <a:latin typeface="Calibri"/>
                <a:cs typeface="Calibri"/>
              </a:rPr>
              <a:t> </a:t>
            </a:r>
            <a:r>
              <a:rPr sz="2400" dirty="0">
                <a:latin typeface="Calibri"/>
                <a:cs typeface="Calibri"/>
              </a:rPr>
              <a:t>view</a:t>
            </a:r>
            <a:r>
              <a:rPr sz="2400" spc="50" dirty="0">
                <a:latin typeface="Calibri"/>
                <a:cs typeface="Calibri"/>
              </a:rPr>
              <a:t> </a:t>
            </a:r>
            <a:r>
              <a:rPr sz="2400" dirty="0">
                <a:latin typeface="Calibri"/>
                <a:cs typeface="Calibri"/>
              </a:rPr>
              <a:t>of</a:t>
            </a:r>
            <a:r>
              <a:rPr sz="2400" spc="60" dirty="0">
                <a:latin typeface="Calibri"/>
                <a:cs typeface="Calibri"/>
              </a:rPr>
              <a:t> </a:t>
            </a:r>
            <a:r>
              <a:rPr sz="2400" dirty="0">
                <a:latin typeface="Calibri"/>
                <a:cs typeface="Calibri"/>
              </a:rPr>
              <a:t>the</a:t>
            </a:r>
            <a:r>
              <a:rPr sz="2400" spc="55" dirty="0">
                <a:latin typeface="Calibri"/>
                <a:cs typeface="Calibri"/>
              </a:rPr>
              <a:t> </a:t>
            </a:r>
            <a:r>
              <a:rPr sz="2400" dirty="0">
                <a:latin typeface="Calibri"/>
                <a:cs typeface="Calibri"/>
              </a:rPr>
              <a:t>project’s</a:t>
            </a:r>
            <a:r>
              <a:rPr sz="2400" spc="50" dirty="0">
                <a:latin typeface="Calibri"/>
                <a:cs typeface="Calibri"/>
              </a:rPr>
              <a:t> </a:t>
            </a:r>
            <a:r>
              <a:rPr sz="2400" dirty="0">
                <a:latin typeface="Calibri"/>
                <a:cs typeface="Calibri"/>
              </a:rPr>
              <a:t>role</a:t>
            </a:r>
            <a:r>
              <a:rPr sz="2400" spc="65" dirty="0">
                <a:latin typeface="Calibri"/>
                <a:cs typeface="Calibri"/>
              </a:rPr>
              <a:t> </a:t>
            </a:r>
            <a:r>
              <a:rPr sz="2400" spc="-25" dirty="0">
                <a:latin typeface="Calibri"/>
                <a:cs typeface="Calibri"/>
              </a:rPr>
              <a:t>in 	</a:t>
            </a:r>
            <a:r>
              <a:rPr sz="2400" dirty="0">
                <a:latin typeface="Calibri"/>
                <a:cs typeface="Calibri"/>
              </a:rPr>
              <a:t>the</a:t>
            </a:r>
            <a:r>
              <a:rPr sz="2400" spc="330" dirty="0">
                <a:latin typeface="Calibri"/>
                <a:cs typeface="Calibri"/>
              </a:rPr>
              <a:t> </a:t>
            </a:r>
            <a:r>
              <a:rPr sz="2400" dirty="0">
                <a:latin typeface="Calibri"/>
                <a:cs typeface="Calibri"/>
              </a:rPr>
              <a:t>organization;</a:t>
            </a:r>
            <a:r>
              <a:rPr sz="2400" spc="320" dirty="0">
                <a:latin typeface="Calibri"/>
                <a:cs typeface="Calibri"/>
              </a:rPr>
              <a:t> </a:t>
            </a:r>
            <a:r>
              <a:rPr sz="2400" dirty="0">
                <a:latin typeface="Calibri"/>
                <a:cs typeface="Calibri"/>
              </a:rPr>
              <a:t>for</a:t>
            </a:r>
            <a:r>
              <a:rPr sz="2400" spc="330" dirty="0">
                <a:latin typeface="Calibri"/>
                <a:cs typeface="Calibri"/>
              </a:rPr>
              <a:t> </a:t>
            </a:r>
            <a:r>
              <a:rPr sz="2400" dirty="0">
                <a:latin typeface="Calibri"/>
                <a:cs typeface="Calibri"/>
              </a:rPr>
              <a:t>example,</a:t>
            </a:r>
            <a:r>
              <a:rPr sz="2400" spc="330" dirty="0">
                <a:latin typeface="Calibri"/>
                <a:cs typeface="Calibri"/>
              </a:rPr>
              <a:t> </a:t>
            </a:r>
            <a:r>
              <a:rPr sz="2400" dirty="0">
                <a:latin typeface="Calibri"/>
                <a:cs typeface="Calibri"/>
              </a:rPr>
              <a:t>were</a:t>
            </a:r>
            <a:r>
              <a:rPr sz="2400" spc="335" dirty="0">
                <a:latin typeface="Calibri"/>
                <a:cs typeface="Calibri"/>
              </a:rPr>
              <a:t> </a:t>
            </a:r>
            <a:r>
              <a:rPr sz="2400" dirty="0">
                <a:latin typeface="Calibri"/>
                <a:cs typeface="Calibri"/>
              </a:rPr>
              <a:t>the</a:t>
            </a:r>
            <a:r>
              <a:rPr sz="2400" spc="330" dirty="0">
                <a:latin typeface="Calibri"/>
                <a:cs typeface="Calibri"/>
              </a:rPr>
              <a:t> </a:t>
            </a:r>
            <a:r>
              <a:rPr sz="2400" dirty="0">
                <a:latin typeface="Calibri"/>
                <a:cs typeface="Calibri"/>
              </a:rPr>
              <a:t>strategic</a:t>
            </a:r>
            <a:r>
              <a:rPr sz="2400" spc="320" dirty="0">
                <a:latin typeface="Calibri"/>
                <a:cs typeface="Calibri"/>
              </a:rPr>
              <a:t> </a:t>
            </a:r>
            <a:r>
              <a:rPr sz="2400" dirty="0">
                <a:latin typeface="Calibri"/>
                <a:cs typeface="Calibri"/>
              </a:rPr>
              <a:t>benefits</a:t>
            </a:r>
            <a:r>
              <a:rPr sz="2400" spc="325" dirty="0">
                <a:latin typeface="Calibri"/>
                <a:cs typeface="Calibri"/>
              </a:rPr>
              <a:t> </a:t>
            </a:r>
            <a:r>
              <a:rPr sz="2400" dirty="0">
                <a:latin typeface="Calibri"/>
                <a:cs typeface="Calibri"/>
              </a:rPr>
              <a:t>claimed</a:t>
            </a:r>
            <a:r>
              <a:rPr sz="2400" spc="330" dirty="0">
                <a:latin typeface="Calibri"/>
                <a:cs typeface="Calibri"/>
              </a:rPr>
              <a:t> </a:t>
            </a:r>
            <a:r>
              <a:rPr sz="2400" spc="-10" dirty="0">
                <a:latin typeface="Calibri"/>
                <a:cs typeface="Calibri"/>
              </a:rPr>
              <a:t>actually 	delivered?</a:t>
            </a:r>
            <a:endParaRPr sz="2400" dirty="0">
              <a:latin typeface="Calibri"/>
              <a:cs typeface="Calibri"/>
            </a:endParaRPr>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16</a:t>
            </a:r>
            <a:endParaRPr sz="1200">
              <a:latin typeface="Calibri"/>
              <a:cs typeface="Calibri"/>
            </a:endParaRPr>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90" dirty="0"/>
              <a:t>Project</a:t>
            </a:r>
            <a:r>
              <a:rPr spc="130" dirty="0"/>
              <a:t> </a:t>
            </a:r>
            <a:r>
              <a:rPr spc="105" dirty="0"/>
              <a:t>Audits</a:t>
            </a:r>
            <a:r>
              <a:rPr spc="120" dirty="0"/>
              <a:t> </a:t>
            </a:r>
            <a:r>
              <a:rPr sz="1950" spc="-10" dirty="0"/>
              <a:t>(2/3)</a:t>
            </a:r>
            <a:endParaRPr sz="1950"/>
          </a:p>
        </p:txBody>
      </p:sp>
      <p:pic>
        <p:nvPicPr>
          <p:cNvPr id="5" name="Picture 4">
            <a:extLst>
              <a:ext uri="{FF2B5EF4-FFF2-40B4-BE49-F238E27FC236}">
                <a16:creationId xmlns:a16="http://schemas.microsoft.com/office/drawing/2014/main" id="{1D533399-3B9A-40A7-5B62-ED814A1C14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1"/>
            <a:ext cx="16002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6139" y="1554987"/>
            <a:ext cx="10358120" cy="4414520"/>
          </a:xfrm>
          <a:prstGeom prst="rect">
            <a:avLst/>
          </a:prstGeom>
        </p:spPr>
        <p:txBody>
          <a:bodyPr vert="horz" wrap="square" lIns="0" tIns="55244" rIns="0" bIns="0" rtlCol="0">
            <a:spAutoFit/>
          </a:bodyPr>
          <a:lstStyle/>
          <a:p>
            <a:pPr marL="241300" marR="5080" indent="-228600" algn="just">
              <a:lnSpc>
                <a:spcPct val="90000"/>
              </a:lnSpc>
              <a:spcBef>
                <a:spcPts val="434"/>
              </a:spcBef>
              <a:buFont typeface="Arial MT"/>
              <a:buChar char="•"/>
              <a:tabLst>
                <a:tab pos="241300" algn="l"/>
              </a:tabLst>
            </a:pPr>
            <a:r>
              <a:rPr sz="2800" dirty="0">
                <a:latin typeface="Calibri"/>
                <a:cs typeface="Calibri"/>
              </a:rPr>
              <a:t>Lessons</a:t>
            </a:r>
            <a:r>
              <a:rPr sz="2800" spc="650" dirty="0">
                <a:latin typeface="Calibri"/>
                <a:cs typeface="Calibri"/>
              </a:rPr>
              <a:t> </a:t>
            </a:r>
            <a:r>
              <a:rPr sz="2800" dirty="0">
                <a:latin typeface="Calibri"/>
                <a:cs typeface="Calibri"/>
              </a:rPr>
              <a:t>learned</a:t>
            </a:r>
            <a:r>
              <a:rPr sz="2800" spc="655" dirty="0">
                <a:latin typeface="Calibri"/>
                <a:cs typeface="Calibri"/>
              </a:rPr>
              <a:t> </a:t>
            </a:r>
            <a:r>
              <a:rPr sz="2800" dirty="0">
                <a:latin typeface="Calibri"/>
                <a:cs typeface="Calibri"/>
              </a:rPr>
              <a:t>attempt</a:t>
            </a:r>
            <a:r>
              <a:rPr sz="2800" spc="650" dirty="0">
                <a:latin typeface="Calibri"/>
                <a:cs typeface="Calibri"/>
              </a:rPr>
              <a:t> </a:t>
            </a:r>
            <a:r>
              <a:rPr sz="2800" dirty="0">
                <a:latin typeface="Calibri"/>
                <a:cs typeface="Calibri"/>
              </a:rPr>
              <a:t>to</a:t>
            </a:r>
            <a:r>
              <a:rPr sz="2800" spc="650" dirty="0">
                <a:latin typeface="Calibri"/>
                <a:cs typeface="Calibri"/>
              </a:rPr>
              <a:t> </a:t>
            </a:r>
            <a:r>
              <a:rPr sz="2800" dirty="0">
                <a:latin typeface="Calibri"/>
                <a:cs typeface="Calibri"/>
              </a:rPr>
              <a:t>capture</a:t>
            </a:r>
            <a:r>
              <a:rPr sz="2800" spc="645" dirty="0">
                <a:latin typeface="Calibri"/>
                <a:cs typeface="Calibri"/>
              </a:rPr>
              <a:t> </a:t>
            </a:r>
            <a:r>
              <a:rPr sz="2800" u="heavy" dirty="0">
                <a:solidFill>
                  <a:srgbClr val="C00000"/>
                </a:solidFill>
                <a:uFill>
                  <a:solidFill>
                    <a:srgbClr val="C00000"/>
                  </a:solidFill>
                </a:uFill>
                <a:latin typeface="Calibri"/>
                <a:cs typeface="Calibri"/>
              </a:rPr>
              <a:t>positive</a:t>
            </a:r>
            <a:r>
              <a:rPr sz="2800" u="heavy" spc="645" dirty="0">
                <a:solidFill>
                  <a:srgbClr val="C00000"/>
                </a:solidFill>
                <a:uFill>
                  <a:solidFill>
                    <a:srgbClr val="C00000"/>
                  </a:solidFill>
                </a:uFill>
                <a:latin typeface="Calibri"/>
                <a:cs typeface="Calibri"/>
              </a:rPr>
              <a:t> </a:t>
            </a:r>
            <a:r>
              <a:rPr sz="2800" u="heavy" dirty="0">
                <a:solidFill>
                  <a:srgbClr val="C00000"/>
                </a:solidFill>
                <a:uFill>
                  <a:solidFill>
                    <a:srgbClr val="C00000"/>
                  </a:solidFill>
                </a:uFill>
                <a:latin typeface="Calibri"/>
                <a:cs typeface="Calibri"/>
              </a:rPr>
              <a:t>and</a:t>
            </a:r>
            <a:r>
              <a:rPr sz="2800" u="heavy" spc="655" dirty="0">
                <a:solidFill>
                  <a:srgbClr val="C00000"/>
                </a:solidFill>
                <a:uFill>
                  <a:solidFill>
                    <a:srgbClr val="C00000"/>
                  </a:solidFill>
                </a:uFill>
                <a:latin typeface="Calibri"/>
                <a:cs typeface="Calibri"/>
              </a:rPr>
              <a:t> </a:t>
            </a:r>
            <a:r>
              <a:rPr sz="2800" u="heavy" dirty="0">
                <a:solidFill>
                  <a:srgbClr val="C00000"/>
                </a:solidFill>
                <a:uFill>
                  <a:solidFill>
                    <a:srgbClr val="C00000"/>
                  </a:solidFill>
                </a:uFill>
                <a:latin typeface="Calibri"/>
                <a:cs typeface="Calibri"/>
              </a:rPr>
              <a:t>negative</a:t>
            </a:r>
            <a:r>
              <a:rPr sz="2800" spc="645" dirty="0">
                <a:solidFill>
                  <a:srgbClr val="C00000"/>
                </a:solidFill>
                <a:latin typeface="Calibri"/>
                <a:cs typeface="Calibri"/>
              </a:rPr>
              <a:t> </a:t>
            </a:r>
            <a:r>
              <a:rPr sz="2800" spc="-10" dirty="0">
                <a:latin typeface="Calibri"/>
                <a:cs typeface="Calibri"/>
              </a:rPr>
              <a:t>project </a:t>
            </a:r>
            <a:r>
              <a:rPr sz="2800" dirty="0">
                <a:latin typeface="Calibri"/>
                <a:cs typeface="Calibri"/>
              </a:rPr>
              <a:t>learning.</a:t>
            </a:r>
            <a:r>
              <a:rPr sz="2800" spc="370" dirty="0">
                <a:latin typeface="Calibri"/>
                <a:cs typeface="Calibri"/>
              </a:rPr>
              <a:t> </a:t>
            </a:r>
            <a:r>
              <a:rPr sz="2800" dirty="0">
                <a:latin typeface="Calibri"/>
                <a:cs typeface="Calibri"/>
              </a:rPr>
              <a:t>That</a:t>
            </a:r>
            <a:r>
              <a:rPr sz="2800" spc="370" dirty="0">
                <a:latin typeface="Calibri"/>
                <a:cs typeface="Calibri"/>
              </a:rPr>
              <a:t> </a:t>
            </a:r>
            <a:r>
              <a:rPr sz="2800" dirty="0">
                <a:latin typeface="Calibri"/>
                <a:cs typeface="Calibri"/>
              </a:rPr>
              <a:t>is,</a:t>
            </a:r>
            <a:r>
              <a:rPr sz="2800" spc="365" dirty="0">
                <a:latin typeface="Calibri"/>
                <a:cs typeface="Calibri"/>
              </a:rPr>
              <a:t> </a:t>
            </a:r>
            <a:r>
              <a:rPr sz="2800" dirty="0">
                <a:latin typeface="Calibri"/>
                <a:cs typeface="Calibri"/>
              </a:rPr>
              <a:t>what</a:t>
            </a:r>
            <a:r>
              <a:rPr sz="2800" spc="370" dirty="0">
                <a:latin typeface="Calibri"/>
                <a:cs typeface="Calibri"/>
              </a:rPr>
              <a:t> </a:t>
            </a:r>
            <a:r>
              <a:rPr sz="2800" dirty="0">
                <a:latin typeface="Calibri"/>
                <a:cs typeface="Calibri"/>
              </a:rPr>
              <a:t>worked</a:t>
            </a:r>
            <a:r>
              <a:rPr sz="2800" spc="370" dirty="0">
                <a:latin typeface="Calibri"/>
                <a:cs typeface="Calibri"/>
              </a:rPr>
              <a:t> </a:t>
            </a:r>
            <a:r>
              <a:rPr sz="2800" dirty="0">
                <a:latin typeface="Calibri"/>
                <a:cs typeface="Calibri"/>
              </a:rPr>
              <a:t>and</a:t>
            </a:r>
            <a:r>
              <a:rPr sz="2800" spc="375" dirty="0">
                <a:latin typeface="Calibri"/>
                <a:cs typeface="Calibri"/>
              </a:rPr>
              <a:t> </a:t>
            </a:r>
            <a:r>
              <a:rPr sz="2800" dirty="0">
                <a:latin typeface="Calibri"/>
                <a:cs typeface="Calibri"/>
              </a:rPr>
              <a:t>what</a:t>
            </a:r>
            <a:r>
              <a:rPr sz="2800" spc="370" dirty="0">
                <a:latin typeface="Calibri"/>
                <a:cs typeface="Calibri"/>
              </a:rPr>
              <a:t> </a:t>
            </a:r>
            <a:r>
              <a:rPr sz="2800" dirty="0">
                <a:latin typeface="Calibri"/>
                <a:cs typeface="Calibri"/>
              </a:rPr>
              <a:t>didn’t?</a:t>
            </a:r>
            <a:r>
              <a:rPr sz="2800" spc="365" dirty="0">
                <a:latin typeface="Calibri"/>
                <a:cs typeface="Calibri"/>
              </a:rPr>
              <a:t> </a:t>
            </a:r>
            <a:r>
              <a:rPr sz="2800" dirty="0">
                <a:latin typeface="Calibri"/>
                <a:cs typeface="Calibri"/>
              </a:rPr>
              <a:t>Lessons</a:t>
            </a:r>
            <a:r>
              <a:rPr sz="2800" spc="375" dirty="0">
                <a:latin typeface="Calibri"/>
                <a:cs typeface="Calibri"/>
              </a:rPr>
              <a:t> </a:t>
            </a:r>
            <a:r>
              <a:rPr sz="2800" dirty="0">
                <a:latin typeface="Calibri"/>
                <a:cs typeface="Calibri"/>
              </a:rPr>
              <a:t>learnt</a:t>
            </a:r>
            <a:r>
              <a:rPr sz="2800" spc="360" dirty="0">
                <a:latin typeface="Calibri"/>
                <a:cs typeface="Calibri"/>
              </a:rPr>
              <a:t> </a:t>
            </a:r>
            <a:r>
              <a:rPr sz="2800" spc="-25" dirty="0">
                <a:latin typeface="Calibri"/>
                <a:cs typeface="Calibri"/>
              </a:rPr>
              <a:t>are </a:t>
            </a:r>
            <a:r>
              <a:rPr sz="2800" dirty="0">
                <a:latin typeface="Calibri"/>
                <a:cs typeface="Calibri"/>
              </a:rPr>
              <a:t>used</a:t>
            </a:r>
            <a:r>
              <a:rPr sz="2800" spc="170" dirty="0">
                <a:latin typeface="Calibri"/>
                <a:cs typeface="Calibri"/>
              </a:rPr>
              <a:t> </a:t>
            </a:r>
            <a:r>
              <a:rPr sz="2800" dirty="0">
                <a:latin typeface="Calibri"/>
                <a:cs typeface="Calibri"/>
              </a:rPr>
              <a:t>to</a:t>
            </a:r>
            <a:r>
              <a:rPr sz="2800" spc="175" dirty="0">
                <a:latin typeface="Calibri"/>
                <a:cs typeface="Calibri"/>
              </a:rPr>
              <a:t> </a:t>
            </a:r>
            <a:r>
              <a:rPr sz="2800" dirty="0">
                <a:latin typeface="Calibri"/>
                <a:cs typeface="Calibri"/>
              </a:rPr>
              <a:t>create</a:t>
            </a:r>
            <a:r>
              <a:rPr sz="2800" spc="175" dirty="0">
                <a:latin typeface="Calibri"/>
                <a:cs typeface="Calibri"/>
              </a:rPr>
              <a:t> </a:t>
            </a:r>
            <a:r>
              <a:rPr sz="2800" dirty="0">
                <a:latin typeface="Calibri"/>
                <a:cs typeface="Calibri"/>
              </a:rPr>
              <a:t>an</a:t>
            </a:r>
            <a:r>
              <a:rPr sz="2800" spc="180" dirty="0">
                <a:latin typeface="Calibri"/>
                <a:cs typeface="Calibri"/>
              </a:rPr>
              <a:t> </a:t>
            </a:r>
            <a:r>
              <a:rPr sz="2800" dirty="0">
                <a:latin typeface="Calibri"/>
                <a:cs typeface="Calibri"/>
              </a:rPr>
              <a:t>action</a:t>
            </a:r>
            <a:r>
              <a:rPr sz="2800" spc="180" dirty="0">
                <a:latin typeface="Calibri"/>
                <a:cs typeface="Calibri"/>
              </a:rPr>
              <a:t> </a:t>
            </a:r>
            <a:r>
              <a:rPr sz="2800" dirty="0">
                <a:latin typeface="Calibri"/>
                <a:cs typeface="Calibri"/>
              </a:rPr>
              <a:t>plan</a:t>
            </a:r>
            <a:r>
              <a:rPr sz="2800" spc="180" dirty="0">
                <a:latin typeface="Calibri"/>
                <a:cs typeface="Calibri"/>
              </a:rPr>
              <a:t> </a:t>
            </a:r>
            <a:r>
              <a:rPr sz="2800" dirty="0">
                <a:latin typeface="Calibri"/>
                <a:cs typeface="Calibri"/>
              </a:rPr>
              <a:t>to</a:t>
            </a:r>
            <a:r>
              <a:rPr sz="2800" spc="175" dirty="0">
                <a:latin typeface="Calibri"/>
                <a:cs typeface="Calibri"/>
              </a:rPr>
              <a:t> </a:t>
            </a:r>
            <a:r>
              <a:rPr sz="2800" dirty="0">
                <a:latin typeface="Calibri"/>
                <a:cs typeface="Calibri"/>
              </a:rPr>
              <a:t>improve</a:t>
            </a:r>
            <a:r>
              <a:rPr sz="2800" spc="175" dirty="0">
                <a:latin typeface="Calibri"/>
                <a:cs typeface="Calibri"/>
              </a:rPr>
              <a:t> </a:t>
            </a:r>
            <a:r>
              <a:rPr sz="2800" dirty="0">
                <a:latin typeface="Calibri"/>
                <a:cs typeface="Calibri"/>
              </a:rPr>
              <a:t>the</a:t>
            </a:r>
            <a:r>
              <a:rPr sz="2800" spc="170" dirty="0">
                <a:latin typeface="Calibri"/>
                <a:cs typeface="Calibri"/>
              </a:rPr>
              <a:t> </a:t>
            </a:r>
            <a:r>
              <a:rPr sz="2800" dirty="0">
                <a:latin typeface="Calibri"/>
                <a:cs typeface="Calibri"/>
              </a:rPr>
              <a:t>performance</a:t>
            </a:r>
            <a:r>
              <a:rPr sz="2800" spc="170" dirty="0">
                <a:latin typeface="Calibri"/>
                <a:cs typeface="Calibri"/>
              </a:rPr>
              <a:t> </a:t>
            </a:r>
            <a:r>
              <a:rPr sz="2800" dirty="0">
                <a:latin typeface="Calibri"/>
                <a:cs typeface="Calibri"/>
              </a:rPr>
              <a:t>on</a:t>
            </a:r>
            <a:r>
              <a:rPr sz="2800" spc="180" dirty="0">
                <a:latin typeface="Calibri"/>
                <a:cs typeface="Calibri"/>
              </a:rPr>
              <a:t> </a:t>
            </a:r>
            <a:r>
              <a:rPr sz="2800" spc="-10" dirty="0">
                <a:latin typeface="Calibri"/>
                <a:cs typeface="Calibri"/>
              </a:rPr>
              <a:t>future </a:t>
            </a:r>
            <a:r>
              <a:rPr sz="2800" dirty="0">
                <a:latin typeface="Calibri"/>
                <a:cs typeface="Calibri"/>
              </a:rPr>
              <a:t>projects</a:t>
            </a:r>
            <a:r>
              <a:rPr sz="2800" spc="245" dirty="0">
                <a:latin typeface="Calibri"/>
                <a:cs typeface="Calibri"/>
              </a:rPr>
              <a:t>  </a:t>
            </a:r>
            <a:r>
              <a:rPr sz="2800" dirty="0">
                <a:latin typeface="Calibri"/>
                <a:cs typeface="Calibri"/>
              </a:rPr>
              <a:t>and</a:t>
            </a:r>
            <a:r>
              <a:rPr sz="2800" spc="245" dirty="0">
                <a:latin typeface="Calibri"/>
                <a:cs typeface="Calibri"/>
              </a:rPr>
              <a:t>  </a:t>
            </a:r>
            <a:r>
              <a:rPr sz="2800" dirty="0">
                <a:latin typeface="Calibri"/>
                <a:cs typeface="Calibri"/>
              </a:rPr>
              <a:t>to</a:t>
            </a:r>
            <a:r>
              <a:rPr sz="2800" spc="240" dirty="0">
                <a:latin typeface="Calibri"/>
                <a:cs typeface="Calibri"/>
              </a:rPr>
              <a:t>  </a:t>
            </a:r>
            <a:r>
              <a:rPr sz="2800" dirty="0">
                <a:latin typeface="Calibri"/>
                <a:cs typeface="Calibri"/>
              </a:rPr>
              <a:t>assure</a:t>
            </a:r>
            <a:r>
              <a:rPr sz="2800" spc="245" dirty="0">
                <a:latin typeface="Calibri"/>
                <a:cs typeface="Calibri"/>
              </a:rPr>
              <a:t>  </a:t>
            </a:r>
            <a:r>
              <a:rPr sz="2800" dirty="0">
                <a:latin typeface="Calibri"/>
                <a:cs typeface="Calibri"/>
              </a:rPr>
              <a:t>stopping</a:t>
            </a:r>
            <a:r>
              <a:rPr sz="2800" spc="240" dirty="0">
                <a:latin typeface="Calibri"/>
                <a:cs typeface="Calibri"/>
              </a:rPr>
              <a:t>  </a:t>
            </a:r>
            <a:r>
              <a:rPr sz="2800" dirty="0">
                <a:latin typeface="Calibri"/>
                <a:cs typeface="Calibri"/>
              </a:rPr>
              <a:t>repetitive</a:t>
            </a:r>
            <a:r>
              <a:rPr sz="2800" spc="240" dirty="0">
                <a:latin typeface="Calibri"/>
                <a:cs typeface="Calibri"/>
              </a:rPr>
              <a:t>  </a:t>
            </a:r>
            <a:r>
              <a:rPr sz="2800" dirty="0">
                <a:latin typeface="Calibri"/>
                <a:cs typeface="Calibri"/>
              </a:rPr>
              <a:t>mistakes</a:t>
            </a:r>
            <a:r>
              <a:rPr sz="2800" spc="245" dirty="0">
                <a:latin typeface="Calibri"/>
                <a:cs typeface="Calibri"/>
              </a:rPr>
              <a:t>  </a:t>
            </a:r>
            <a:r>
              <a:rPr sz="2800" dirty="0">
                <a:latin typeface="Calibri"/>
                <a:cs typeface="Calibri"/>
              </a:rPr>
              <a:t>across</a:t>
            </a:r>
            <a:r>
              <a:rPr sz="2800" spc="245" dirty="0">
                <a:latin typeface="Calibri"/>
                <a:cs typeface="Calibri"/>
              </a:rPr>
              <a:t>  </a:t>
            </a:r>
            <a:r>
              <a:rPr sz="2800" spc="-25" dirty="0">
                <a:latin typeface="Calibri"/>
                <a:cs typeface="Calibri"/>
              </a:rPr>
              <a:t>the </a:t>
            </a:r>
            <a:r>
              <a:rPr sz="2800" spc="-10" dirty="0">
                <a:latin typeface="Calibri"/>
                <a:cs typeface="Calibri"/>
              </a:rPr>
              <a:t>organization.</a:t>
            </a:r>
            <a:endParaRPr sz="2800" dirty="0">
              <a:latin typeface="Calibri"/>
              <a:cs typeface="Calibri"/>
            </a:endParaRPr>
          </a:p>
          <a:p>
            <a:pPr marL="241300" marR="5080" indent="-228600" algn="just">
              <a:lnSpc>
                <a:spcPct val="90000"/>
              </a:lnSpc>
              <a:spcBef>
                <a:spcPts val="960"/>
              </a:spcBef>
              <a:buFont typeface="Arial MT"/>
              <a:buChar char="•"/>
              <a:tabLst>
                <a:tab pos="241300" algn="l"/>
              </a:tabLst>
            </a:pPr>
            <a:r>
              <a:rPr sz="2800" dirty="0">
                <a:latin typeface="Calibri"/>
                <a:cs typeface="Calibri"/>
              </a:rPr>
              <a:t>Audits</a:t>
            </a:r>
            <a:r>
              <a:rPr sz="2800" spc="45" dirty="0">
                <a:latin typeface="Calibri"/>
                <a:cs typeface="Calibri"/>
              </a:rPr>
              <a:t> </a:t>
            </a:r>
            <a:r>
              <a:rPr sz="2800" dirty="0">
                <a:latin typeface="Calibri"/>
                <a:cs typeface="Calibri"/>
              </a:rPr>
              <a:t>cost</a:t>
            </a:r>
            <a:r>
              <a:rPr sz="2800" spc="40" dirty="0">
                <a:latin typeface="Calibri"/>
                <a:cs typeface="Calibri"/>
              </a:rPr>
              <a:t> </a:t>
            </a:r>
            <a:r>
              <a:rPr sz="2800" dirty="0">
                <a:latin typeface="Calibri"/>
                <a:cs typeface="Calibri"/>
              </a:rPr>
              <a:t>time</a:t>
            </a:r>
            <a:r>
              <a:rPr sz="2800" spc="35" dirty="0">
                <a:latin typeface="Calibri"/>
                <a:cs typeface="Calibri"/>
              </a:rPr>
              <a:t> </a:t>
            </a:r>
            <a:r>
              <a:rPr sz="2800" dirty="0">
                <a:latin typeface="Calibri"/>
                <a:cs typeface="Calibri"/>
              </a:rPr>
              <a:t>and</a:t>
            </a:r>
            <a:r>
              <a:rPr sz="2800" spc="45" dirty="0">
                <a:latin typeface="Calibri"/>
                <a:cs typeface="Calibri"/>
              </a:rPr>
              <a:t> </a:t>
            </a:r>
            <a:r>
              <a:rPr sz="2800" spc="-10" dirty="0">
                <a:latin typeface="Calibri"/>
                <a:cs typeface="Calibri"/>
              </a:rPr>
              <a:t>money.</a:t>
            </a:r>
            <a:r>
              <a:rPr sz="2800" spc="45" dirty="0">
                <a:latin typeface="Calibri"/>
                <a:cs typeface="Calibri"/>
              </a:rPr>
              <a:t> </a:t>
            </a:r>
            <a:r>
              <a:rPr sz="2800" dirty="0">
                <a:latin typeface="Calibri"/>
                <a:cs typeface="Calibri"/>
              </a:rPr>
              <a:t>So,</a:t>
            </a:r>
            <a:r>
              <a:rPr sz="2800" spc="35" dirty="0">
                <a:latin typeface="Calibri"/>
                <a:cs typeface="Calibri"/>
              </a:rPr>
              <a:t> </a:t>
            </a:r>
            <a:r>
              <a:rPr sz="2800" dirty="0">
                <a:latin typeface="Calibri"/>
                <a:cs typeface="Calibri"/>
              </a:rPr>
              <a:t>they</a:t>
            </a:r>
            <a:r>
              <a:rPr sz="2800" spc="35" dirty="0">
                <a:latin typeface="Calibri"/>
                <a:cs typeface="Calibri"/>
              </a:rPr>
              <a:t> </a:t>
            </a:r>
            <a:r>
              <a:rPr sz="2800" dirty="0">
                <a:latin typeface="Calibri"/>
                <a:cs typeface="Calibri"/>
              </a:rPr>
              <a:t>should</a:t>
            </a:r>
            <a:r>
              <a:rPr sz="2800" spc="40" dirty="0">
                <a:latin typeface="Calibri"/>
                <a:cs typeface="Calibri"/>
              </a:rPr>
              <a:t> </a:t>
            </a:r>
            <a:r>
              <a:rPr sz="2800" dirty="0">
                <a:latin typeface="Calibri"/>
                <a:cs typeface="Calibri"/>
              </a:rPr>
              <a:t>include</a:t>
            </a:r>
            <a:r>
              <a:rPr sz="2800" spc="35" dirty="0">
                <a:latin typeface="Calibri"/>
                <a:cs typeface="Calibri"/>
              </a:rPr>
              <a:t> </a:t>
            </a:r>
            <a:r>
              <a:rPr sz="2800" dirty="0">
                <a:latin typeface="Calibri"/>
                <a:cs typeface="Calibri"/>
              </a:rPr>
              <a:t>no</a:t>
            </a:r>
            <a:r>
              <a:rPr sz="2800" spc="35" dirty="0">
                <a:latin typeface="Calibri"/>
                <a:cs typeface="Calibri"/>
              </a:rPr>
              <a:t> </a:t>
            </a:r>
            <a:r>
              <a:rPr sz="2800" dirty="0">
                <a:latin typeface="Calibri"/>
                <a:cs typeface="Calibri"/>
              </a:rPr>
              <a:t>more</a:t>
            </a:r>
            <a:r>
              <a:rPr sz="2800" spc="30" dirty="0">
                <a:latin typeface="Calibri"/>
                <a:cs typeface="Calibri"/>
              </a:rPr>
              <a:t> </a:t>
            </a:r>
            <a:r>
              <a:rPr sz="2800" dirty="0">
                <a:latin typeface="Calibri"/>
                <a:cs typeface="Calibri"/>
              </a:rPr>
              <a:t>time</a:t>
            </a:r>
            <a:r>
              <a:rPr sz="2800" spc="35" dirty="0">
                <a:latin typeface="Calibri"/>
                <a:cs typeface="Calibri"/>
              </a:rPr>
              <a:t> </a:t>
            </a:r>
            <a:r>
              <a:rPr sz="2800" spc="-25" dirty="0">
                <a:latin typeface="Calibri"/>
                <a:cs typeface="Calibri"/>
              </a:rPr>
              <a:t>or </a:t>
            </a:r>
            <a:r>
              <a:rPr sz="2800" dirty="0">
                <a:latin typeface="Calibri"/>
                <a:cs typeface="Calibri"/>
              </a:rPr>
              <a:t>resources</a:t>
            </a:r>
            <a:r>
              <a:rPr sz="2800" spc="530" dirty="0">
                <a:latin typeface="Calibri"/>
                <a:cs typeface="Calibri"/>
              </a:rPr>
              <a:t> </a:t>
            </a:r>
            <a:r>
              <a:rPr sz="2800" dirty="0">
                <a:latin typeface="Calibri"/>
                <a:cs typeface="Calibri"/>
              </a:rPr>
              <a:t>than</a:t>
            </a:r>
            <a:r>
              <a:rPr sz="2800" spc="535" dirty="0">
                <a:latin typeface="Calibri"/>
                <a:cs typeface="Calibri"/>
              </a:rPr>
              <a:t> </a:t>
            </a:r>
            <a:r>
              <a:rPr sz="2800" dirty="0">
                <a:latin typeface="Calibri"/>
                <a:cs typeface="Calibri"/>
              </a:rPr>
              <a:t>are</a:t>
            </a:r>
            <a:r>
              <a:rPr sz="2800" spc="525" dirty="0">
                <a:latin typeface="Calibri"/>
                <a:cs typeface="Calibri"/>
              </a:rPr>
              <a:t> </a:t>
            </a:r>
            <a:r>
              <a:rPr sz="2800" dirty="0">
                <a:latin typeface="Calibri"/>
                <a:cs typeface="Calibri"/>
              </a:rPr>
              <a:t>necessary</a:t>
            </a:r>
            <a:r>
              <a:rPr sz="2800" spc="520" dirty="0">
                <a:latin typeface="Calibri"/>
                <a:cs typeface="Calibri"/>
              </a:rPr>
              <a:t> </a:t>
            </a:r>
            <a:r>
              <a:rPr sz="2800" dirty="0">
                <a:latin typeface="Calibri"/>
                <a:cs typeface="Calibri"/>
              </a:rPr>
              <a:t>and</a:t>
            </a:r>
            <a:r>
              <a:rPr sz="2800" spc="535" dirty="0">
                <a:latin typeface="Calibri"/>
                <a:cs typeface="Calibri"/>
              </a:rPr>
              <a:t> </a:t>
            </a:r>
            <a:r>
              <a:rPr sz="2800" dirty="0">
                <a:latin typeface="Calibri"/>
                <a:cs typeface="Calibri"/>
              </a:rPr>
              <a:t>sufficient.</a:t>
            </a:r>
            <a:r>
              <a:rPr sz="2800" spc="535" dirty="0">
                <a:latin typeface="Calibri"/>
                <a:cs typeface="Calibri"/>
              </a:rPr>
              <a:t> </a:t>
            </a:r>
            <a:r>
              <a:rPr sz="2800" dirty="0">
                <a:latin typeface="Calibri"/>
                <a:cs typeface="Calibri"/>
              </a:rPr>
              <a:t>For</a:t>
            </a:r>
            <a:r>
              <a:rPr sz="2800" spc="525" dirty="0">
                <a:latin typeface="Calibri"/>
                <a:cs typeface="Calibri"/>
              </a:rPr>
              <a:t> </a:t>
            </a:r>
            <a:r>
              <a:rPr sz="2800" dirty="0">
                <a:latin typeface="Calibri"/>
                <a:cs typeface="Calibri"/>
              </a:rPr>
              <a:t>example,</a:t>
            </a:r>
            <a:r>
              <a:rPr sz="2800" spc="535" dirty="0">
                <a:latin typeface="Calibri"/>
                <a:cs typeface="Calibri"/>
              </a:rPr>
              <a:t> </a:t>
            </a:r>
            <a:r>
              <a:rPr sz="2800" dirty="0">
                <a:latin typeface="Calibri"/>
                <a:cs typeface="Calibri"/>
              </a:rPr>
              <a:t>in</a:t>
            </a:r>
            <a:r>
              <a:rPr sz="2800" spc="535" dirty="0">
                <a:latin typeface="Calibri"/>
                <a:cs typeface="Calibri"/>
              </a:rPr>
              <a:t> </a:t>
            </a:r>
            <a:r>
              <a:rPr sz="2800" spc="-10" dirty="0">
                <a:latin typeface="Calibri"/>
                <a:cs typeface="Calibri"/>
              </a:rPr>
              <a:t>post- </a:t>
            </a:r>
            <a:r>
              <a:rPr sz="2800" dirty="0">
                <a:latin typeface="Calibri"/>
                <a:cs typeface="Calibri"/>
              </a:rPr>
              <a:t>project</a:t>
            </a:r>
            <a:r>
              <a:rPr sz="2800" spc="-15" dirty="0">
                <a:latin typeface="Calibri"/>
                <a:cs typeface="Calibri"/>
              </a:rPr>
              <a:t> </a:t>
            </a:r>
            <a:r>
              <a:rPr sz="2800" dirty="0">
                <a:latin typeface="Calibri"/>
                <a:cs typeface="Calibri"/>
              </a:rPr>
              <a:t>audits,</a:t>
            </a:r>
            <a:r>
              <a:rPr sz="2800" spc="-5" dirty="0">
                <a:latin typeface="Calibri"/>
                <a:cs typeface="Calibri"/>
              </a:rPr>
              <a:t> </a:t>
            </a:r>
            <a:r>
              <a:rPr sz="2800" dirty="0">
                <a:latin typeface="Calibri"/>
                <a:cs typeface="Calibri"/>
              </a:rPr>
              <a:t>for</a:t>
            </a:r>
            <a:r>
              <a:rPr sz="2800" spc="-5" dirty="0">
                <a:latin typeface="Calibri"/>
                <a:cs typeface="Calibri"/>
              </a:rPr>
              <a:t> </a:t>
            </a:r>
            <a:r>
              <a:rPr sz="2800" dirty="0">
                <a:latin typeface="Calibri"/>
                <a:cs typeface="Calibri"/>
              </a:rPr>
              <a:t>all</a:t>
            </a:r>
            <a:r>
              <a:rPr sz="2800" spc="-10" dirty="0">
                <a:latin typeface="Calibri"/>
                <a:cs typeface="Calibri"/>
              </a:rPr>
              <a:t> </a:t>
            </a:r>
            <a:r>
              <a:rPr sz="2800" dirty="0">
                <a:latin typeface="Calibri"/>
                <a:cs typeface="Calibri"/>
              </a:rPr>
              <a:t>but</a:t>
            </a:r>
            <a:r>
              <a:rPr sz="2800" spc="-10" dirty="0">
                <a:latin typeface="Calibri"/>
                <a:cs typeface="Calibri"/>
              </a:rPr>
              <a:t> </a:t>
            </a:r>
            <a:r>
              <a:rPr sz="2800" dirty="0">
                <a:latin typeface="Calibri"/>
                <a:cs typeface="Calibri"/>
              </a:rPr>
              <a:t>very</a:t>
            </a:r>
            <a:r>
              <a:rPr sz="2800" spc="-10" dirty="0">
                <a:latin typeface="Calibri"/>
                <a:cs typeface="Calibri"/>
              </a:rPr>
              <a:t> </a:t>
            </a:r>
            <a:r>
              <a:rPr sz="2800" dirty="0">
                <a:latin typeface="Calibri"/>
                <a:cs typeface="Calibri"/>
              </a:rPr>
              <a:t>large</a:t>
            </a:r>
            <a:r>
              <a:rPr sz="2800" spc="-20" dirty="0">
                <a:latin typeface="Calibri"/>
                <a:cs typeface="Calibri"/>
              </a:rPr>
              <a:t> </a:t>
            </a:r>
            <a:r>
              <a:rPr sz="2800" dirty="0">
                <a:latin typeface="Calibri"/>
                <a:cs typeface="Calibri"/>
              </a:rPr>
              <a:t>projects,</a:t>
            </a:r>
            <a:r>
              <a:rPr sz="2800" spc="-10" dirty="0">
                <a:latin typeface="Calibri"/>
                <a:cs typeface="Calibri"/>
              </a:rPr>
              <a:t> </a:t>
            </a:r>
            <a:r>
              <a:rPr sz="2800" dirty="0">
                <a:latin typeface="Calibri"/>
                <a:cs typeface="Calibri"/>
              </a:rPr>
              <a:t>a</a:t>
            </a:r>
            <a:r>
              <a:rPr sz="2800" spc="-10" dirty="0">
                <a:latin typeface="Calibri"/>
                <a:cs typeface="Calibri"/>
              </a:rPr>
              <a:t> </a:t>
            </a:r>
            <a:r>
              <a:rPr sz="2800" dirty="0">
                <a:latin typeface="Calibri"/>
                <a:cs typeface="Calibri"/>
              </a:rPr>
              <a:t>(1)</a:t>
            </a:r>
            <a:r>
              <a:rPr sz="2800" spc="-5" dirty="0">
                <a:latin typeface="Calibri"/>
                <a:cs typeface="Calibri"/>
              </a:rPr>
              <a:t> </a:t>
            </a:r>
            <a:r>
              <a:rPr sz="2800" dirty="0">
                <a:latin typeface="Calibri"/>
                <a:cs typeface="Calibri"/>
              </a:rPr>
              <a:t>week</a:t>
            </a:r>
            <a:r>
              <a:rPr sz="2800" spc="-5" dirty="0">
                <a:latin typeface="Calibri"/>
                <a:cs typeface="Calibri"/>
              </a:rPr>
              <a:t> </a:t>
            </a:r>
            <a:r>
              <a:rPr sz="2800" dirty="0">
                <a:latin typeface="Calibri"/>
                <a:cs typeface="Calibri"/>
              </a:rPr>
              <a:t>limit</a:t>
            </a:r>
            <a:r>
              <a:rPr sz="2800" spc="-10" dirty="0">
                <a:latin typeface="Calibri"/>
                <a:cs typeface="Calibri"/>
              </a:rPr>
              <a:t> </a:t>
            </a:r>
            <a:r>
              <a:rPr sz="2800" dirty="0">
                <a:latin typeface="Calibri"/>
                <a:cs typeface="Calibri"/>
              </a:rPr>
              <a:t>is</a:t>
            </a:r>
            <a:r>
              <a:rPr sz="2800" spc="-5" dirty="0">
                <a:latin typeface="Calibri"/>
                <a:cs typeface="Calibri"/>
              </a:rPr>
              <a:t> </a:t>
            </a:r>
            <a:r>
              <a:rPr sz="2800" dirty="0">
                <a:latin typeface="Calibri"/>
                <a:cs typeface="Calibri"/>
              </a:rPr>
              <a:t>a</a:t>
            </a:r>
            <a:r>
              <a:rPr sz="2800" spc="-10" dirty="0">
                <a:latin typeface="Calibri"/>
                <a:cs typeface="Calibri"/>
              </a:rPr>
              <a:t> </a:t>
            </a:r>
            <a:r>
              <a:rPr sz="2800" spc="-20" dirty="0">
                <a:latin typeface="Calibri"/>
                <a:cs typeface="Calibri"/>
              </a:rPr>
              <a:t>good </a:t>
            </a:r>
            <a:r>
              <a:rPr sz="2800" dirty="0">
                <a:latin typeface="Calibri"/>
                <a:cs typeface="Calibri"/>
              </a:rPr>
              <a:t>benchmark.</a:t>
            </a:r>
            <a:r>
              <a:rPr sz="2800" spc="310" dirty="0">
                <a:latin typeface="Calibri"/>
                <a:cs typeface="Calibri"/>
              </a:rPr>
              <a:t> </a:t>
            </a:r>
            <a:r>
              <a:rPr sz="2800" dirty="0">
                <a:latin typeface="Calibri"/>
                <a:cs typeface="Calibri"/>
              </a:rPr>
              <a:t>Small</a:t>
            </a:r>
            <a:r>
              <a:rPr sz="2800" spc="300" dirty="0">
                <a:latin typeface="Calibri"/>
                <a:cs typeface="Calibri"/>
              </a:rPr>
              <a:t> </a:t>
            </a:r>
            <a:r>
              <a:rPr sz="2800" dirty="0">
                <a:latin typeface="Calibri"/>
                <a:cs typeface="Calibri"/>
              </a:rPr>
              <a:t>projects</a:t>
            </a:r>
            <a:r>
              <a:rPr sz="2800" spc="305" dirty="0">
                <a:latin typeface="Calibri"/>
                <a:cs typeface="Calibri"/>
              </a:rPr>
              <a:t> </a:t>
            </a:r>
            <a:r>
              <a:rPr sz="2800" dirty="0">
                <a:latin typeface="Calibri"/>
                <a:cs typeface="Calibri"/>
              </a:rPr>
              <a:t>may</a:t>
            </a:r>
            <a:r>
              <a:rPr sz="2800" spc="305" dirty="0">
                <a:latin typeface="Calibri"/>
                <a:cs typeface="Calibri"/>
              </a:rPr>
              <a:t> </a:t>
            </a:r>
            <a:r>
              <a:rPr sz="2800" dirty="0">
                <a:latin typeface="Calibri"/>
                <a:cs typeface="Calibri"/>
              </a:rPr>
              <a:t>require</a:t>
            </a:r>
            <a:r>
              <a:rPr sz="2800" spc="295" dirty="0">
                <a:latin typeface="Calibri"/>
                <a:cs typeface="Calibri"/>
              </a:rPr>
              <a:t> </a:t>
            </a:r>
            <a:r>
              <a:rPr sz="2800" dirty="0">
                <a:latin typeface="Calibri"/>
                <a:cs typeface="Calibri"/>
              </a:rPr>
              <a:t>only</a:t>
            </a:r>
            <a:r>
              <a:rPr sz="2800" spc="305" dirty="0">
                <a:latin typeface="Calibri"/>
                <a:cs typeface="Calibri"/>
              </a:rPr>
              <a:t> </a:t>
            </a:r>
            <a:r>
              <a:rPr sz="2800" dirty="0">
                <a:latin typeface="Calibri"/>
                <a:cs typeface="Calibri"/>
              </a:rPr>
              <a:t>1</a:t>
            </a:r>
            <a:r>
              <a:rPr sz="2800" spc="310" dirty="0">
                <a:latin typeface="Calibri"/>
                <a:cs typeface="Calibri"/>
              </a:rPr>
              <a:t> </a:t>
            </a:r>
            <a:r>
              <a:rPr sz="2800" dirty="0">
                <a:latin typeface="Calibri"/>
                <a:cs typeface="Calibri"/>
              </a:rPr>
              <a:t>or</a:t>
            </a:r>
            <a:r>
              <a:rPr sz="2800" spc="300" dirty="0">
                <a:latin typeface="Calibri"/>
                <a:cs typeface="Calibri"/>
              </a:rPr>
              <a:t> </a:t>
            </a:r>
            <a:r>
              <a:rPr sz="2800" dirty="0">
                <a:latin typeface="Calibri"/>
                <a:cs typeface="Calibri"/>
              </a:rPr>
              <a:t>2</a:t>
            </a:r>
            <a:r>
              <a:rPr sz="2800" spc="315" dirty="0">
                <a:latin typeface="Calibri"/>
                <a:cs typeface="Calibri"/>
              </a:rPr>
              <a:t> </a:t>
            </a:r>
            <a:r>
              <a:rPr sz="2800" dirty="0">
                <a:latin typeface="Calibri"/>
                <a:cs typeface="Calibri"/>
              </a:rPr>
              <a:t>days</a:t>
            </a:r>
            <a:r>
              <a:rPr sz="2800" spc="310" dirty="0">
                <a:latin typeface="Calibri"/>
                <a:cs typeface="Calibri"/>
              </a:rPr>
              <a:t> </a:t>
            </a:r>
            <a:r>
              <a:rPr sz="2800" dirty="0">
                <a:latin typeface="Calibri"/>
                <a:cs typeface="Calibri"/>
              </a:rPr>
              <a:t>and</a:t>
            </a:r>
            <a:r>
              <a:rPr sz="2800" spc="310" dirty="0">
                <a:latin typeface="Calibri"/>
                <a:cs typeface="Calibri"/>
              </a:rPr>
              <a:t> </a:t>
            </a:r>
            <a:r>
              <a:rPr sz="2800" dirty="0">
                <a:latin typeface="Calibri"/>
                <a:cs typeface="Calibri"/>
              </a:rPr>
              <a:t>1</a:t>
            </a:r>
            <a:r>
              <a:rPr sz="2800" spc="310" dirty="0">
                <a:latin typeface="Calibri"/>
                <a:cs typeface="Calibri"/>
              </a:rPr>
              <a:t> </a:t>
            </a:r>
            <a:r>
              <a:rPr sz="2800" dirty="0">
                <a:latin typeface="Calibri"/>
                <a:cs typeface="Calibri"/>
              </a:rPr>
              <a:t>or</a:t>
            </a:r>
            <a:r>
              <a:rPr sz="2800" spc="305" dirty="0">
                <a:latin typeface="Calibri"/>
                <a:cs typeface="Calibri"/>
              </a:rPr>
              <a:t> </a:t>
            </a:r>
            <a:r>
              <a:rPr sz="2800" spc="-50" dirty="0">
                <a:latin typeface="Calibri"/>
                <a:cs typeface="Calibri"/>
              </a:rPr>
              <a:t>2 </a:t>
            </a:r>
            <a:r>
              <a:rPr sz="2800" dirty="0">
                <a:latin typeface="Calibri"/>
                <a:cs typeface="Calibri"/>
              </a:rPr>
              <a:t>people</a:t>
            </a:r>
            <a:r>
              <a:rPr sz="2800" spc="440" dirty="0">
                <a:latin typeface="Calibri"/>
                <a:cs typeface="Calibri"/>
              </a:rPr>
              <a:t> </a:t>
            </a:r>
            <a:r>
              <a:rPr sz="2800" dirty="0">
                <a:latin typeface="Calibri"/>
                <a:cs typeface="Calibri"/>
              </a:rPr>
              <a:t>to</a:t>
            </a:r>
            <a:r>
              <a:rPr sz="2800" spc="450" dirty="0">
                <a:latin typeface="Calibri"/>
                <a:cs typeface="Calibri"/>
              </a:rPr>
              <a:t> </a:t>
            </a:r>
            <a:r>
              <a:rPr sz="2800" dirty="0">
                <a:latin typeface="Calibri"/>
                <a:cs typeface="Calibri"/>
              </a:rPr>
              <a:t>conduct</a:t>
            </a:r>
            <a:r>
              <a:rPr sz="2800" spc="450" dirty="0">
                <a:latin typeface="Calibri"/>
                <a:cs typeface="Calibri"/>
              </a:rPr>
              <a:t> </a:t>
            </a:r>
            <a:r>
              <a:rPr sz="2800" dirty="0">
                <a:latin typeface="Calibri"/>
                <a:cs typeface="Calibri"/>
              </a:rPr>
              <a:t>an</a:t>
            </a:r>
            <a:r>
              <a:rPr sz="2800" spc="455" dirty="0">
                <a:latin typeface="Calibri"/>
                <a:cs typeface="Calibri"/>
              </a:rPr>
              <a:t> </a:t>
            </a:r>
            <a:r>
              <a:rPr sz="2800" dirty="0">
                <a:latin typeface="Calibri"/>
                <a:cs typeface="Calibri"/>
              </a:rPr>
              <a:t>audit.</a:t>
            </a:r>
            <a:r>
              <a:rPr sz="2800" spc="455" dirty="0">
                <a:latin typeface="Calibri"/>
                <a:cs typeface="Calibri"/>
              </a:rPr>
              <a:t> </a:t>
            </a:r>
            <a:r>
              <a:rPr sz="2800" dirty="0">
                <a:latin typeface="Calibri"/>
                <a:cs typeface="Calibri"/>
              </a:rPr>
              <a:t>It</a:t>
            </a:r>
            <a:r>
              <a:rPr sz="2800" spc="450" dirty="0">
                <a:latin typeface="Calibri"/>
                <a:cs typeface="Calibri"/>
              </a:rPr>
              <a:t> </a:t>
            </a:r>
            <a:r>
              <a:rPr sz="2800" dirty="0">
                <a:latin typeface="Calibri"/>
                <a:cs typeface="Calibri"/>
              </a:rPr>
              <a:t>is</a:t>
            </a:r>
            <a:r>
              <a:rPr sz="2800" spc="455" dirty="0">
                <a:latin typeface="Calibri"/>
                <a:cs typeface="Calibri"/>
              </a:rPr>
              <a:t> </a:t>
            </a:r>
            <a:r>
              <a:rPr sz="2800" dirty="0">
                <a:latin typeface="Calibri"/>
                <a:cs typeface="Calibri"/>
              </a:rPr>
              <a:t>usually</a:t>
            </a:r>
            <a:r>
              <a:rPr sz="2800" spc="440" dirty="0">
                <a:latin typeface="Calibri"/>
                <a:cs typeface="Calibri"/>
              </a:rPr>
              <a:t> </a:t>
            </a:r>
            <a:r>
              <a:rPr sz="2800" dirty="0">
                <a:latin typeface="Calibri"/>
                <a:cs typeface="Calibri"/>
              </a:rPr>
              <a:t>delegated</a:t>
            </a:r>
            <a:r>
              <a:rPr sz="2800" spc="450" dirty="0">
                <a:latin typeface="Calibri"/>
                <a:cs typeface="Calibri"/>
              </a:rPr>
              <a:t> </a:t>
            </a:r>
            <a:r>
              <a:rPr sz="2800" dirty="0">
                <a:latin typeface="Calibri"/>
                <a:cs typeface="Calibri"/>
              </a:rPr>
              <a:t>to</a:t>
            </a:r>
            <a:r>
              <a:rPr sz="2800" spc="450" dirty="0">
                <a:latin typeface="Calibri"/>
                <a:cs typeface="Calibri"/>
              </a:rPr>
              <a:t> </a:t>
            </a:r>
            <a:r>
              <a:rPr sz="2800" spc="-10" dirty="0">
                <a:latin typeface="Calibri"/>
                <a:cs typeface="Calibri"/>
              </a:rPr>
              <a:t>independent </a:t>
            </a:r>
            <a:r>
              <a:rPr sz="2800" dirty="0">
                <a:latin typeface="Calibri"/>
                <a:cs typeface="Calibri"/>
              </a:rPr>
              <a:t>audit</a:t>
            </a:r>
            <a:r>
              <a:rPr sz="2800" spc="-45" dirty="0">
                <a:latin typeface="Calibri"/>
                <a:cs typeface="Calibri"/>
              </a:rPr>
              <a:t> </a:t>
            </a:r>
            <a:r>
              <a:rPr sz="2800" dirty="0">
                <a:latin typeface="Calibri"/>
                <a:cs typeface="Calibri"/>
              </a:rPr>
              <a:t>groups</a:t>
            </a:r>
            <a:r>
              <a:rPr sz="2800" spc="-35" dirty="0">
                <a:latin typeface="Calibri"/>
                <a:cs typeface="Calibri"/>
              </a:rPr>
              <a:t> </a:t>
            </a:r>
            <a:r>
              <a:rPr sz="2800" dirty="0">
                <a:latin typeface="Calibri"/>
                <a:cs typeface="Calibri"/>
              </a:rPr>
              <a:t>and</a:t>
            </a:r>
            <a:r>
              <a:rPr sz="2800" spc="-40" dirty="0">
                <a:latin typeface="Calibri"/>
                <a:cs typeface="Calibri"/>
              </a:rPr>
              <a:t> </a:t>
            </a:r>
            <a:r>
              <a:rPr sz="2800" dirty="0">
                <a:latin typeface="Calibri"/>
                <a:cs typeface="Calibri"/>
              </a:rPr>
              <a:t>the</a:t>
            </a:r>
            <a:r>
              <a:rPr sz="2800" spc="-40" dirty="0">
                <a:latin typeface="Calibri"/>
                <a:cs typeface="Calibri"/>
              </a:rPr>
              <a:t> </a:t>
            </a:r>
            <a:r>
              <a:rPr sz="2800" dirty="0">
                <a:latin typeface="Calibri"/>
                <a:cs typeface="Calibri"/>
              </a:rPr>
              <a:t>outcome</a:t>
            </a:r>
            <a:r>
              <a:rPr sz="2800" spc="-50" dirty="0">
                <a:latin typeface="Calibri"/>
                <a:cs typeface="Calibri"/>
              </a:rPr>
              <a:t> </a:t>
            </a:r>
            <a:r>
              <a:rPr sz="2800" dirty="0">
                <a:latin typeface="Calibri"/>
                <a:cs typeface="Calibri"/>
              </a:rPr>
              <a:t>of</a:t>
            </a:r>
            <a:r>
              <a:rPr sz="2800" spc="-45" dirty="0">
                <a:latin typeface="Calibri"/>
                <a:cs typeface="Calibri"/>
              </a:rPr>
              <a:t> </a:t>
            </a:r>
            <a:r>
              <a:rPr sz="2800" dirty="0">
                <a:latin typeface="Calibri"/>
                <a:cs typeface="Calibri"/>
              </a:rPr>
              <a:t>the</a:t>
            </a:r>
            <a:r>
              <a:rPr sz="2800" spc="-45" dirty="0">
                <a:latin typeface="Calibri"/>
                <a:cs typeface="Calibri"/>
              </a:rPr>
              <a:t> </a:t>
            </a:r>
            <a:r>
              <a:rPr sz="2800" dirty="0">
                <a:latin typeface="Calibri"/>
                <a:cs typeface="Calibri"/>
              </a:rPr>
              <a:t>project</a:t>
            </a:r>
            <a:r>
              <a:rPr sz="2800" spc="-40" dirty="0">
                <a:latin typeface="Calibri"/>
                <a:cs typeface="Calibri"/>
              </a:rPr>
              <a:t> </a:t>
            </a:r>
            <a:r>
              <a:rPr sz="2800" dirty="0">
                <a:latin typeface="Calibri"/>
                <a:cs typeface="Calibri"/>
              </a:rPr>
              <a:t>audit</a:t>
            </a:r>
            <a:r>
              <a:rPr sz="2800" spc="-45" dirty="0">
                <a:latin typeface="Calibri"/>
                <a:cs typeface="Calibri"/>
              </a:rPr>
              <a:t> </a:t>
            </a:r>
            <a:r>
              <a:rPr sz="2800" dirty="0">
                <a:latin typeface="Calibri"/>
                <a:cs typeface="Calibri"/>
              </a:rPr>
              <a:t>is</a:t>
            </a:r>
            <a:r>
              <a:rPr sz="2800" spc="-40" dirty="0">
                <a:latin typeface="Calibri"/>
                <a:cs typeface="Calibri"/>
              </a:rPr>
              <a:t> </a:t>
            </a:r>
            <a:r>
              <a:rPr sz="2800" dirty="0">
                <a:latin typeface="Calibri"/>
                <a:cs typeface="Calibri"/>
              </a:rPr>
              <a:t>a</a:t>
            </a:r>
            <a:r>
              <a:rPr sz="2800" spc="-40" dirty="0">
                <a:latin typeface="Calibri"/>
                <a:cs typeface="Calibri"/>
              </a:rPr>
              <a:t> </a:t>
            </a:r>
            <a:r>
              <a:rPr sz="2800" spc="-10" dirty="0">
                <a:latin typeface="Calibri"/>
                <a:cs typeface="Calibri"/>
              </a:rPr>
              <a:t>report.</a:t>
            </a:r>
            <a:endParaRPr sz="2800" dirty="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21</a:t>
            </a:fld>
            <a:endParaRPr spc="-25"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90" dirty="0"/>
              <a:t>Project</a:t>
            </a:r>
            <a:r>
              <a:rPr spc="130" dirty="0"/>
              <a:t> </a:t>
            </a:r>
            <a:r>
              <a:rPr spc="105" dirty="0"/>
              <a:t>Audits</a:t>
            </a:r>
            <a:r>
              <a:rPr spc="120" dirty="0"/>
              <a:t> </a:t>
            </a:r>
            <a:r>
              <a:rPr sz="1950" spc="-10" dirty="0"/>
              <a:t>(3/3)</a:t>
            </a:r>
            <a:endParaRPr sz="1950"/>
          </a:p>
        </p:txBody>
      </p:sp>
      <p:pic>
        <p:nvPicPr>
          <p:cNvPr id="5" name="Picture 4">
            <a:extLst>
              <a:ext uri="{FF2B5EF4-FFF2-40B4-BE49-F238E27FC236}">
                <a16:creationId xmlns:a16="http://schemas.microsoft.com/office/drawing/2014/main" id="{0AA664AF-E3B5-60FF-4CD5-051058C518E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1800" y="1"/>
            <a:ext cx="16002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10" dirty="0"/>
              <a:t>Assignement</a:t>
            </a:r>
            <a:r>
              <a:rPr spc="150" dirty="0"/>
              <a:t> </a:t>
            </a:r>
            <a:r>
              <a:rPr spc="-50" dirty="0"/>
              <a:t>7</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22</a:t>
            </a:fld>
            <a:endParaRPr spc="-25" dirty="0"/>
          </a:p>
        </p:txBody>
      </p:sp>
      <p:sp>
        <p:nvSpPr>
          <p:cNvPr id="3" name="object 3"/>
          <p:cNvSpPr txBox="1"/>
          <p:nvPr/>
        </p:nvSpPr>
        <p:spPr>
          <a:xfrm>
            <a:off x="916939" y="1795779"/>
            <a:ext cx="10357485" cy="3905885"/>
          </a:xfrm>
          <a:prstGeom prst="rect">
            <a:avLst/>
          </a:prstGeom>
        </p:spPr>
        <p:txBody>
          <a:bodyPr vert="horz" wrap="square" lIns="0" tIns="63500" rIns="0" bIns="0" rtlCol="0">
            <a:spAutoFit/>
          </a:bodyPr>
          <a:lstStyle/>
          <a:p>
            <a:pPr marL="241300" marR="5080" indent="-228600">
              <a:lnSpc>
                <a:spcPts val="3000"/>
              </a:lnSpc>
              <a:spcBef>
                <a:spcPts val="500"/>
              </a:spcBef>
              <a:buFont typeface="Arial MT"/>
              <a:buChar char="•"/>
              <a:tabLst>
                <a:tab pos="241300" algn="l"/>
                <a:tab pos="1052195" algn="l"/>
                <a:tab pos="1426845" algn="l"/>
                <a:tab pos="1780539" algn="l"/>
                <a:tab pos="3385820" algn="l"/>
                <a:tab pos="3951604" algn="l"/>
                <a:tab pos="5130165" algn="l"/>
                <a:tab pos="6692900" algn="l"/>
                <a:tab pos="7150100" algn="l"/>
                <a:tab pos="8075295" algn="l"/>
                <a:tab pos="9404350" algn="l"/>
                <a:tab pos="9860915" algn="l"/>
              </a:tabLst>
            </a:pPr>
            <a:r>
              <a:rPr sz="2800" spc="-25" dirty="0">
                <a:latin typeface="Calibri"/>
                <a:cs typeface="Calibri"/>
              </a:rPr>
              <a:t>Why</a:t>
            </a:r>
            <a:r>
              <a:rPr sz="2800" dirty="0">
                <a:latin typeface="Calibri"/>
                <a:cs typeface="Calibri"/>
              </a:rPr>
              <a:t>	</a:t>
            </a:r>
            <a:r>
              <a:rPr sz="2800" spc="-25" dirty="0">
                <a:latin typeface="Calibri"/>
                <a:cs typeface="Calibri"/>
              </a:rPr>
              <a:t>is</a:t>
            </a:r>
            <a:r>
              <a:rPr sz="2800" dirty="0">
                <a:latin typeface="Calibri"/>
                <a:cs typeface="Calibri"/>
              </a:rPr>
              <a:t>	</a:t>
            </a:r>
            <a:r>
              <a:rPr sz="2800" spc="-25" dirty="0">
                <a:latin typeface="Calibri"/>
                <a:cs typeface="Calibri"/>
              </a:rPr>
              <a:t>it</a:t>
            </a:r>
            <a:r>
              <a:rPr sz="2800" dirty="0">
                <a:latin typeface="Calibri"/>
                <a:cs typeface="Calibri"/>
              </a:rPr>
              <a:t>	</a:t>
            </a:r>
            <a:r>
              <a:rPr sz="2800" spc="-10" dirty="0">
                <a:latin typeface="Calibri"/>
                <a:cs typeface="Calibri"/>
              </a:rPr>
              <a:t>important</a:t>
            </a:r>
            <a:r>
              <a:rPr sz="2800" dirty="0">
                <a:latin typeface="Calibri"/>
                <a:cs typeface="Calibri"/>
              </a:rPr>
              <a:t>	</a:t>
            </a:r>
            <a:r>
              <a:rPr sz="2800" spc="-25" dirty="0">
                <a:latin typeface="Calibri"/>
                <a:cs typeface="Calibri"/>
              </a:rPr>
              <a:t>for</a:t>
            </a:r>
            <a:r>
              <a:rPr sz="2800" dirty="0">
                <a:latin typeface="Calibri"/>
                <a:cs typeface="Calibri"/>
              </a:rPr>
              <a:t>	</a:t>
            </a:r>
            <a:r>
              <a:rPr sz="2800" spc="-10" dirty="0">
                <a:latin typeface="Calibri"/>
                <a:cs typeface="Calibri"/>
              </a:rPr>
              <a:t>project</a:t>
            </a:r>
            <a:r>
              <a:rPr sz="2800" dirty="0">
                <a:latin typeface="Calibri"/>
                <a:cs typeface="Calibri"/>
              </a:rPr>
              <a:t>	</a:t>
            </a:r>
            <a:r>
              <a:rPr sz="2800" spc="-10" dirty="0">
                <a:latin typeface="Calibri"/>
                <a:cs typeface="Calibri"/>
              </a:rPr>
              <a:t>managers</a:t>
            </a:r>
            <a:r>
              <a:rPr sz="2800" dirty="0">
                <a:latin typeface="Calibri"/>
                <a:cs typeface="Calibri"/>
              </a:rPr>
              <a:t>	</a:t>
            </a:r>
            <a:r>
              <a:rPr sz="2800" spc="-25" dirty="0">
                <a:latin typeface="Calibri"/>
                <a:cs typeface="Calibri"/>
              </a:rPr>
              <a:t>to</a:t>
            </a:r>
            <a:r>
              <a:rPr sz="2800" dirty="0">
                <a:latin typeface="Calibri"/>
                <a:cs typeface="Calibri"/>
              </a:rPr>
              <a:t>	</a:t>
            </a:r>
            <a:r>
              <a:rPr sz="2800" spc="-10" dirty="0">
                <a:latin typeface="Calibri"/>
                <a:cs typeface="Calibri"/>
              </a:rPr>
              <a:t>resist</a:t>
            </a:r>
            <a:r>
              <a:rPr sz="2800" dirty="0">
                <a:latin typeface="Calibri"/>
                <a:cs typeface="Calibri"/>
              </a:rPr>
              <a:t>	</a:t>
            </a:r>
            <a:r>
              <a:rPr sz="2800" spc="-10" dirty="0">
                <a:latin typeface="Calibri"/>
                <a:cs typeface="Calibri"/>
              </a:rPr>
              <a:t>changes</a:t>
            </a:r>
            <a:r>
              <a:rPr sz="2800" dirty="0">
                <a:latin typeface="Calibri"/>
                <a:cs typeface="Calibri"/>
              </a:rPr>
              <a:t>	</a:t>
            </a:r>
            <a:r>
              <a:rPr sz="2800" spc="-25" dirty="0">
                <a:latin typeface="Calibri"/>
                <a:cs typeface="Calibri"/>
              </a:rPr>
              <a:t>to</a:t>
            </a:r>
            <a:r>
              <a:rPr sz="2800" dirty="0">
                <a:latin typeface="Calibri"/>
                <a:cs typeface="Calibri"/>
              </a:rPr>
              <a:t>	</a:t>
            </a:r>
            <a:r>
              <a:rPr sz="2800" spc="-25" dirty="0">
                <a:latin typeface="Calibri"/>
                <a:cs typeface="Calibri"/>
              </a:rPr>
              <a:t>the </a:t>
            </a:r>
            <a:r>
              <a:rPr sz="2800" spc="-10" dirty="0">
                <a:latin typeface="Calibri"/>
                <a:cs typeface="Calibri"/>
              </a:rPr>
              <a:t>scope?</a:t>
            </a:r>
            <a:endParaRPr sz="2800" dirty="0">
              <a:latin typeface="Calibri"/>
              <a:cs typeface="Calibri"/>
            </a:endParaRPr>
          </a:p>
          <a:p>
            <a:pPr marL="240665" indent="-227965">
              <a:lnSpc>
                <a:spcPct val="100000"/>
              </a:lnSpc>
              <a:spcBef>
                <a:spcPts val="585"/>
              </a:spcBef>
              <a:buFont typeface="Arial MT"/>
              <a:buChar char="•"/>
              <a:tabLst>
                <a:tab pos="240665" algn="l"/>
              </a:tabLst>
            </a:pPr>
            <a:r>
              <a:rPr sz="2800" dirty="0">
                <a:latin typeface="Calibri"/>
                <a:cs typeface="Calibri"/>
              </a:rPr>
              <a:t>Define</a:t>
            </a:r>
            <a:r>
              <a:rPr sz="2800" spc="-65" dirty="0">
                <a:latin typeface="Calibri"/>
                <a:cs typeface="Calibri"/>
              </a:rPr>
              <a:t> </a:t>
            </a:r>
            <a:r>
              <a:rPr sz="2800" dirty="0">
                <a:latin typeface="Calibri"/>
                <a:cs typeface="Calibri"/>
              </a:rPr>
              <a:t>scope</a:t>
            </a:r>
            <a:r>
              <a:rPr sz="2800" spc="-65" dirty="0">
                <a:latin typeface="Calibri"/>
                <a:cs typeface="Calibri"/>
              </a:rPr>
              <a:t> </a:t>
            </a:r>
            <a:r>
              <a:rPr sz="2800" dirty="0">
                <a:latin typeface="Calibri"/>
                <a:cs typeface="Calibri"/>
              </a:rPr>
              <a:t>creep</a:t>
            </a:r>
            <a:r>
              <a:rPr sz="2800" spc="-50" dirty="0">
                <a:latin typeface="Calibri"/>
                <a:cs typeface="Calibri"/>
              </a:rPr>
              <a:t> </a:t>
            </a:r>
            <a:r>
              <a:rPr sz="2800" dirty="0">
                <a:latin typeface="Calibri"/>
                <a:cs typeface="Calibri"/>
              </a:rPr>
              <a:t>and</a:t>
            </a:r>
            <a:r>
              <a:rPr sz="2800" spc="-55" dirty="0">
                <a:latin typeface="Calibri"/>
                <a:cs typeface="Calibri"/>
              </a:rPr>
              <a:t> </a:t>
            </a:r>
            <a:r>
              <a:rPr sz="2800" dirty="0">
                <a:latin typeface="Calibri"/>
                <a:cs typeface="Calibri"/>
              </a:rPr>
              <a:t>the</a:t>
            </a:r>
            <a:r>
              <a:rPr sz="2800" spc="-60" dirty="0">
                <a:latin typeface="Calibri"/>
                <a:cs typeface="Calibri"/>
              </a:rPr>
              <a:t> </a:t>
            </a:r>
            <a:r>
              <a:rPr sz="2800" dirty="0">
                <a:latin typeface="Calibri"/>
                <a:cs typeface="Calibri"/>
              </a:rPr>
              <a:t>methods</a:t>
            </a:r>
            <a:r>
              <a:rPr sz="2800" spc="-55" dirty="0">
                <a:latin typeface="Calibri"/>
                <a:cs typeface="Calibri"/>
              </a:rPr>
              <a:t> </a:t>
            </a:r>
            <a:r>
              <a:rPr sz="2800" dirty="0">
                <a:latin typeface="Calibri"/>
                <a:cs typeface="Calibri"/>
              </a:rPr>
              <a:t>to</a:t>
            </a:r>
            <a:r>
              <a:rPr sz="2800" spc="-60" dirty="0">
                <a:latin typeface="Calibri"/>
                <a:cs typeface="Calibri"/>
              </a:rPr>
              <a:t> </a:t>
            </a:r>
            <a:r>
              <a:rPr sz="2800" dirty="0">
                <a:latin typeface="Calibri"/>
                <a:cs typeface="Calibri"/>
              </a:rPr>
              <a:t>avoid</a:t>
            </a:r>
            <a:r>
              <a:rPr sz="2800" spc="-55" dirty="0">
                <a:latin typeface="Calibri"/>
                <a:cs typeface="Calibri"/>
              </a:rPr>
              <a:t> </a:t>
            </a:r>
            <a:r>
              <a:rPr sz="2800" spc="-25" dirty="0">
                <a:latin typeface="Calibri"/>
                <a:cs typeface="Calibri"/>
              </a:rPr>
              <a:t>it.</a:t>
            </a:r>
            <a:endParaRPr sz="2800" dirty="0">
              <a:latin typeface="Calibri"/>
              <a:cs typeface="Calibri"/>
            </a:endParaRPr>
          </a:p>
          <a:p>
            <a:pPr marL="240665" indent="-227965">
              <a:lnSpc>
                <a:spcPct val="100000"/>
              </a:lnSpc>
              <a:spcBef>
                <a:spcPts val="740"/>
              </a:spcBef>
              <a:buFont typeface="Arial MT"/>
              <a:buChar char="•"/>
              <a:tabLst>
                <a:tab pos="240665" algn="l"/>
              </a:tabLst>
            </a:pPr>
            <a:r>
              <a:rPr sz="2800" dirty="0">
                <a:latin typeface="Calibri"/>
                <a:cs typeface="Calibri"/>
              </a:rPr>
              <a:t>What</a:t>
            </a:r>
            <a:r>
              <a:rPr sz="2800" spc="-40" dirty="0">
                <a:latin typeface="Calibri"/>
                <a:cs typeface="Calibri"/>
              </a:rPr>
              <a:t> </a:t>
            </a:r>
            <a:r>
              <a:rPr sz="2800" dirty="0">
                <a:latin typeface="Calibri"/>
                <a:cs typeface="Calibri"/>
              </a:rPr>
              <a:t>are</a:t>
            </a:r>
            <a:r>
              <a:rPr sz="2800" spc="-50" dirty="0">
                <a:latin typeface="Calibri"/>
                <a:cs typeface="Calibri"/>
              </a:rPr>
              <a:t> </a:t>
            </a:r>
            <a:r>
              <a:rPr sz="2800" dirty="0">
                <a:latin typeface="Calibri"/>
                <a:cs typeface="Calibri"/>
              </a:rPr>
              <a:t>the</a:t>
            </a:r>
            <a:r>
              <a:rPr sz="2800" spc="-45" dirty="0">
                <a:latin typeface="Calibri"/>
                <a:cs typeface="Calibri"/>
              </a:rPr>
              <a:t> </a:t>
            </a:r>
            <a:r>
              <a:rPr sz="2800" dirty="0">
                <a:latin typeface="Calibri"/>
                <a:cs typeface="Calibri"/>
              </a:rPr>
              <a:t>benefits</a:t>
            </a:r>
            <a:r>
              <a:rPr sz="2800" spc="-45" dirty="0">
                <a:latin typeface="Calibri"/>
                <a:cs typeface="Calibri"/>
              </a:rPr>
              <a:t> </a:t>
            </a:r>
            <a:r>
              <a:rPr sz="2800" dirty="0">
                <a:latin typeface="Calibri"/>
                <a:cs typeface="Calibri"/>
              </a:rPr>
              <a:t>of</a:t>
            </a:r>
            <a:r>
              <a:rPr sz="2800" spc="-50" dirty="0">
                <a:latin typeface="Calibri"/>
                <a:cs typeface="Calibri"/>
              </a:rPr>
              <a:t> </a:t>
            </a:r>
            <a:r>
              <a:rPr sz="2800" dirty="0">
                <a:latin typeface="Calibri"/>
                <a:cs typeface="Calibri"/>
              </a:rPr>
              <a:t>the</a:t>
            </a:r>
            <a:r>
              <a:rPr sz="2800" spc="-45" dirty="0">
                <a:latin typeface="Calibri"/>
                <a:cs typeface="Calibri"/>
              </a:rPr>
              <a:t> </a:t>
            </a:r>
            <a:r>
              <a:rPr sz="2800" spc="-10" dirty="0">
                <a:latin typeface="Calibri"/>
                <a:cs typeface="Calibri"/>
              </a:rPr>
              <a:t>cost/schedule</a:t>
            </a:r>
            <a:r>
              <a:rPr sz="2800" spc="-45" dirty="0">
                <a:latin typeface="Calibri"/>
                <a:cs typeface="Calibri"/>
              </a:rPr>
              <a:t> </a:t>
            </a:r>
            <a:r>
              <a:rPr sz="2800" spc="-10" dirty="0">
                <a:latin typeface="Calibri"/>
                <a:cs typeface="Calibri"/>
              </a:rPr>
              <a:t>model?</a:t>
            </a:r>
            <a:endParaRPr sz="2800" dirty="0">
              <a:latin typeface="Calibri"/>
              <a:cs typeface="Calibri"/>
            </a:endParaRPr>
          </a:p>
          <a:p>
            <a:pPr marL="240665" indent="-227965">
              <a:lnSpc>
                <a:spcPct val="100000"/>
              </a:lnSpc>
              <a:spcBef>
                <a:spcPts val="650"/>
              </a:spcBef>
              <a:buFont typeface="Arial MT"/>
              <a:buChar char="•"/>
              <a:tabLst>
                <a:tab pos="240665" algn="l"/>
              </a:tabLst>
            </a:pPr>
            <a:r>
              <a:rPr sz="2800" dirty="0">
                <a:latin typeface="Calibri"/>
                <a:cs typeface="Calibri"/>
              </a:rPr>
              <a:t>What</a:t>
            </a:r>
            <a:r>
              <a:rPr sz="2800" spc="-70" dirty="0">
                <a:latin typeface="Calibri"/>
                <a:cs typeface="Calibri"/>
              </a:rPr>
              <a:t> </a:t>
            </a:r>
            <a:r>
              <a:rPr sz="2800" dirty="0">
                <a:latin typeface="Calibri"/>
                <a:cs typeface="Calibri"/>
              </a:rPr>
              <a:t>are</a:t>
            </a:r>
            <a:r>
              <a:rPr sz="2800" spc="-70" dirty="0">
                <a:latin typeface="Calibri"/>
                <a:cs typeface="Calibri"/>
              </a:rPr>
              <a:t> </a:t>
            </a:r>
            <a:r>
              <a:rPr sz="2800" dirty="0">
                <a:latin typeface="Calibri"/>
                <a:cs typeface="Calibri"/>
              </a:rPr>
              <a:t>the</a:t>
            </a:r>
            <a:r>
              <a:rPr sz="2800" spc="-70" dirty="0">
                <a:latin typeface="Calibri"/>
                <a:cs typeface="Calibri"/>
              </a:rPr>
              <a:t> </a:t>
            </a:r>
            <a:r>
              <a:rPr sz="2800" dirty="0">
                <a:latin typeface="Calibri"/>
                <a:cs typeface="Calibri"/>
              </a:rPr>
              <a:t>common</a:t>
            </a:r>
            <a:r>
              <a:rPr sz="2800" spc="-60" dirty="0">
                <a:latin typeface="Calibri"/>
                <a:cs typeface="Calibri"/>
              </a:rPr>
              <a:t> </a:t>
            </a:r>
            <a:r>
              <a:rPr sz="2800" spc="-10" dirty="0">
                <a:latin typeface="Calibri"/>
                <a:cs typeface="Calibri"/>
              </a:rPr>
              <a:t>contents</a:t>
            </a:r>
            <a:r>
              <a:rPr sz="2800" spc="-65" dirty="0">
                <a:latin typeface="Calibri"/>
                <a:cs typeface="Calibri"/>
              </a:rPr>
              <a:t> </a:t>
            </a:r>
            <a:r>
              <a:rPr sz="2800" dirty="0">
                <a:latin typeface="Calibri"/>
                <a:cs typeface="Calibri"/>
              </a:rPr>
              <a:t>of</a:t>
            </a:r>
            <a:r>
              <a:rPr sz="2800" spc="-75" dirty="0">
                <a:latin typeface="Calibri"/>
                <a:cs typeface="Calibri"/>
              </a:rPr>
              <a:t> </a:t>
            </a:r>
            <a:r>
              <a:rPr sz="2800" dirty="0">
                <a:latin typeface="Calibri"/>
                <a:cs typeface="Calibri"/>
              </a:rPr>
              <a:t>the</a:t>
            </a:r>
            <a:r>
              <a:rPr sz="2800" spc="-70" dirty="0">
                <a:latin typeface="Calibri"/>
                <a:cs typeface="Calibri"/>
              </a:rPr>
              <a:t> </a:t>
            </a:r>
            <a:r>
              <a:rPr sz="2800" dirty="0">
                <a:latin typeface="Calibri"/>
                <a:cs typeface="Calibri"/>
              </a:rPr>
              <a:t>project</a:t>
            </a:r>
            <a:r>
              <a:rPr sz="2800" spc="-70" dirty="0">
                <a:latin typeface="Calibri"/>
                <a:cs typeface="Calibri"/>
              </a:rPr>
              <a:t> </a:t>
            </a:r>
            <a:r>
              <a:rPr sz="2800" dirty="0">
                <a:latin typeface="Calibri"/>
                <a:cs typeface="Calibri"/>
              </a:rPr>
              <a:t>progress</a:t>
            </a:r>
            <a:r>
              <a:rPr sz="2800" spc="-65" dirty="0">
                <a:latin typeface="Calibri"/>
                <a:cs typeface="Calibri"/>
              </a:rPr>
              <a:t> </a:t>
            </a:r>
            <a:r>
              <a:rPr sz="2800" spc="-10" dirty="0">
                <a:latin typeface="Calibri"/>
                <a:cs typeface="Calibri"/>
              </a:rPr>
              <a:t>reports?</a:t>
            </a:r>
            <a:endParaRPr sz="2800" dirty="0">
              <a:latin typeface="Calibri"/>
              <a:cs typeface="Calibri"/>
            </a:endParaRPr>
          </a:p>
          <a:p>
            <a:pPr marL="240665" indent="-227965">
              <a:lnSpc>
                <a:spcPct val="100000"/>
              </a:lnSpc>
              <a:spcBef>
                <a:spcPts val="650"/>
              </a:spcBef>
              <a:buFont typeface="Arial MT"/>
              <a:buChar char="•"/>
              <a:tabLst>
                <a:tab pos="240665" algn="l"/>
              </a:tabLst>
            </a:pPr>
            <a:r>
              <a:rPr sz="2800" dirty="0">
                <a:latin typeface="Calibri"/>
                <a:cs typeface="Calibri"/>
              </a:rPr>
              <a:t>What</a:t>
            </a:r>
            <a:r>
              <a:rPr sz="2800" spc="-55" dirty="0">
                <a:latin typeface="Calibri"/>
                <a:cs typeface="Calibri"/>
              </a:rPr>
              <a:t> </a:t>
            </a:r>
            <a:r>
              <a:rPr sz="2800" dirty="0">
                <a:latin typeface="Calibri"/>
                <a:cs typeface="Calibri"/>
              </a:rPr>
              <a:t>major</a:t>
            </a:r>
            <a:r>
              <a:rPr sz="2800" spc="-55" dirty="0">
                <a:latin typeface="Calibri"/>
                <a:cs typeface="Calibri"/>
              </a:rPr>
              <a:t> </a:t>
            </a:r>
            <a:r>
              <a:rPr sz="2800" spc="-10" dirty="0">
                <a:latin typeface="Calibri"/>
                <a:cs typeface="Calibri"/>
              </a:rPr>
              <a:t>information</a:t>
            </a:r>
            <a:r>
              <a:rPr sz="2800" spc="-45" dirty="0">
                <a:latin typeface="Calibri"/>
                <a:cs typeface="Calibri"/>
              </a:rPr>
              <a:t> </a:t>
            </a:r>
            <a:r>
              <a:rPr sz="2800" dirty="0">
                <a:latin typeface="Calibri"/>
                <a:cs typeface="Calibri"/>
              </a:rPr>
              <a:t>would</a:t>
            </a:r>
            <a:r>
              <a:rPr sz="2800" spc="-50" dirty="0">
                <a:latin typeface="Calibri"/>
                <a:cs typeface="Calibri"/>
              </a:rPr>
              <a:t> </a:t>
            </a:r>
            <a:r>
              <a:rPr sz="2800" dirty="0">
                <a:latin typeface="Calibri"/>
                <a:cs typeface="Calibri"/>
              </a:rPr>
              <a:t>you</a:t>
            </a:r>
            <a:r>
              <a:rPr sz="2800" spc="-45" dirty="0">
                <a:latin typeface="Calibri"/>
                <a:cs typeface="Calibri"/>
              </a:rPr>
              <a:t> </a:t>
            </a:r>
            <a:r>
              <a:rPr sz="2800" dirty="0">
                <a:latin typeface="Calibri"/>
                <a:cs typeface="Calibri"/>
              </a:rPr>
              <a:t>expect</a:t>
            </a:r>
            <a:r>
              <a:rPr sz="2800" spc="-55" dirty="0">
                <a:latin typeface="Calibri"/>
                <a:cs typeface="Calibri"/>
              </a:rPr>
              <a:t> </a:t>
            </a:r>
            <a:r>
              <a:rPr sz="2800" dirty="0">
                <a:latin typeface="Calibri"/>
                <a:cs typeface="Calibri"/>
              </a:rPr>
              <a:t>to</a:t>
            </a:r>
            <a:r>
              <a:rPr sz="2800" spc="-50" dirty="0">
                <a:latin typeface="Calibri"/>
                <a:cs typeface="Calibri"/>
              </a:rPr>
              <a:t> </a:t>
            </a:r>
            <a:r>
              <a:rPr sz="2800" dirty="0">
                <a:latin typeface="Calibri"/>
                <a:cs typeface="Calibri"/>
              </a:rPr>
              <a:t>find</a:t>
            </a:r>
            <a:r>
              <a:rPr sz="2800" spc="-50" dirty="0">
                <a:latin typeface="Calibri"/>
                <a:cs typeface="Calibri"/>
              </a:rPr>
              <a:t> </a:t>
            </a:r>
            <a:r>
              <a:rPr sz="2800" dirty="0">
                <a:latin typeface="Calibri"/>
                <a:cs typeface="Calibri"/>
              </a:rPr>
              <a:t>in</a:t>
            </a:r>
            <a:r>
              <a:rPr sz="2800" spc="-50" dirty="0">
                <a:latin typeface="Calibri"/>
                <a:cs typeface="Calibri"/>
              </a:rPr>
              <a:t> </a:t>
            </a:r>
            <a:r>
              <a:rPr sz="2800" dirty="0">
                <a:latin typeface="Calibri"/>
                <a:cs typeface="Calibri"/>
              </a:rPr>
              <a:t>a</a:t>
            </a:r>
            <a:r>
              <a:rPr sz="2800" spc="-50" dirty="0">
                <a:latin typeface="Calibri"/>
                <a:cs typeface="Calibri"/>
              </a:rPr>
              <a:t> </a:t>
            </a:r>
            <a:r>
              <a:rPr sz="2800" dirty="0">
                <a:latin typeface="Calibri"/>
                <a:cs typeface="Calibri"/>
              </a:rPr>
              <a:t>project</a:t>
            </a:r>
            <a:r>
              <a:rPr sz="2800" spc="-55" dirty="0">
                <a:latin typeface="Calibri"/>
                <a:cs typeface="Calibri"/>
              </a:rPr>
              <a:t> </a:t>
            </a:r>
            <a:r>
              <a:rPr sz="2800" spc="-10" dirty="0">
                <a:latin typeface="Calibri"/>
                <a:cs typeface="Calibri"/>
              </a:rPr>
              <a:t>review?</a:t>
            </a:r>
            <a:endParaRPr sz="2800" dirty="0">
              <a:latin typeface="Calibri"/>
              <a:cs typeface="Calibri"/>
            </a:endParaRPr>
          </a:p>
          <a:p>
            <a:pPr marL="240665" indent="-227965">
              <a:lnSpc>
                <a:spcPct val="100000"/>
              </a:lnSpc>
              <a:spcBef>
                <a:spcPts val="620"/>
              </a:spcBef>
              <a:buFont typeface="Arial MT"/>
              <a:buChar char="•"/>
              <a:tabLst>
                <a:tab pos="240665" algn="l"/>
              </a:tabLst>
            </a:pPr>
            <a:r>
              <a:rPr sz="2800" dirty="0">
                <a:latin typeface="Calibri"/>
                <a:cs typeface="Calibri"/>
              </a:rPr>
              <a:t>What</a:t>
            </a:r>
            <a:r>
              <a:rPr sz="2800" spc="-55" dirty="0">
                <a:latin typeface="Calibri"/>
                <a:cs typeface="Calibri"/>
              </a:rPr>
              <a:t> </a:t>
            </a:r>
            <a:r>
              <a:rPr sz="2800" dirty="0">
                <a:latin typeface="Calibri"/>
                <a:cs typeface="Calibri"/>
              </a:rPr>
              <a:t>are</a:t>
            </a:r>
            <a:r>
              <a:rPr sz="2800" spc="-60" dirty="0">
                <a:latin typeface="Calibri"/>
                <a:cs typeface="Calibri"/>
              </a:rPr>
              <a:t> </a:t>
            </a:r>
            <a:r>
              <a:rPr sz="2800" dirty="0">
                <a:latin typeface="Calibri"/>
                <a:cs typeface="Calibri"/>
              </a:rPr>
              <a:t>the</a:t>
            </a:r>
            <a:r>
              <a:rPr sz="2800" spc="-55" dirty="0">
                <a:latin typeface="Calibri"/>
                <a:cs typeface="Calibri"/>
              </a:rPr>
              <a:t> </a:t>
            </a:r>
            <a:r>
              <a:rPr sz="2800" spc="-10" dirty="0">
                <a:latin typeface="Calibri"/>
                <a:cs typeface="Calibri"/>
              </a:rPr>
              <a:t>different</a:t>
            </a:r>
            <a:r>
              <a:rPr sz="2800" spc="-55" dirty="0">
                <a:latin typeface="Calibri"/>
                <a:cs typeface="Calibri"/>
              </a:rPr>
              <a:t> </a:t>
            </a:r>
            <a:r>
              <a:rPr sz="2800" dirty="0">
                <a:latin typeface="Calibri"/>
                <a:cs typeface="Calibri"/>
              </a:rPr>
              <a:t>types</a:t>
            </a:r>
            <a:r>
              <a:rPr sz="2800" spc="-50" dirty="0">
                <a:latin typeface="Calibri"/>
                <a:cs typeface="Calibri"/>
              </a:rPr>
              <a:t> </a:t>
            </a:r>
            <a:r>
              <a:rPr sz="2800" dirty="0">
                <a:latin typeface="Calibri"/>
                <a:cs typeface="Calibri"/>
              </a:rPr>
              <a:t>of</a:t>
            </a:r>
            <a:r>
              <a:rPr sz="2800" spc="-60" dirty="0">
                <a:latin typeface="Calibri"/>
                <a:cs typeface="Calibri"/>
              </a:rPr>
              <a:t> </a:t>
            </a:r>
            <a:r>
              <a:rPr sz="2800" dirty="0">
                <a:latin typeface="Calibri"/>
                <a:cs typeface="Calibri"/>
              </a:rPr>
              <a:t>Project</a:t>
            </a:r>
            <a:r>
              <a:rPr sz="2800" spc="-55" dirty="0">
                <a:latin typeface="Calibri"/>
                <a:cs typeface="Calibri"/>
              </a:rPr>
              <a:t> </a:t>
            </a:r>
            <a:r>
              <a:rPr sz="2800" spc="-10" dirty="0">
                <a:latin typeface="Calibri"/>
                <a:cs typeface="Calibri"/>
              </a:rPr>
              <a:t>Closure?</a:t>
            </a:r>
            <a:endParaRPr sz="2800" dirty="0">
              <a:latin typeface="Calibri"/>
              <a:cs typeface="Calibri"/>
            </a:endParaRPr>
          </a:p>
          <a:p>
            <a:pPr marL="240665" indent="-227965">
              <a:lnSpc>
                <a:spcPct val="100000"/>
              </a:lnSpc>
              <a:spcBef>
                <a:spcPts val="745"/>
              </a:spcBef>
              <a:buFont typeface="Arial MT"/>
              <a:buChar char="•"/>
              <a:tabLst>
                <a:tab pos="240665" algn="l"/>
              </a:tabLst>
            </a:pPr>
            <a:r>
              <a:rPr sz="2800" dirty="0">
                <a:latin typeface="Calibri"/>
                <a:cs typeface="Calibri"/>
              </a:rPr>
              <a:t>Why</a:t>
            </a:r>
            <a:r>
              <a:rPr sz="2800" spc="-60" dirty="0">
                <a:latin typeface="Calibri"/>
                <a:cs typeface="Calibri"/>
              </a:rPr>
              <a:t> </a:t>
            </a:r>
            <a:r>
              <a:rPr sz="2800" dirty="0">
                <a:latin typeface="Calibri"/>
                <a:cs typeface="Calibri"/>
              </a:rPr>
              <a:t>lessons</a:t>
            </a:r>
            <a:r>
              <a:rPr sz="2800" spc="-55" dirty="0">
                <a:latin typeface="Calibri"/>
                <a:cs typeface="Calibri"/>
              </a:rPr>
              <a:t> </a:t>
            </a:r>
            <a:r>
              <a:rPr sz="2800" dirty="0">
                <a:latin typeface="Calibri"/>
                <a:cs typeface="Calibri"/>
              </a:rPr>
              <a:t>learned</a:t>
            </a:r>
            <a:r>
              <a:rPr sz="2800" spc="-55" dirty="0">
                <a:latin typeface="Calibri"/>
                <a:cs typeface="Calibri"/>
              </a:rPr>
              <a:t> </a:t>
            </a:r>
            <a:r>
              <a:rPr sz="2800" dirty="0">
                <a:latin typeface="Calibri"/>
                <a:cs typeface="Calibri"/>
              </a:rPr>
              <a:t>are</a:t>
            </a:r>
            <a:r>
              <a:rPr sz="2800" spc="-65" dirty="0">
                <a:latin typeface="Calibri"/>
                <a:cs typeface="Calibri"/>
              </a:rPr>
              <a:t> </a:t>
            </a:r>
            <a:r>
              <a:rPr sz="2800" spc="-10" dirty="0">
                <a:latin typeface="Calibri"/>
                <a:cs typeface="Calibri"/>
              </a:rPr>
              <a:t>required?</a:t>
            </a:r>
            <a:endParaRPr sz="2800" dirty="0">
              <a:latin typeface="Calibri"/>
              <a:cs typeface="Calibri"/>
            </a:endParaRPr>
          </a:p>
        </p:txBody>
      </p:sp>
      <p:pic>
        <p:nvPicPr>
          <p:cNvPr id="5" name="Picture 4">
            <a:extLst>
              <a:ext uri="{FF2B5EF4-FFF2-40B4-BE49-F238E27FC236}">
                <a16:creationId xmlns:a16="http://schemas.microsoft.com/office/drawing/2014/main" id="{30DB7B7C-8A21-302B-E369-B8E1D4DFA57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91800" y="1"/>
            <a:ext cx="1600200" cy="8466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1522</TotalTime>
  <Words>3423</Words>
  <Application>Microsoft Office PowerPoint</Application>
  <PresentationFormat>Widescreen</PresentationFormat>
  <Paragraphs>228</Paragraphs>
  <Slides>22</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Aptos</vt:lpstr>
      <vt:lpstr>Arial</vt:lpstr>
      <vt:lpstr>Arial MT</vt:lpstr>
      <vt:lpstr>Calibri</vt:lpstr>
      <vt:lpstr>Calibri Light</vt:lpstr>
      <vt:lpstr>Courier New</vt:lpstr>
      <vt:lpstr>Georgia</vt:lpstr>
      <vt:lpstr>Times New Roman</vt:lpstr>
      <vt:lpstr>Trebuchet MS</vt:lpstr>
      <vt:lpstr>Wingdings</vt:lpstr>
      <vt:lpstr>Office Theme</vt:lpstr>
      <vt:lpstr>Project progress monitoring and Closure</vt:lpstr>
      <vt:lpstr>Structure of a Project Monitoring Information System</vt:lpstr>
      <vt:lpstr>The Project Control Process (1/2)</vt:lpstr>
      <vt:lpstr>Monitoring Time Performance</vt:lpstr>
      <vt:lpstr>The Project Control Process (2/2)</vt:lpstr>
      <vt:lpstr>Technical Performance Measurement</vt:lpstr>
      <vt:lpstr>Scope Creep (1/2)</vt:lpstr>
      <vt:lpstr>Scope Creep (2/2)</vt:lpstr>
      <vt:lpstr>Scope Changes to a Baseline</vt:lpstr>
      <vt:lpstr>Project Closure</vt:lpstr>
      <vt:lpstr>Types of Project Closure</vt:lpstr>
      <vt:lpstr>Major deliverables for project closure</vt:lpstr>
      <vt:lpstr>Wrap-up Closure Activities</vt:lpstr>
      <vt:lpstr>Wrap-up Closure Checklist</vt:lpstr>
      <vt:lpstr>Post-Implementation Evaluation (1/3)</vt:lpstr>
      <vt:lpstr>Post-Implementation Evaluation (2/3)</vt:lpstr>
      <vt:lpstr>Post-Implementation Evaluation (3/3)</vt:lpstr>
      <vt:lpstr>Post-Implementation Evaluation</vt:lpstr>
      <vt:lpstr>Project Audits (1/3)</vt:lpstr>
      <vt:lpstr>Project Audits (2/3)</vt:lpstr>
      <vt:lpstr>Project Audits (3/3)</vt:lpstr>
      <vt:lpstr>Assignement 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Zahraa.Ismail</cp:lastModifiedBy>
  <cp:revision>18</cp:revision>
  <dcterms:created xsi:type="dcterms:W3CDTF">2025-07-31T08:02:45Z</dcterms:created>
  <dcterms:modified xsi:type="dcterms:W3CDTF">2025-11-26T12:21:06Z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2024-04-15T00:00:00Z</vt:filetime>
  </property>
  <property fmtid="{D5CDD505-2E9C-101B-9397-08002B2CF9AE}" pid="3" name="LastSaved">
    <vt:filetime>2025-07-31T00:00:00Z</vt:filetime>
  </property>
  <property fmtid="{D5CDD505-2E9C-101B-9397-08002B2CF9AE}" pid="4" name="Producer">
    <vt:lpwstr>macOS Version 12.2.1 (Build 21D62) Quartz PDFContext</vt:lpwstr>
  </property>
</Properties>
</file>
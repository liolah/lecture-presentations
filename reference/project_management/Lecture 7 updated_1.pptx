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85" r:id="rId3"/>
    <p:sldId id="257" r:id="rId4"/>
    <p:sldId id="258" r:id="rId5"/>
    <p:sldId id="259" r:id="rId6"/>
    <p:sldId id="260" r:id="rId7"/>
    <p:sldId id="261" r:id="rId8"/>
    <p:sldId id="262" r:id="rId9"/>
    <p:sldId id="263" r:id="rId10"/>
    <p:sldId id="264" r:id="rId11"/>
    <p:sldId id="265" r:id="rId12"/>
    <p:sldId id="293" r:id="rId13"/>
    <p:sldId id="266" r:id="rId14"/>
    <p:sldId id="267" r:id="rId15"/>
    <p:sldId id="268" r:id="rId16"/>
    <p:sldId id="269" r:id="rId17"/>
    <p:sldId id="270" r:id="rId18"/>
    <p:sldId id="271" r:id="rId19"/>
    <p:sldId id="272" r:id="rId20"/>
    <p:sldId id="273" r:id="rId21"/>
    <p:sldId id="292" r:id="rId22"/>
    <p:sldId id="276" r:id="rId23"/>
    <p:sldId id="277" r:id="rId24"/>
    <p:sldId id="278" r:id="rId25"/>
    <p:sldId id="279" r:id="rId26"/>
    <p:sldId id="280" r:id="rId27"/>
    <p:sldId id="281" r:id="rId28"/>
    <p:sldId id="282" r:id="rId29"/>
    <p:sldId id="283" r:id="rId30"/>
    <p:sldId id="284" r:id="rId3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01" autoAdjust="0"/>
  </p:normalViewPr>
  <p:slideViewPr>
    <p:cSldViewPr>
      <p:cViewPr varScale="1">
        <p:scale>
          <a:sx n="82" d="100"/>
          <a:sy n="82" d="100"/>
        </p:scale>
        <p:origin x="86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08BF512-740B-4912-9193-6E1E5CDD2D32}" type="datetimeFigureOut">
              <a:rPr lang="en-US" smtClean="0"/>
              <a:t>11/10/2025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9BA3F67-982C-4EB4-9E60-4ABFD53D9EAB}" type="slidenum">
              <a:rPr lang="en-US" smtClean="0"/>
              <a:t>‹#›</a:t>
            </a:fld>
            <a:endParaRPr lang="en-US"/>
          </a:p>
        </p:txBody>
      </p:sp>
    </p:spTree>
    <p:extLst>
      <p:ext uri="{BB962C8B-B14F-4D97-AF65-F5344CB8AC3E}">
        <p14:creationId xmlns:p14="http://schemas.microsoft.com/office/powerpoint/2010/main" val="1829118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المخاطر: هي حدث أو حالة غير مؤكدة، وإذا حدثت، فإن لها تأثيرًا إيجابيًا أو سلبيًا على أهداف المشروع. للمخاطر سبب، وإذا حدثت، فإن لها عاقبة.</a:t>
            </a:r>
            <a:endParaRPr lang="en-US" sz="1200" b="0" i="0" kern="1200" dirty="0">
              <a:solidFill>
                <a:schemeClr val="tx1"/>
              </a:solidFill>
              <a:effectLst/>
              <a:latin typeface="+mn-lt"/>
              <a:ea typeface="+mn-ea"/>
              <a:cs typeface="+mn-cs"/>
            </a:endParaRPr>
          </a:p>
          <a:p>
            <a:r>
              <a:rPr lang="ar-EG" sz="1200" b="0" i="0" kern="1200" dirty="0">
                <a:solidFill>
                  <a:schemeClr val="tx1"/>
                </a:solidFill>
                <a:effectLst/>
                <a:latin typeface="+mn-lt"/>
                <a:ea typeface="+mn-ea"/>
                <a:cs typeface="+mn-cs"/>
              </a:rPr>
              <a:t> يمكن تحديد بعض الأحداث المحتملة للمخاطر قبل بدء المشروع، مثل: تعطل المعدات أو تغيير المتطلبات التقنية.</a:t>
            </a:r>
            <a:endParaRPr lang="en-US" sz="1200" b="0" i="0" kern="1200" dirty="0">
              <a:solidFill>
                <a:schemeClr val="tx1"/>
              </a:solidFill>
              <a:effectLst/>
              <a:latin typeface="+mn-lt"/>
              <a:ea typeface="+mn-ea"/>
              <a:cs typeface="+mn-cs"/>
            </a:endParaRPr>
          </a:p>
          <a:p>
            <a:r>
              <a:rPr lang="ar-EG" sz="1200" b="0" i="0" kern="1200" dirty="0">
                <a:solidFill>
                  <a:schemeClr val="tx1"/>
                </a:solidFill>
                <a:effectLst/>
                <a:latin typeface="+mn-lt"/>
                <a:ea typeface="+mn-ea"/>
                <a:cs typeface="+mn-cs"/>
              </a:rPr>
              <a:t> يمكن أن تكون المخاطر عواقب متوقعة، مثل تأخر الجدول الزمني أو تجاوز التكاليف. في أحيان أخرى، قد تتجاوز المخاطر الخيال، مثل جائحة كوفيد-19 العالمية.</a:t>
            </a:r>
            <a:endParaRPr lang="en-US" sz="1200" b="0" i="0" kern="1200" dirty="0">
              <a:solidFill>
                <a:schemeClr val="tx1"/>
              </a:solidFill>
              <a:effectLst/>
              <a:latin typeface="+mn-lt"/>
              <a:ea typeface="+mn-ea"/>
              <a:cs typeface="+mn-cs"/>
            </a:endParaRPr>
          </a:p>
          <a:p>
            <a:r>
              <a:rPr lang="ar-EG" sz="1200" b="0" i="0" kern="1200" dirty="0">
                <a:solidFill>
                  <a:schemeClr val="tx1"/>
                </a:solidFill>
                <a:effectLst/>
                <a:latin typeface="+mn-lt"/>
                <a:ea typeface="+mn-ea"/>
                <a:cs typeface="+mn-cs"/>
              </a:rPr>
              <a:t> على الرغم من أن المخاطر يمكن أن يكون لها عواقب إيجابية، مثل انخفاض غير متوقع في أسعار المواد، يتركز اهتمامنا الأساسي على ما يمكن أن يسوء وعلى عملية إدارة المخاطر. </a:t>
            </a:r>
            <a:endParaRPr lang="en-US" sz="1200" b="0" i="0" kern="1200" dirty="0">
              <a:solidFill>
                <a:schemeClr val="tx1"/>
              </a:solidFill>
              <a:effectLst/>
              <a:latin typeface="+mn-lt"/>
              <a:ea typeface="+mn-ea"/>
              <a:cs typeface="+mn-cs"/>
            </a:endParaRPr>
          </a:p>
          <a:p>
            <a:r>
              <a:rPr lang="ar-EG" sz="1200" b="0" i="0" kern="1200" dirty="0">
                <a:solidFill>
                  <a:schemeClr val="tx1"/>
                </a:solidFill>
                <a:effectLst/>
                <a:latin typeface="+mn-lt"/>
                <a:ea typeface="+mn-ea"/>
                <a:cs typeface="+mn-cs"/>
              </a:rPr>
              <a:t>تحدد إدارة المخاطر أكبر عدد ممكن من الأحداث الخطرة، وتعمل على تقليل تأثيرها، وتدير الاستجابات لتلك الأحداث التي تتحقق فعليًا (خطط الطوارئ)، وتوفر أموال الطوارئ لتغطية الأحداث الخطرة التي تتحقق بالفعل.</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3</a:t>
            </a:fld>
            <a:endParaRPr lang="en-US"/>
          </a:p>
        </p:txBody>
      </p:sp>
    </p:spTree>
    <p:extLst>
      <p:ext uri="{BB962C8B-B14F-4D97-AF65-F5344CB8AC3E}">
        <p14:creationId xmlns:p14="http://schemas.microsoft.com/office/powerpoint/2010/main" val="21877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إدارة المخاطر هي نهج استباقي بدلاً من كونه رد فعل. إنها عملية وقائية تهدف إلى ضمان تقليل المفاجآت والحد من العواقب السلبية المرتبطة بالأحداث غير المرغوب فيها. نجاح إدارة مخاطر المشروع يمنح مدير المشروع سيطرة أفضل على المستقبل ويمكن أن يحسن بشكل كبير فرص تحقيق أهداف المشروع في الوقت المحدد، وضمن الميزانية، وتحقيق الأداء الفني (الوظيفي) المطلوب</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Proactive means taking action by causing change and not only reacting to change when it happens.</a:t>
            </a:r>
            <a:r>
              <a:rPr lang="ar-EG"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4</a:t>
            </a:fld>
            <a:endParaRPr lang="en-US"/>
          </a:p>
        </p:txBody>
      </p:sp>
    </p:spTree>
    <p:extLst>
      <p:ext uri="{BB962C8B-B14F-4D97-AF65-F5344CB8AC3E}">
        <p14:creationId xmlns:p14="http://schemas.microsoft.com/office/powerpoint/2010/main" val="1101736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679">
              <a:spcBef>
                <a:spcPts val="1493"/>
              </a:spcBef>
              <a:tabLst>
                <a:tab pos="3724219" algn="l"/>
              </a:tabLst>
            </a:pPr>
            <a:r>
              <a:rPr lang="en-US" sz="1400" spc="59" dirty="0">
                <a:solidFill>
                  <a:srgbClr val="B60301"/>
                </a:solidFill>
                <a:latin typeface="Arial MT"/>
                <a:cs typeface="Arial MT"/>
              </a:rPr>
              <a:t>Benefits</a:t>
            </a:r>
            <a:r>
              <a:rPr lang="en-US" sz="1400" spc="182" dirty="0">
                <a:solidFill>
                  <a:srgbClr val="B60301"/>
                </a:solidFill>
                <a:latin typeface="Arial MT"/>
                <a:cs typeface="Arial MT"/>
              </a:rPr>
              <a:t> </a:t>
            </a:r>
            <a:r>
              <a:rPr lang="en-US" sz="1400" spc="64" dirty="0">
                <a:solidFill>
                  <a:srgbClr val="BC0101"/>
                </a:solidFill>
                <a:latin typeface="Arial MT"/>
                <a:cs typeface="Arial MT"/>
              </a:rPr>
              <a:t>of</a:t>
            </a:r>
            <a:r>
              <a:rPr lang="en-US" sz="1400" spc="54" dirty="0">
                <a:solidFill>
                  <a:srgbClr val="BC0101"/>
                </a:solidFill>
                <a:latin typeface="Arial MT"/>
                <a:cs typeface="Arial MT"/>
              </a:rPr>
              <a:t> </a:t>
            </a:r>
            <a:r>
              <a:rPr lang="en-US" sz="1400" spc="64" dirty="0">
                <a:solidFill>
                  <a:srgbClr val="B60305"/>
                </a:solidFill>
                <a:latin typeface="Arial MT"/>
                <a:cs typeface="Arial MT"/>
              </a:rPr>
              <a:t>Risk</a:t>
            </a:r>
            <a:r>
              <a:rPr lang="en-US" sz="1400" spc="41" dirty="0">
                <a:solidFill>
                  <a:srgbClr val="B60305"/>
                </a:solidFill>
                <a:latin typeface="Arial MT"/>
                <a:cs typeface="Arial MT"/>
              </a:rPr>
              <a:t> </a:t>
            </a:r>
            <a:r>
              <a:rPr lang="en-US" sz="1400" spc="-18" dirty="0">
                <a:solidFill>
                  <a:srgbClr val="BF0000"/>
                </a:solidFill>
                <a:latin typeface="Arial MT"/>
                <a:cs typeface="Arial MT"/>
              </a:rPr>
              <a:t>Manag</a:t>
            </a:r>
            <a:r>
              <a:rPr lang="en-US" sz="1400" spc="-9" dirty="0">
                <a:solidFill>
                  <a:srgbClr val="C10000"/>
                </a:solidFill>
                <a:latin typeface="Arial MT"/>
                <a:cs typeface="Arial MT"/>
              </a:rPr>
              <a:t>ement</a:t>
            </a:r>
            <a:endParaRPr lang="en-US" sz="1400" dirty="0">
              <a:latin typeface="Arial MT"/>
              <a:cs typeface="Arial MT"/>
            </a:endParaRPr>
          </a:p>
          <a:p>
            <a:pPr marL="287587" indent="-276060">
              <a:spcBef>
                <a:spcPts val="1130"/>
              </a:spcBef>
              <a:buChar char="•"/>
              <a:tabLst>
                <a:tab pos="287587" algn="l"/>
              </a:tabLst>
            </a:pPr>
            <a:r>
              <a:rPr lang="en-US" sz="1200" dirty="0">
                <a:latin typeface="Arial MT"/>
                <a:cs typeface="Arial MT"/>
              </a:rPr>
              <a:t>A</a:t>
            </a:r>
            <a:r>
              <a:rPr lang="en-US" sz="1200" spc="-91" dirty="0">
                <a:latin typeface="Arial MT"/>
                <a:cs typeface="Arial MT"/>
              </a:rPr>
              <a:t> </a:t>
            </a:r>
            <a:r>
              <a:rPr lang="en-US" sz="1200" spc="77" dirty="0">
                <a:solidFill>
                  <a:srgbClr val="FD0100"/>
                </a:solidFill>
                <a:latin typeface="Arial MT"/>
                <a:cs typeface="Arial MT"/>
              </a:rPr>
              <a:t>proactive</a:t>
            </a:r>
            <a:r>
              <a:rPr lang="en-US" sz="1200" spc="141" dirty="0">
                <a:solidFill>
                  <a:srgbClr val="FD0100"/>
                </a:solidFill>
                <a:latin typeface="Arial MT"/>
                <a:cs typeface="Arial MT"/>
              </a:rPr>
              <a:t> </a:t>
            </a:r>
            <a:r>
              <a:rPr lang="en-US" sz="1200" u="heavy" spc="64" dirty="0">
                <a:solidFill>
                  <a:srgbClr val="03AE4F"/>
                </a:solidFill>
                <a:uFill>
                  <a:solidFill>
                    <a:srgbClr val="08A84F"/>
                  </a:solidFill>
                </a:uFill>
                <a:latin typeface="Arial MT"/>
                <a:cs typeface="Arial MT"/>
              </a:rPr>
              <a:t>rather</a:t>
            </a:r>
            <a:r>
              <a:rPr lang="en-US" sz="1200" u="heavy" spc="73" dirty="0">
                <a:solidFill>
                  <a:srgbClr val="03AE4F"/>
                </a:solidFill>
                <a:uFill>
                  <a:solidFill>
                    <a:srgbClr val="08A84F"/>
                  </a:solidFill>
                </a:uFill>
                <a:latin typeface="Arial MT"/>
                <a:cs typeface="Arial MT"/>
              </a:rPr>
              <a:t> </a:t>
            </a:r>
            <a:r>
              <a:rPr lang="en-US" sz="1200" u="heavy" spc="73" dirty="0">
                <a:solidFill>
                  <a:srgbClr val="05AC4F"/>
                </a:solidFill>
                <a:uFill>
                  <a:solidFill>
                    <a:srgbClr val="08A84F"/>
                  </a:solidFill>
                </a:uFill>
                <a:latin typeface="Arial MT"/>
                <a:cs typeface="Arial MT"/>
              </a:rPr>
              <a:t>than</a:t>
            </a:r>
            <a:r>
              <a:rPr lang="en-US" sz="1200" spc="77" dirty="0">
                <a:solidFill>
                  <a:srgbClr val="05AC4F"/>
                </a:solidFill>
                <a:latin typeface="Arial MT"/>
                <a:cs typeface="Arial MT"/>
              </a:rPr>
              <a:t> </a:t>
            </a:r>
            <a:r>
              <a:rPr lang="en-US" sz="1200" spc="54" dirty="0">
                <a:solidFill>
                  <a:srgbClr val="0001CC"/>
                </a:solidFill>
                <a:latin typeface="Arial MT"/>
                <a:cs typeface="Arial MT"/>
              </a:rPr>
              <a:t>reactive</a:t>
            </a:r>
            <a:r>
              <a:rPr lang="en-US" sz="1200" spc="182" dirty="0">
                <a:solidFill>
                  <a:srgbClr val="0001CC"/>
                </a:solidFill>
                <a:latin typeface="Arial MT"/>
                <a:cs typeface="Arial MT"/>
              </a:rPr>
              <a:t> </a:t>
            </a:r>
            <a:r>
              <a:rPr lang="en-US" sz="1200" spc="41" dirty="0">
                <a:latin typeface="Arial MT"/>
                <a:cs typeface="Arial MT"/>
              </a:rPr>
              <a:t>approach.</a:t>
            </a:r>
            <a:endParaRPr lang="en-US" sz="1200" dirty="0">
              <a:latin typeface="Arial MT"/>
              <a:cs typeface="Arial MT"/>
            </a:endParaRPr>
          </a:p>
          <a:p>
            <a:pPr marL="287587" indent="-273179">
              <a:spcBef>
                <a:spcPts val="1171"/>
              </a:spcBef>
              <a:buClr>
                <a:srgbClr val="00B34F"/>
              </a:buClr>
              <a:buChar char="•"/>
              <a:tabLst>
                <a:tab pos="287587" algn="l"/>
              </a:tabLst>
            </a:pPr>
            <a:r>
              <a:rPr lang="en-US" sz="1200" u="heavy" dirty="0">
                <a:solidFill>
                  <a:srgbClr val="00B152"/>
                </a:solidFill>
                <a:uFill>
                  <a:solidFill>
                    <a:srgbClr val="037438"/>
                  </a:solidFill>
                </a:uFill>
                <a:latin typeface="Arial MT"/>
                <a:cs typeface="Arial MT"/>
              </a:rPr>
              <a:t>Reduces</a:t>
            </a:r>
            <a:r>
              <a:rPr lang="en-US" sz="1200" spc="313" dirty="0">
                <a:solidFill>
                  <a:srgbClr val="00B152"/>
                </a:solidFill>
                <a:latin typeface="Arial MT"/>
                <a:cs typeface="Arial MT"/>
              </a:rPr>
              <a:t> </a:t>
            </a:r>
            <a:r>
              <a:rPr lang="en-US" sz="1200" spc="91" dirty="0">
                <a:solidFill>
                  <a:srgbClr val="0003BF"/>
                </a:solidFill>
                <a:latin typeface="Arial MT"/>
                <a:cs typeface="Arial MT"/>
              </a:rPr>
              <a:t>surprises</a:t>
            </a:r>
            <a:r>
              <a:rPr lang="en-US" sz="1200" spc="272" dirty="0">
                <a:solidFill>
                  <a:srgbClr val="0003BF"/>
                </a:solidFill>
                <a:latin typeface="Arial MT"/>
                <a:cs typeface="Arial MT"/>
              </a:rPr>
              <a:t> </a:t>
            </a:r>
            <a:r>
              <a:rPr lang="en-US" sz="1200" u="heavy" spc="68" dirty="0">
                <a:uFill>
                  <a:solidFill>
                    <a:srgbClr val="037438"/>
                  </a:solidFill>
                </a:uFill>
                <a:latin typeface="Arial MT"/>
                <a:cs typeface="Arial MT"/>
              </a:rPr>
              <a:t>and</a:t>
            </a:r>
            <a:r>
              <a:rPr lang="en-US" sz="1200" spc="77" dirty="0">
                <a:latin typeface="Arial MT"/>
                <a:cs typeface="Arial MT"/>
              </a:rPr>
              <a:t> </a:t>
            </a:r>
            <a:r>
              <a:rPr lang="en-US" sz="1200" spc="45" dirty="0">
                <a:solidFill>
                  <a:srgbClr val="0003C6"/>
                </a:solidFill>
                <a:latin typeface="Arial MT"/>
                <a:cs typeface="Arial MT"/>
              </a:rPr>
              <a:t>negative</a:t>
            </a:r>
            <a:r>
              <a:rPr lang="en-US" sz="1200" spc="277" dirty="0">
                <a:solidFill>
                  <a:srgbClr val="0003C6"/>
                </a:solidFill>
                <a:latin typeface="Arial MT"/>
                <a:cs typeface="Arial MT"/>
              </a:rPr>
              <a:t> </a:t>
            </a:r>
            <a:r>
              <a:rPr lang="en-US" sz="1200" spc="41" dirty="0">
                <a:solidFill>
                  <a:srgbClr val="F60300"/>
                </a:solidFill>
                <a:latin typeface="Arial MT"/>
                <a:cs typeface="Arial MT"/>
              </a:rPr>
              <a:t>consequences.</a:t>
            </a:r>
            <a:endParaRPr lang="en-US" sz="1200" dirty="0">
              <a:latin typeface="Arial MT"/>
              <a:cs typeface="Arial MT"/>
            </a:endParaRPr>
          </a:p>
          <a:p>
            <a:pPr marL="284705" indent="-270873">
              <a:spcBef>
                <a:spcPts val="1175"/>
              </a:spcBef>
              <a:buClr>
                <a:srgbClr val="00B354"/>
              </a:buClr>
              <a:buChar char="•"/>
              <a:tabLst>
                <a:tab pos="284705" algn="l"/>
              </a:tabLst>
            </a:pPr>
            <a:r>
              <a:rPr lang="en-US" sz="1200" u="heavy" dirty="0">
                <a:solidFill>
                  <a:srgbClr val="00AF4F"/>
                </a:solidFill>
                <a:uFill>
                  <a:solidFill>
                    <a:srgbClr val="08A84F"/>
                  </a:solidFill>
                </a:uFill>
                <a:latin typeface="Arial MT"/>
                <a:cs typeface="Arial MT"/>
              </a:rPr>
              <a:t>Prepares</a:t>
            </a:r>
            <a:r>
              <a:rPr lang="en-US" sz="1200" spc="327" dirty="0">
                <a:solidFill>
                  <a:srgbClr val="00AF4F"/>
                </a:solidFill>
                <a:latin typeface="Arial MT"/>
                <a:cs typeface="Arial MT"/>
              </a:rPr>
              <a:t> </a:t>
            </a:r>
            <a:r>
              <a:rPr lang="en-US" sz="1200" spc="82" dirty="0">
                <a:solidFill>
                  <a:srgbClr val="FD0001"/>
                </a:solidFill>
                <a:latin typeface="Arial MT"/>
                <a:cs typeface="Arial MT"/>
              </a:rPr>
              <a:t>project</a:t>
            </a:r>
            <a:r>
              <a:rPr lang="en-US" sz="1200" spc="182" dirty="0">
                <a:solidFill>
                  <a:srgbClr val="FD0001"/>
                </a:solidFill>
                <a:latin typeface="Arial MT"/>
                <a:cs typeface="Arial MT"/>
              </a:rPr>
              <a:t> </a:t>
            </a:r>
            <a:r>
              <a:rPr lang="en-US" sz="1200" spc="50" dirty="0">
                <a:solidFill>
                  <a:srgbClr val="EF0507"/>
                </a:solidFill>
                <a:latin typeface="Arial MT"/>
                <a:cs typeface="Arial MT"/>
              </a:rPr>
              <a:t>manager</a:t>
            </a:r>
            <a:r>
              <a:rPr lang="en-US" sz="1200" spc="236" dirty="0">
                <a:solidFill>
                  <a:srgbClr val="EF0507"/>
                </a:solidFill>
                <a:latin typeface="Arial MT"/>
                <a:cs typeface="Arial MT"/>
              </a:rPr>
              <a:t> </a:t>
            </a:r>
            <a:r>
              <a:rPr lang="en-US" sz="1200" dirty="0">
                <a:latin typeface="Arial MT"/>
                <a:cs typeface="Arial MT"/>
              </a:rPr>
              <a:t>to</a:t>
            </a:r>
            <a:r>
              <a:rPr lang="en-US" sz="1200" spc="95" dirty="0">
                <a:latin typeface="Arial MT"/>
                <a:cs typeface="Arial MT"/>
              </a:rPr>
              <a:t> </a:t>
            </a:r>
            <a:r>
              <a:rPr lang="en-US" sz="1200" u="heavy" dirty="0">
                <a:solidFill>
                  <a:srgbClr val="07AA54"/>
                </a:solidFill>
                <a:uFill>
                  <a:solidFill>
                    <a:srgbClr val="08A84F"/>
                  </a:solidFill>
                </a:uFill>
                <a:latin typeface="Arial MT"/>
                <a:cs typeface="Arial MT"/>
              </a:rPr>
              <a:t>take</a:t>
            </a:r>
            <a:r>
              <a:rPr lang="en-US" sz="1200" spc="145" dirty="0">
                <a:solidFill>
                  <a:srgbClr val="07AA54"/>
                </a:solidFill>
                <a:latin typeface="Arial MT"/>
                <a:cs typeface="Arial MT"/>
              </a:rPr>
              <a:t> </a:t>
            </a:r>
            <a:r>
              <a:rPr lang="en-US" sz="1200" spc="68" dirty="0">
                <a:solidFill>
                  <a:srgbClr val="0000DB"/>
                </a:solidFill>
                <a:latin typeface="Arial MT"/>
                <a:cs typeface="Arial MT"/>
              </a:rPr>
              <a:t>appropriate</a:t>
            </a:r>
            <a:r>
              <a:rPr lang="en-US" sz="1200" spc="263" dirty="0">
                <a:solidFill>
                  <a:srgbClr val="0000DB"/>
                </a:solidFill>
                <a:latin typeface="Arial MT"/>
                <a:cs typeface="Arial MT"/>
              </a:rPr>
              <a:t> </a:t>
            </a:r>
            <a:r>
              <a:rPr lang="en-US" sz="1200" spc="50" dirty="0">
                <a:latin typeface="Arial MT"/>
                <a:cs typeface="Arial MT"/>
              </a:rPr>
              <a:t>action.</a:t>
            </a:r>
            <a:endParaRPr lang="en-US" sz="1200" dirty="0">
              <a:latin typeface="Arial MT"/>
              <a:cs typeface="Arial MT"/>
            </a:endParaRPr>
          </a:p>
          <a:p>
            <a:pPr marL="280094" marR="17290" indent="-266263">
              <a:lnSpc>
                <a:spcPct val="101299"/>
              </a:lnSpc>
              <a:spcBef>
                <a:spcPts val="1094"/>
              </a:spcBef>
              <a:buClr>
                <a:srgbClr val="03AC54"/>
              </a:buClr>
              <a:buChar char="•"/>
              <a:tabLst>
                <a:tab pos="288163" algn="l"/>
              </a:tabLst>
            </a:pPr>
            <a:r>
              <a:rPr lang="en-US" sz="1200" u="heavy" spc="68" dirty="0">
                <a:solidFill>
                  <a:srgbClr val="00AF4D"/>
                </a:solidFill>
                <a:uFill>
                  <a:solidFill>
                    <a:srgbClr val="08A84F"/>
                  </a:solidFill>
                </a:uFill>
                <a:latin typeface="Arial MT"/>
                <a:cs typeface="Arial MT"/>
              </a:rPr>
              <a:t>Improves</a:t>
            </a:r>
            <a:r>
              <a:rPr lang="en-US" sz="1200" spc="281" dirty="0">
                <a:solidFill>
                  <a:srgbClr val="00AF4D"/>
                </a:solidFill>
                <a:latin typeface="Arial MT"/>
                <a:cs typeface="Arial MT"/>
              </a:rPr>
              <a:t> </a:t>
            </a:r>
            <a:r>
              <a:rPr lang="en-US" sz="1200" spc="59" dirty="0">
                <a:solidFill>
                  <a:srgbClr val="00B34B"/>
                </a:solidFill>
                <a:latin typeface="Arial MT"/>
                <a:cs typeface="Arial MT"/>
              </a:rPr>
              <a:t>reaching</a:t>
            </a:r>
            <a:r>
              <a:rPr lang="en-US" sz="1200" spc="218" dirty="0">
                <a:solidFill>
                  <a:srgbClr val="00B34B"/>
                </a:solidFill>
                <a:latin typeface="Arial MT"/>
                <a:cs typeface="Arial MT"/>
              </a:rPr>
              <a:t> </a:t>
            </a:r>
            <a:r>
              <a:rPr lang="en-US" sz="1200" spc="82" dirty="0">
                <a:solidFill>
                  <a:srgbClr val="F70300"/>
                </a:solidFill>
                <a:latin typeface="Arial MT"/>
                <a:cs typeface="Arial MT"/>
              </a:rPr>
              <a:t>project</a:t>
            </a:r>
            <a:r>
              <a:rPr lang="en-US" sz="1200" spc="163" dirty="0">
                <a:solidFill>
                  <a:srgbClr val="F70300"/>
                </a:solidFill>
                <a:latin typeface="Arial MT"/>
                <a:cs typeface="Arial MT"/>
              </a:rPr>
              <a:t> </a:t>
            </a:r>
            <a:r>
              <a:rPr lang="en-US" sz="1200" spc="77" dirty="0">
                <a:solidFill>
                  <a:srgbClr val="FD0100"/>
                </a:solidFill>
                <a:latin typeface="Arial MT"/>
                <a:cs typeface="Arial MT"/>
              </a:rPr>
              <a:t>objectives</a:t>
            </a:r>
            <a:r>
              <a:rPr lang="en-US" sz="1200" spc="204" dirty="0">
                <a:solidFill>
                  <a:srgbClr val="FD0100"/>
                </a:solidFill>
                <a:latin typeface="Arial MT"/>
                <a:cs typeface="Arial MT"/>
              </a:rPr>
              <a:t> </a:t>
            </a:r>
            <a:r>
              <a:rPr lang="en-US" sz="1200" u="heavy" spc="95" dirty="0">
                <a:solidFill>
                  <a:srgbClr val="01AF4F"/>
                </a:solidFill>
                <a:uFill>
                  <a:solidFill>
                    <a:srgbClr val="08A84F"/>
                  </a:solidFill>
                </a:uFill>
                <a:latin typeface="Arial MT"/>
                <a:cs typeface="Arial MT"/>
              </a:rPr>
              <a:t>on</a:t>
            </a:r>
            <a:r>
              <a:rPr lang="en-US" sz="1200" spc="5" dirty="0">
                <a:solidFill>
                  <a:srgbClr val="01AF4F"/>
                </a:solidFill>
                <a:latin typeface="Arial MT"/>
                <a:cs typeface="Arial MT"/>
              </a:rPr>
              <a:t> </a:t>
            </a:r>
            <a:r>
              <a:rPr lang="en-US" sz="1200" spc="64" dirty="0">
                <a:latin typeface="Arial MT"/>
                <a:cs typeface="Arial MT"/>
              </a:rPr>
              <a:t>time,</a:t>
            </a:r>
            <a:r>
              <a:rPr lang="en-US" sz="1200" spc="77" dirty="0">
                <a:latin typeface="Arial MT"/>
                <a:cs typeface="Arial MT"/>
              </a:rPr>
              <a:t> </a:t>
            </a:r>
            <a:r>
              <a:rPr lang="en-US" sz="1200" u="heavy" spc="100" dirty="0">
                <a:solidFill>
                  <a:srgbClr val="00AF4D"/>
                </a:solidFill>
                <a:uFill>
                  <a:solidFill>
                    <a:srgbClr val="08A84F"/>
                  </a:solidFill>
                </a:uFill>
                <a:latin typeface="Arial MT"/>
                <a:cs typeface="Arial MT"/>
              </a:rPr>
              <a:t>within</a:t>
            </a:r>
            <a:r>
              <a:rPr lang="en-US" sz="1200" spc="100" dirty="0">
                <a:solidFill>
                  <a:srgbClr val="00AF4D"/>
                </a:solidFill>
                <a:latin typeface="Arial MT"/>
                <a:cs typeface="Arial MT"/>
              </a:rPr>
              <a:t> 	</a:t>
            </a:r>
            <a:r>
              <a:rPr lang="en-US" sz="1200" spc="59" dirty="0">
                <a:latin typeface="Arial MT"/>
                <a:cs typeface="Arial MT"/>
              </a:rPr>
              <a:t>budget,</a:t>
            </a:r>
            <a:r>
              <a:rPr lang="en-US" sz="1200" spc="127" dirty="0">
                <a:latin typeface="Arial MT"/>
                <a:cs typeface="Arial MT"/>
              </a:rPr>
              <a:t> </a:t>
            </a:r>
            <a:r>
              <a:rPr lang="en-US" sz="1200" dirty="0">
                <a:latin typeface="Arial MT"/>
                <a:cs typeface="Arial MT"/>
              </a:rPr>
              <a:t>and</a:t>
            </a:r>
            <a:r>
              <a:rPr lang="en-US" sz="1200" spc="82" dirty="0">
                <a:latin typeface="Arial MT"/>
                <a:cs typeface="Arial MT"/>
              </a:rPr>
              <a:t> </a:t>
            </a:r>
            <a:r>
              <a:rPr lang="en-US" sz="1200" u="heavy" spc="64" dirty="0" err="1">
                <a:solidFill>
                  <a:srgbClr val="00B54D"/>
                </a:solidFill>
                <a:uFill>
                  <a:solidFill>
                    <a:srgbClr val="08A84F"/>
                  </a:solidFill>
                </a:uFill>
                <a:latin typeface="Arial MT"/>
                <a:cs typeface="Arial MT"/>
              </a:rPr>
              <a:t>meetinq</a:t>
            </a:r>
            <a:r>
              <a:rPr lang="en-US" sz="1200" spc="109" dirty="0">
                <a:solidFill>
                  <a:srgbClr val="00B54D"/>
                </a:solidFill>
                <a:latin typeface="Arial MT"/>
                <a:cs typeface="Arial MT"/>
              </a:rPr>
              <a:t> </a:t>
            </a:r>
            <a:r>
              <a:rPr lang="en-US" sz="1200" spc="77" dirty="0">
                <a:solidFill>
                  <a:srgbClr val="0300CD"/>
                </a:solidFill>
                <a:latin typeface="Arial MT"/>
                <a:cs typeface="Arial MT"/>
              </a:rPr>
              <a:t>required</a:t>
            </a:r>
            <a:r>
              <a:rPr lang="en-US" sz="1200" spc="82" dirty="0">
                <a:solidFill>
                  <a:srgbClr val="0300CD"/>
                </a:solidFill>
                <a:latin typeface="Arial MT"/>
                <a:cs typeface="Arial MT"/>
              </a:rPr>
              <a:t> </a:t>
            </a:r>
            <a:r>
              <a:rPr lang="en-US" sz="1200" spc="41" dirty="0">
                <a:latin typeface="Arial MT"/>
                <a:cs typeface="Arial MT"/>
              </a:rPr>
              <a:t>performance.</a:t>
            </a:r>
            <a:endParaRPr lang="en-US" sz="1200" dirty="0">
              <a:latin typeface="Arial MT"/>
              <a:cs typeface="Arial MT"/>
            </a:endParaRPr>
          </a:p>
          <a:p>
            <a:pPr marL="288163" indent="-276636">
              <a:spcBef>
                <a:spcPts val="1153"/>
              </a:spcBef>
              <a:buChar char="•"/>
              <a:tabLst>
                <a:tab pos="288163" algn="l"/>
              </a:tabLst>
            </a:pPr>
            <a:r>
              <a:rPr lang="en-US" sz="1200" dirty="0">
                <a:latin typeface="Arial MT"/>
                <a:cs typeface="Arial MT"/>
              </a:rPr>
              <a:t>Provides</a:t>
            </a:r>
            <a:r>
              <a:rPr lang="en-US" sz="1200" spc="109" dirty="0">
                <a:latin typeface="Arial MT"/>
                <a:cs typeface="Arial MT"/>
              </a:rPr>
              <a:t> </a:t>
            </a:r>
            <a:r>
              <a:rPr lang="en-US" sz="1200" u="heavy" spc="64" dirty="0">
                <a:solidFill>
                  <a:srgbClr val="0001C4"/>
                </a:solidFill>
                <a:uFill>
                  <a:solidFill>
                    <a:srgbClr val="0000BF"/>
                  </a:solidFill>
                </a:uFill>
                <a:latin typeface="Arial MT"/>
                <a:cs typeface="Arial MT"/>
              </a:rPr>
              <a:t>better</a:t>
            </a:r>
            <a:r>
              <a:rPr lang="en-US" sz="1200" spc="36" dirty="0">
                <a:solidFill>
                  <a:srgbClr val="0001C4"/>
                </a:solidFill>
                <a:latin typeface="Arial MT"/>
                <a:cs typeface="Arial MT"/>
              </a:rPr>
              <a:t> </a:t>
            </a:r>
            <a:r>
              <a:rPr lang="en-US" sz="1200" spc="109" dirty="0">
                <a:solidFill>
                  <a:srgbClr val="FD0100"/>
                </a:solidFill>
                <a:latin typeface="Arial MT"/>
                <a:cs typeface="Arial MT"/>
              </a:rPr>
              <a:t>control</a:t>
            </a:r>
            <a:r>
              <a:rPr lang="en-US" sz="1200" spc="-9" dirty="0">
                <a:solidFill>
                  <a:srgbClr val="FD0100"/>
                </a:solidFill>
                <a:latin typeface="Arial MT"/>
                <a:cs typeface="Arial MT"/>
              </a:rPr>
              <a:t> </a:t>
            </a:r>
            <a:r>
              <a:rPr lang="en-US" sz="1200" dirty="0">
                <a:latin typeface="Arial MT"/>
                <a:cs typeface="Arial MT"/>
              </a:rPr>
              <a:t>over</a:t>
            </a:r>
            <a:r>
              <a:rPr lang="en-US" sz="1200" spc="50" dirty="0">
                <a:latin typeface="Arial MT"/>
                <a:cs typeface="Arial MT"/>
              </a:rPr>
              <a:t> </a:t>
            </a:r>
            <a:r>
              <a:rPr lang="en-US" sz="1200" spc="-9" dirty="0">
                <a:latin typeface="Arial MT"/>
                <a:cs typeface="Arial MT"/>
              </a:rPr>
              <a:t>future.</a:t>
            </a:r>
          </a:p>
          <a:p>
            <a:pPr marL="288163" indent="-276636">
              <a:spcBef>
                <a:spcPts val="1153"/>
              </a:spcBef>
              <a:buChar char="•"/>
              <a:tabLst>
                <a:tab pos="288163" algn="l"/>
              </a:tabLst>
            </a:pPr>
            <a:endParaRPr lang="en-US" sz="1200" spc="-9" dirty="0">
              <a:latin typeface="Arial MT"/>
              <a:cs typeface="Arial MT"/>
            </a:endParaRPr>
          </a:p>
          <a:p>
            <a:pPr marL="288163" indent="-276636">
              <a:spcBef>
                <a:spcPts val="1153"/>
              </a:spcBef>
              <a:buChar char="•"/>
              <a:tabLst>
                <a:tab pos="288163" algn="l"/>
              </a:tabLst>
            </a:pPr>
            <a:r>
              <a:rPr lang="ar-EG" sz="1200" b="0" i="0" kern="1200" dirty="0">
                <a:solidFill>
                  <a:schemeClr val="tx1"/>
                </a:solidFill>
                <a:effectLst/>
                <a:latin typeface="+mn-lt"/>
                <a:ea typeface="+mn-ea"/>
                <a:cs typeface="+mn-cs"/>
              </a:rPr>
              <a:t>تبدأ عملية إدارة المخاطر بمحاولة توليد قائمة بجميع المخاطر المحتملة التي قد تؤثر على المشروع. عادةً، يقوم مدير المشروع، خلال مرحلة التخطيط، بتجميع فريق إدارة المخاطر الذي يتكون من أعضاء الفريق الأساسيين وأصحاب المصلحة الآخرين ذوي الصلة (العملاء، الرعاة، المقاولون الفرعيون، البائعون، ...). يستخدم الفريق جلسات العصف الذهني لتحديد المشاكل المحتملة. يتم تشجيع المشاركين على التفكير بانفتاح وتوليد أكبر عدد ممكن من المخاطر المحتملة. أحد الأخطاء الشائعة التي تُرتكب في بداية عملية تحديد المخاطر هو التركيز على الأهداف وعدم التركيز على الأحداث التي قد تنتج عنها عواقب. تستخدم المؤسسات هياكل تقسيم المخاطر (</a:t>
            </a:r>
            <a:r>
              <a:rPr lang="en-US" sz="1200" b="0" i="0" kern="1200" dirty="0">
                <a:solidFill>
                  <a:schemeClr val="tx1"/>
                </a:solidFill>
                <a:effectLst/>
                <a:latin typeface="+mn-lt"/>
                <a:ea typeface="+mn-ea"/>
                <a:cs typeface="+mn-cs"/>
              </a:rPr>
              <a:t>RBSs) </a:t>
            </a:r>
            <a:r>
              <a:rPr lang="ar-EG" sz="1200" b="0" i="0" kern="1200" dirty="0">
                <a:solidFill>
                  <a:schemeClr val="tx1"/>
                </a:solidFill>
                <a:effectLst/>
                <a:latin typeface="+mn-lt"/>
                <a:ea typeface="+mn-ea"/>
                <a:cs typeface="+mn-cs"/>
              </a:rPr>
              <a:t>جنبًا إلى جنب مع هياكل تقسيم العمل (</a:t>
            </a:r>
            <a:r>
              <a:rPr lang="en-US" sz="1200" b="0" i="0" kern="1200" dirty="0">
                <a:solidFill>
                  <a:schemeClr val="tx1"/>
                </a:solidFill>
                <a:effectLst/>
                <a:latin typeface="+mn-lt"/>
                <a:ea typeface="+mn-ea"/>
                <a:cs typeface="+mn-cs"/>
              </a:rPr>
              <a:t>WBSs) </a:t>
            </a:r>
            <a:r>
              <a:rPr lang="ar-EG" sz="1200" b="0" i="0" kern="1200" dirty="0">
                <a:solidFill>
                  <a:schemeClr val="tx1"/>
                </a:solidFill>
                <a:effectLst/>
                <a:latin typeface="+mn-lt"/>
                <a:ea typeface="+mn-ea"/>
                <a:cs typeface="+mn-cs"/>
              </a:rPr>
              <a:t>لمساعدة فرق الإدارة على تحديد المخاطر وفي النهاية تحليلها. ملف المخاطر هو أداة مفيدة أخرى. ملف المخاطر هو قائمة بالأسئلة التي تتناول المجالات التقليدية للغموض في المشروع.</a:t>
            </a:r>
            <a:endParaRPr lang="en-US" sz="12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6</a:t>
            </a:fld>
            <a:endParaRPr lang="en-US"/>
          </a:p>
        </p:txBody>
      </p:sp>
    </p:spTree>
    <p:extLst>
      <p:ext uri="{BB962C8B-B14F-4D97-AF65-F5344CB8AC3E}">
        <p14:creationId xmlns:p14="http://schemas.microsoft.com/office/powerpoint/2010/main" val="1544018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الخطوة 1 تُنتج قائمة بالمخاطر المحتملة. ليست كل هذه المخاطر تستحق الانتباه. بعضها تافه ويمكن تجاهله، بينما يمثل البعض الآخر تهديدات خطيرة لرفاهية المشروع ويجب التركيز عليها. تحليل السيناريو هو التقنية الأسهل والأكثر استخدامًا لتحليل المخاطر. يقيم أعضاء الفريق أهمية كل حدث من أحداث المخاطر من حيث:احتمالية حدوث الحدث.تأثير الحدث.</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9</a:t>
            </a:fld>
            <a:endParaRPr lang="en-US"/>
          </a:p>
        </p:txBody>
      </p:sp>
    </p:spTree>
    <p:extLst>
      <p:ext uri="{BB962C8B-B14F-4D97-AF65-F5344CB8AC3E}">
        <p14:creationId xmlns:p14="http://schemas.microsoft.com/office/powerpoint/2010/main" val="641356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1" i="0" kern="1200" dirty="0">
                <a:solidFill>
                  <a:schemeClr val="tx1"/>
                </a:solidFill>
                <a:effectLst/>
                <a:latin typeface="+mn-lt"/>
                <a:ea typeface="+mn-ea"/>
                <a:cs typeface="+mn-cs"/>
              </a:rPr>
              <a:t>الشروط المحددة لمقاييس تأثير المخاطر على أهداف المشروع الرئيسية (أمثلة على التأثيرات السلبية فقط) وفقًا لأهداف المشروع من حيث التكلفة والوقت والنطاق والجودة.</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10</a:t>
            </a:fld>
            <a:endParaRPr lang="en-US"/>
          </a:p>
        </p:txBody>
      </p:sp>
    </p:spTree>
    <p:extLst>
      <p:ext uri="{BB962C8B-B14F-4D97-AF65-F5344CB8AC3E}">
        <p14:creationId xmlns:p14="http://schemas.microsoft.com/office/powerpoint/2010/main" val="65848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1" i="0" kern="1200" dirty="0">
                <a:solidFill>
                  <a:schemeClr val="tx1"/>
                </a:solidFill>
                <a:effectLst/>
                <a:latin typeface="+mn-lt"/>
                <a:ea typeface="+mn-ea"/>
                <a:cs typeface="+mn-cs"/>
              </a:rPr>
              <a:t>توفر مصفوفة شدة المخاطر أساسًا لتحديد أولويات المخاطر التي يجب التعامل معها.</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11</a:t>
            </a:fld>
            <a:endParaRPr lang="en-US"/>
          </a:p>
        </p:txBody>
      </p:sp>
    </p:spTree>
    <p:extLst>
      <p:ext uri="{BB962C8B-B14F-4D97-AF65-F5344CB8AC3E}">
        <p14:creationId xmlns:p14="http://schemas.microsoft.com/office/powerpoint/2010/main" val="23710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عند تحديد حدث مخاطرة وتقييمه، يجب اتخاذ قرار بشأن الاستجابة المناسبة للحدث المحدد. يمكن تصنيف الاستجابات للمخاطر على النحو التالي: التخفيف، التجنب، النقل، القبول.</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14</a:t>
            </a:fld>
            <a:endParaRPr lang="en-US"/>
          </a:p>
        </p:txBody>
      </p:sp>
    </p:spTree>
    <p:extLst>
      <p:ext uri="{BB962C8B-B14F-4D97-AF65-F5344CB8AC3E}">
        <p14:creationId xmlns:p14="http://schemas.microsoft.com/office/powerpoint/2010/main" val="646132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عادةً ما يكون تقليل المخاطر هو البديل الأول الذي يتم النظر فيه. هناك استراتيجيتان أساسيتان للتخفيف من المخاطر:تقليل احتمالية حدوث الحدث. غالبًا ما يتم استخدام الاختبار والنماذج الأولية لمنع ظهور المشكلات لاحقًا في المشروع.تقليل التأثير الذي قد يحدثه الحدث السلبي على المشروع.تركز معظم فرق المخاطر أولاً على تقليل احتمالية وقوع أحداث المخاطر، لأنه إذا نجحت، فقد يلغي ذلك الحاجة للنظر في الاستراتيجية الثانية المحتملة التكلفة.غالبًا ما يتم استخدام الاختبار والنماذج الأولية لمنع ظهور المشكلات لاحقًا في المشروع.</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15</a:t>
            </a:fld>
            <a:endParaRPr lang="en-US"/>
          </a:p>
        </p:txBody>
      </p:sp>
    </p:spTree>
    <p:extLst>
      <p:ext uri="{BB962C8B-B14F-4D97-AF65-F5344CB8AC3E}">
        <p14:creationId xmlns:p14="http://schemas.microsoft.com/office/powerpoint/2010/main" val="2717961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تجنب المخاطر هو تغيير خطة المشروع للقضاء على الخطر أو الحالة. على الرغم من أنه من المستحيل القضاء على جميع أحداث المخاطر، إلا أنه يمكن تجنب بعض المخاطر المحددة قبل إطلاق المشروع. على سبيل المثال، اعتماد تقنية مثبتة بدلاً من تقنية تجريبية يمكن أن يقضي على الفشل الفني. اختيار مورد أسترالي بدلاً من مورد إندونيسي سيقضي عمليًا على احتمال أن تؤدي الاضطرابات السياسية إلى تعطيل إمدادات المواد الحيوية. وبالمثل، يمكن القضاء على خطر اختيار البرنامج الخاطئ من خلال تطوير تطبيقات الويب باستخدام كل من </a:t>
            </a:r>
            <a:r>
              <a:rPr lang="en-US" sz="1200" b="0" i="0" kern="1200" dirty="0">
                <a:solidFill>
                  <a:schemeClr val="tx1"/>
                </a:solidFill>
                <a:effectLst/>
                <a:latin typeface="+mn-lt"/>
                <a:ea typeface="+mn-ea"/>
                <a:cs typeface="+mn-cs"/>
              </a:rPr>
              <a:t>ASAP.NET </a:t>
            </a:r>
            <a:r>
              <a:rPr lang="ar-EG" sz="1200" b="0" i="0" kern="1200" dirty="0">
                <a:solidFill>
                  <a:schemeClr val="tx1"/>
                </a:solidFill>
                <a:effectLst/>
                <a:latin typeface="+mn-lt"/>
                <a:ea typeface="+mn-ea"/>
                <a:cs typeface="+mn-cs"/>
              </a:rPr>
              <a:t>و </a:t>
            </a:r>
            <a:r>
              <a:rPr lang="en-US" sz="1200" b="0" i="0" kern="1200" dirty="0">
                <a:solidFill>
                  <a:schemeClr val="tx1"/>
                </a:solidFill>
                <a:effectLst/>
                <a:latin typeface="+mn-lt"/>
                <a:ea typeface="+mn-ea"/>
                <a:cs typeface="+mn-cs"/>
              </a:rPr>
              <a:t>PHP. </a:t>
            </a:r>
            <a:r>
              <a:rPr lang="ar-EG" sz="1200" b="0" i="0" kern="1200" dirty="0">
                <a:solidFill>
                  <a:schemeClr val="tx1"/>
                </a:solidFill>
                <a:effectLst/>
                <a:latin typeface="+mn-lt"/>
                <a:ea typeface="+mn-ea"/>
                <a:cs typeface="+mn-cs"/>
              </a:rPr>
              <a:t>اختيار نقل حفل موسيقي إلى الداخل سيقضي على تهديد الطقس غير المستقر.</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16</a:t>
            </a:fld>
            <a:endParaRPr lang="en-US"/>
          </a:p>
        </p:txBody>
      </p:sp>
    </p:spTree>
    <p:extLst>
      <p:ext uri="{BB962C8B-B14F-4D97-AF65-F5344CB8AC3E}">
        <p14:creationId xmlns:p14="http://schemas.microsoft.com/office/powerpoint/2010/main" val="1626910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تمرير المخاطر إلى طرف آخر أمر شائع؛ هذا النقل لا يغير المخاطر؛ والتي ستؤدي تقريبًا دائمًا إلى دفع قسط مقابل هذا الإعفاء.تُعد عقود السعر الثابت المثال الكلاسيكي لنقل المخاطر من المالك إلى المقاول. فالمقاول يفهم أن شركته ستتحمل أي حدث مخاطري يتحقق؛ ولذلك، يتم إضافة عامل مخاطرة مالي إلى سعر عرض العقد.في المشاريع الكبيرة والدولية مثل مصانع البتروكيماويات ومصافي النفط، تصر الدول المستضيفة على عقود تفرض أحكام البناء-الملكية-التشغيل-النقل (</a:t>
            </a:r>
            <a:r>
              <a:rPr lang="en-US" sz="1200" b="0" i="0" kern="1200" dirty="0">
                <a:solidFill>
                  <a:schemeClr val="tx1"/>
                </a:solidFill>
                <a:effectLst/>
                <a:latin typeface="+mn-lt"/>
                <a:ea typeface="+mn-ea"/>
                <a:cs typeface="+mn-cs"/>
              </a:rPr>
              <a:t>BOOT). </a:t>
            </a:r>
            <a:r>
              <a:rPr lang="ar-EG" sz="1200" b="0" i="0" kern="1200" dirty="0">
                <a:solidFill>
                  <a:schemeClr val="tx1"/>
                </a:solidFill>
                <a:effectLst/>
                <a:latin typeface="+mn-lt"/>
                <a:ea typeface="+mn-ea"/>
                <a:cs typeface="+mn-cs"/>
              </a:rPr>
              <a:t>هنا، من المتوقع أن تقوم منظمة المشروع الرئيسية ليس فقط ببناء المنشأة، بل أيضًا بالسيطرة على الملكية حتى يتم إثبات القدرة التشغيلية وإتمام جميع عمليات التصحيح قبل النقل النهائي للملكية إلى العميل. في مثل هذه الحالات، تكون الدولة المستضيفة قد نقلت المخاطر المالية للملكية حتى يتم الانتهاء من المشروع وإثبات القدرات.</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17</a:t>
            </a:fld>
            <a:endParaRPr lang="en-US"/>
          </a:p>
        </p:txBody>
      </p:sp>
    </p:spTree>
    <p:extLst>
      <p:ext uri="{BB962C8B-B14F-4D97-AF65-F5344CB8AC3E}">
        <p14:creationId xmlns:p14="http://schemas.microsoft.com/office/powerpoint/2010/main" val="3227390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في بعض الحالات، يتم اتخاذ قرار واعٍ بقبول مخاطر حدوث حدث معين. بعض المخاطر كبيرة جدًا بحيث لا يمكن التفكير في نقلها أو تقليل الحدث (مثل الزلزال أو الفيضانات). يتحمل صاحب المشروع المخاطر لأن احتمال حدوث هذا الحدث ضئيل. في حالات أخرى، يمكن ببساطة امتصاص المخاطر المحددة في مخصص الميزانية إذا تحققت. ويتم الاحتفاظ بالمخاطر عن طريق وضع خطة طوارئ للتنفيذ في حال تحقق الخطر. في بعض الحالات القليلة، يمكن تجاهل حدث الخطر وقبول تجاوز التكلفة إذا حدث الحدث.</a:t>
            </a:r>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18</a:t>
            </a:fld>
            <a:endParaRPr lang="en-US"/>
          </a:p>
        </p:txBody>
      </p:sp>
    </p:spTree>
    <p:extLst>
      <p:ext uri="{BB962C8B-B14F-4D97-AF65-F5344CB8AC3E}">
        <p14:creationId xmlns:p14="http://schemas.microsoft.com/office/powerpoint/2010/main" val="3454838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206">
              <a:spcBef>
                <a:spcPts val="1125"/>
              </a:spcBef>
              <a:tabLst>
                <a:tab pos="1112886" algn="l"/>
                <a:tab pos="1851159" algn="l"/>
              </a:tabLst>
            </a:pPr>
            <a:endParaRPr lang="en-US" sz="1200" spc="45" dirty="0">
              <a:solidFill>
                <a:srgbClr val="BD0100"/>
              </a:solidFill>
              <a:latin typeface="Arial MT"/>
              <a:cs typeface="Arial MT"/>
            </a:endParaRPr>
          </a:p>
          <a:p>
            <a:pPr marL="24206">
              <a:spcBef>
                <a:spcPts val="1125"/>
              </a:spcBef>
              <a:tabLst>
                <a:tab pos="1112886" algn="l"/>
                <a:tab pos="1851159" algn="l"/>
              </a:tabLst>
            </a:pPr>
            <a:endParaRPr lang="en-US" sz="1200" spc="45" dirty="0">
              <a:solidFill>
                <a:srgbClr val="BD0100"/>
              </a:solidFill>
              <a:latin typeface="Arial MT"/>
              <a:cs typeface="Arial MT"/>
            </a:endParaRPr>
          </a:p>
          <a:p>
            <a:pPr marL="24206">
              <a:spcBef>
                <a:spcPts val="1125"/>
              </a:spcBef>
              <a:tabLst>
                <a:tab pos="1112886" algn="l"/>
                <a:tab pos="1851159" algn="l"/>
              </a:tabLst>
            </a:pPr>
            <a:endParaRPr lang="en-US" sz="1200" spc="45" dirty="0">
              <a:solidFill>
                <a:srgbClr val="BD0100"/>
              </a:solidFill>
              <a:latin typeface="Arial MT"/>
              <a:cs typeface="Arial MT"/>
            </a:endParaRPr>
          </a:p>
          <a:p>
            <a:pPr marL="24206">
              <a:spcBef>
                <a:spcPts val="1125"/>
              </a:spcBef>
              <a:tabLst>
                <a:tab pos="1112886" algn="l"/>
                <a:tab pos="1851159" algn="l"/>
              </a:tabLst>
            </a:pPr>
            <a:r>
              <a:rPr lang="en-US" sz="1200" spc="45" dirty="0" err="1">
                <a:solidFill>
                  <a:srgbClr val="BD0100"/>
                </a:solidFill>
                <a:latin typeface="Arial MT"/>
                <a:cs typeface="Arial MT"/>
              </a:rPr>
              <a:t>Defintion</a:t>
            </a:r>
            <a:r>
              <a:rPr lang="en-US" sz="1200" spc="45" dirty="0">
                <a:solidFill>
                  <a:srgbClr val="BD0100"/>
                </a:solidFill>
                <a:latin typeface="Arial MT"/>
                <a:cs typeface="Arial MT"/>
              </a:rPr>
              <a:t>:</a:t>
            </a:r>
            <a:endParaRPr lang="en-US" sz="1200" dirty="0">
              <a:latin typeface="Arial MT"/>
              <a:cs typeface="Arial MT"/>
            </a:endParaRPr>
          </a:p>
          <a:p>
            <a:pPr marL="300266" marR="362509" indent="-277213">
              <a:lnSpc>
                <a:spcPts val="2505"/>
              </a:lnSpc>
              <a:spcBef>
                <a:spcPts val="1234"/>
              </a:spcBef>
              <a:buChar char="•"/>
              <a:tabLst>
                <a:tab pos="300266" algn="l"/>
                <a:tab pos="301995" algn="l"/>
              </a:tabLst>
            </a:pPr>
            <a:r>
              <a:rPr lang="en-US" sz="1200" dirty="0">
                <a:latin typeface="Arial MT"/>
                <a:cs typeface="Arial MT"/>
              </a:rPr>
              <a:t>	</a:t>
            </a:r>
            <a:r>
              <a:rPr lang="en-US" sz="1200" spc="-103" dirty="0">
                <a:latin typeface="Arial MT"/>
                <a:cs typeface="Arial MT"/>
              </a:rPr>
              <a:t>An</a:t>
            </a:r>
            <a:r>
              <a:rPr lang="en-US" sz="1200" spc="-50" dirty="0">
                <a:latin typeface="Arial MT"/>
                <a:cs typeface="Arial MT"/>
              </a:rPr>
              <a:t> </a:t>
            </a:r>
            <a:r>
              <a:rPr lang="en-US" sz="1200" dirty="0">
                <a:solidFill>
                  <a:srgbClr val="0000C6"/>
                </a:solidFill>
                <a:latin typeface="Arial MT"/>
                <a:cs typeface="Arial MT"/>
              </a:rPr>
              <a:t>alternative </a:t>
            </a:r>
            <a:r>
              <a:rPr lang="en-US" sz="1200" dirty="0">
                <a:solidFill>
                  <a:srgbClr val="0301CF"/>
                </a:solidFill>
                <a:latin typeface="Arial MT"/>
                <a:cs typeface="Arial MT"/>
              </a:rPr>
              <a:t>plan</a:t>
            </a:r>
            <a:r>
              <a:rPr lang="en-US" sz="1200" spc="-54" dirty="0">
                <a:solidFill>
                  <a:srgbClr val="0301CF"/>
                </a:solidFill>
                <a:latin typeface="Arial MT"/>
                <a:cs typeface="Arial MT"/>
              </a:rPr>
              <a:t> </a:t>
            </a:r>
            <a:r>
              <a:rPr lang="en-US" sz="1200" spc="-50" dirty="0">
                <a:latin typeface="Arial MT"/>
                <a:cs typeface="Arial MT"/>
              </a:rPr>
              <a:t>that</a:t>
            </a:r>
            <a:r>
              <a:rPr lang="en-US" sz="1200" spc="-73" dirty="0">
                <a:latin typeface="Arial MT"/>
                <a:cs typeface="Arial MT"/>
              </a:rPr>
              <a:t> </a:t>
            </a:r>
            <a:r>
              <a:rPr lang="en-US" sz="1200" spc="-45" dirty="0">
                <a:latin typeface="Arial MT"/>
                <a:cs typeface="Arial MT"/>
              </a:rPr>
              <a:t>will</a:t>
            </a:r>
            <a:r>
              <a:rPr lang="en-US" sz="1200" spc="-100" dirty="0">
                <a:latin typeface="Arial MT"/>
                <a:cs typeface="Arial MT"/>
              </a:rPr>
              <a:t> </a:t>
            </a:r>
            <a:r>
              <a:rPr lang="en-US" sz="1200" spc="-27" dirty="0">
                <a:latin typeface="Arial MT"/>
                <a:cs typeface="Arial MT"/>
              </a:rPr>
              <a:t>be</a:t>
            </a:r>
            <a:r>
              <a:rPr lang="en-US" sz="1200" spc="-68" dirty="0">
                <a:latin typeface="Arial MT"/>
                <a:cs typeface="Arial MT"/>
              </a:rPr>
              <a:t> </a:t>
            </a:r>
            <a:r>
              <a:rPr lang="en-US" sz="1200" u="heavy" dirty="0">
                <a:solidFill>
                  <a:srgbClr val="00B14B"/>
                </a:solidFill>
                <a:uFill>
                  <a:solidFill>
                    <a:srgbClr val="08A84F"/>
                  </a:solidFill>
                </a:uFill>
                <a:latin typeface="Arial MT"/>
                <a:cs typeface="Arial MT"/>
              </a:rPr>
              <a:t>used</a:t>
            </a:r>
            <a:r>
              <a:rPr lang="en-US" sz="1200" spc="-95" dirty="0">
                <a:solidFill>
                  <a:srgbClr val="00B14B"/>
                </a:solidFill>
                <a:latin typeface="Arial MT"/>
                <a:cs typeface="Arial MT"/>
              </a:rPr>
              <a:t> </a:t>
            </a:r>
            <a:r>
              <a:rPr lang="en-US" sz="1200" dirty="0">
                <a:latin typeface="Arial MT"/>
                <a:cs typeface="Arial MT"/>
              </a:rPr>
              <a:t>if</a:t>
            </a:r>
            <a:r>
              <a:rPr lang="en-US" sz="1200" spc="-127" dirty="0">
                <a:latin typeface="Arial MT"/>
                <a:cs typeface="Arial MT"/>
              </a:rPr>
              <a:t> </a:t>
            </a:r>
            <a:r>
              <a:rPr lang="en-US" sz="1200" dirty="0">
                <a:latin typeface="Arial MT"/>
                <a:cs typeface="Arial MT"/>
              </a:rPr>
              <a:t>a</a:t>
            </a:r>
            <a:r>
              <a:rPr lang="en-US" sz="1200" spc="-141" dirty="0">
                <a:latin typeface="Arial MT"/>
                <a:cs typeface="Arial MT"/>
              </a:rPr>
              <a:t> </a:t>
            </a:r>
            <a:r>
              <a:rPr lang="en-US" sz="1200" spc="-68" dirty="0">
                <a:latin typeface="Arial MT"/>
                <a:cs typeface="Arial MT"/>
              </a:rPr>
              <a:t>possible</a:t>
            </a:r>
            <a:r>
              <a:rPr lang="en-US" sz="1200" spc="27" dirty="0">
                <a:latin typeface="Arial MT"/>
                <a:cs typeface="Arial MT"/>
              </a:rPr>
              <a:t> </a:t>
            </a:r>
            <a:r>
              <a:rPr lang="en-US" sz="1200" spc="-73" dirty="0">
                <a:latin typeface="Arial MT"/>
                <a:cs typeface="Arial MT"/>
              </a:rPr>
              <a:t>foreseen</a:t>
            </a:r>
            <a:r>
              <a:rPr lang="en-US" sz="1200" spc="23" dirty="0">
                <a:latin typeface="Arial MT"/>
                <a:cs typeface="Arial MT"/>
              </a:rPr>
              <a:t> </a:t>
            </a:r>
            <a:r>
              <a:rPr lang="en-US" sz="1200" spc="-18" dirty="0">
                <a:solidFill>
                  <a:srgbClr val="0007A1"/>
                </a:solidFill>
                <a:latin typeface="Arial MT"/>
                <a:cs typeface="Arial MT"/>
              </a:rPr>
              <a:t>risk </a:t>
            </a:r>
            <a:r>
              <a:rPr lang="en-US" sz="1200" spc="-64" dirty="0">
                <a:latin typeface="Arial MT"/>
                <a:cs typeface="Arial MT"/>
              </a:rPr>
              <a:t>event </a:t>
            </a:r>
            <a:r>
              <a:rPr lang="en-US" sz="1200" u="heavy" spc="-9" dirty="0">
                <a:uFill>
                  <a:solidFill>
                    <a:srgbClr val="08A854"/>
                  </a:solidFill>
                </a:uFill>
                <a:latin typeface="Arial MT"/>
                <a:cs typeface="Arial MT"/>
              </a:rPr>
              <a:t>occurs</a:t>
            </a:r>
            <a:r>
              <a:rPr lang="en-US" sz="1200" spc="-9" dirty="0">
                <a:latin typeface="Arial MT"/>
                <a:cs typeface="Arial MT"/>
              </a:rPr>
              <a:t>.</a:t>
            </a:r>
            <a:endParaRPr lang="en-US" sz="1200" dirty="0">
              <a:latin typeface="Arial MT"/>
              <a:cs typeface="Arial MT"/>
            </a:endParaRPr>
          </a:p>
          <a:p>
            <a:pPr marL="300266" marR="296232" indent="-277789">
              <a:lnSpc>
                <a:spcPts val="2505"/>
              </a:lnSpc>
              <a:spcBef>
                <a:spcPts val="1121"/>
              </a:spcBef>
              <a:buChar char="•"/>
              <a:tabLst>
                <a:tab pos="300266" algn="l"/>
                <a:tab pos="301995" algn="l"/>
              </a:tabLst>
            </a:pPr>
            <a:r>
              <a:rPr lang="en-US" sz="1200" dirty="0">
                <a:latin typeface="Arial MT"/>
                <a:cs typeface="Arial MT"/>
              </a:rPr>
              <a:t>	</a:t>
            </a:r>
            <a:r>
              <a:rPr lang="en-US" sz="1200" spc="-172" dirty="0">
                <a:latin typeface="Arial MT"/>
                <a:cs typeface="Arial MT"/>
              </a:rPr>
              <a:t>A</a:t>
            </a:r>
            <a:r>
              <a:rPr lang="en-US" sz="1200" spc="-159" dirty="0">
                <a:latin typeface="Arial MT"/>
                <a:cs typeface="Arial MT"/>
              </a:rPr>
              <a:t> </a:t>
            </a:r>
            <a:r>
              <a:rPr lang="en-US" sz="1200" dirty="0">
                <a:solidFill>
                  <a:srgbClr val="0101C4"/>
                </a:solidFill>
                <a:latin typeface="Arial MT"/>
                <a:cs typeface="Arial MT"/>
              </a:rPr>
              <a:t>plan</a:t>
            </a:r>
            <a:r>
              <a:rPr lang="en-US" sz="1200" spc="-145" dirty="0">
                <a:solidFill>
                  <a:srgbClr val="0101C4"/>
                </a:solidFill>
                <a:latin typeface="Arial MT"/>
                <a:cs typeface="Arial MT"/>
              </a:rPr>
              <a:t> </a:t>
            </a:r>
            <a:r>
              <a:rPr lang="en-US" sz="1200" dirty="0">
                <a:solidFill>
                  <a:srgbClr val="0303CA"/>
                </a:solidFill>
                <a:latin typeface="Arial MT"/>
                <a:cs typeface="Arial MT"/>
              </a:rPr>
              <a:t>of</a:t>
            </a:r>
            <a:r>
              <a:rPr lang="en-US" sz="1200" spc="-113" dirty="0">
                <a:solidFill>
                  <a:srgbClr val="0303CA"/>
                </a:solidFill>
                <a:latin typeface="Arial MT"/>
                <a:cs typeface="Arial MT"/>
              </a:rPr>
              <a:t> </a:t>
            </a:r>
            <a:r>
              <a:rPr lang="en-US" sz="1200" dirty="0">
                <a:solidFill>
                  <a:srgbClr val="0000CD"/>
                </a:solidFill>
                <a:latin typeface="Arial MT"/>
                <a:cs typeface="Arial MT"/>
              </a:rPr>
              <a:t>action</a:t>
            </a:r>
            <a:r>
              <a:rPr lang="en-US" sz="1200" spc="-54" dirty="0">
                <a:solidFill>
                  <a:srgbClr val="0000CD"/>
                </a:solidFill>
                <a:latin typeface="Arial MT"/>
                <a:cs typeface="Arial MT"/>
              </a:rPr>
              <a:t> </a:t>
            </a:r>
            <a:r>
              <a:rPr lang="en-US" sz="1200" spc="-77" dirty="0">
                <a:latin typeface="Arial MT"/>
                <a:cs typeface="Arial MT"/>
              </a:rPr>
              <a:t>that</a:t>
            </a:r>
            <a:r>
              <a:rPr lang="en-US" sz="1200" spc="-68" dirty="0">
                <a:latin typeface="Arial MT"/>
                <a:cs typeface="Arial MT"/>
              </a:rPr>
              <a:t> </a:t>
            </a:r>
            <a:r>
              <a:rPr lang="en-US" sz="1200" spc="-59" dirty="0">
                <a:latin typeface="Arial MT"/>
                <a:cs typeface="Arial MT"/>
              </a:rPr>
              <a:t>will</a:t>
            </a:r>
            <a:r>
              <a:rPr lang="en-US" sz="1200" spc="-100" dirty="0">
                <a:latin typeface="Arial MT"/>
                <a:cs typeface="Arial MT"/>
              </a:rPr>
              <a:t> </a:t>
            </a:r>
            <a:r>
              <a:rPr lang="en-US" sz="1200" u="heavy" spc="-9" dirty="0">
                <a:solidFill>
                  <a:srgbClr val="08AC4D"/>
                </a:solidFill>
                <a:uFill>
                  <a:solidFill>
                    <a:srgbClr val="034B90"/>
                  </a:solidFill>
                </a:uFill>
                <a:latin typeface="Arial MT"/>
                <a:cs typeface="Arial MT"/>
              </a:rPr>
              <a:t>reduce</a:t>
            </a:r>
            <a:r>
              <a:rPr lang="en-US" sz="1200" spc="-27" dirty="0">
                <a:solidFill>
                  <a:srgbClr val="08AC4D"/>
                </a:solidFill>
                <a:latin typeface="Arial MT"/>
                <a:cs typeface="Arial MT"/>
              </a:rPr>
              <a:t> </a:t>
            </a:r>
            <a:r>
              <a:rPr lang="en-US" sz="1200" spc="-50" dirty="0">
                <a:latin typeface="Arial MT"/>
                <a:cs typeface="Arial MT"/>
              </a:rPr>
              <a:t>or</a:t>
            </a:r>
            <a:r>
              <a:rPr lang="en-US" sz="1200" spc="-109" dirty="0">
                <a:latin typeface="Arial MT"/>
                <a:cs typeface="Arial MT"/>
              </a:rPr>
              <a:t> </a:t>
            </a:r>
            <a:r>
              <a:rPr lang="en-US" sz="1200" spc="-86" dirty="0">
                <a:latin typeface="Arial MT"/>
                <a:cs typeface="Arial MT"/>
              </a:rPr>
              <a:t>mitigate</a:t>
            </a:r>
            <a:r>
              <a:rPr lang="en-US" sz="1200" spc="23" dirty="0">
                <a:latin typeface="Arial MT"/>
                <a:cs typeface="Arial MT"/>
              </a:rPr>
              <a:t> </a:t>
            </a:r>
            <a:r>
              <a:rPr lang="en-US" sz="1200" u="heavy" spc="-18" dirty="0" err="1">
                <a:solidFill>
                  <a:srgbClr val="0001CD"/>
                </a:solidFill>
                <a:uFill>
                  <a:solidFill>
                    <a:srgbClr val="034B90"/>
                  </a:solidFill>
                </a:uFill>
                <a:latin typeface="Arial MT"/>
                <a:cs typeface="Arial MT"/>
              </a:rPr>
              <a:t>neqative</a:t>
            </a:r>
            <a:r>
              <a:rPr lang="en-US" sz="1200" spc="32" dirty="0">
                <a:solidFill>
                  <a:srgbClr val="0001CD"/>
                </a:solidFill>
                <a:latin typeface="Arial MT"/>
                <a:cs typeface="Arial MT"/>
              </a:rPr>
              <a:t> </a:t>
            </a:r>
            <a:r>
              <a:rPr lang="en-US" sz="1200" dirty="0">
                <a:solidFill>
                  <a:srgbClr val="0003C1"/>
                </a:solidFill>
                <a:latin typeface="Arial MT"/>
                <a:cs typeface="Arial MT"/>
              </a:rPr>
              <a:t>impact</a:t>
            </a:r>
            <a:r>
              <a:rPr lang="en-US" sz="1200" spc="-36" dirty="0">
                <a:solidFill>
                  <a:srgbClr val="0003C1"/>
                </a:solidFill>
                <a:latin typeface="Arial MT"/>
                <a:cs typeface="Arial MT"/>
              </a:rPr>
              <a:t> </a:t>
            </a:r>
            <a:r>
              <a:rPr lang="en-US" sz="1200" spc="-23" dirty="0">
                <a:latin typeface="Arial MT"/>
                <a:cs typeface="Arial MT"/>
              </a:rPr>
              <a:t>of </a:t>
            </a:r>
            <a:r>
              <a:rPr lang="en-US" sz="1200" dirty="0">
                <a:solidFill>
                  <a:srgbClr val="0000D3"/>
                </a:solidFill>
                <a:latin typeface="Arial MT"/>
                <a:cs typeface="Arial MT"/>
              </a:rPr>
              <a:t>risk</a:t>
            </a:r>
            <a:r>
              <a:rPr lang="en-US" sz="1200" spc="95" dirty="0">
                <a:solidFill>
                  <a:srgbClr val="0000D3"/>
                </a:solidFill>
                <a:latin typeface="Arial MT"/>
                <a:cs typeface="Arial MT"/>
              </a:rPr>
              <a:t> </a:t>
            </a:r>
            <a:r>
              <a:rPr lang="en-US" sz="1200" spc="-9" dirty="0">
                <a:latin typeface="Arial MT"/>
                <a:cs typeface="Arial MT"/>
              </a:rPr>
              <a:t>event.</a:t>
            </a:r>
            <a:endParaRPr lang="en-US" sz="1200" dirty="0">
              <a:latin typeface="Arial MT"/>
              <a:cs typeface="Arial MT"/>
            </a:endParaRPr>
          </a:p>
          <a:p>
            <a:pPr marL="297961" indent="-286434">
              <a:lnSpc>
                <a:spcPts val="2637"/>
              </a:lnSpc>
              <a:spcBef>
                <a:spcPts val="903"/>
              </a:spcBef>
              <a:buChar char="•"/>
              <a:tabLst>
                <a:tab pos="297961" algn="l"/>
              </a:tabLst>
            </a:pPr>
            <a:r>
              <a:rPr lang="en-US" sz="1200" u="heavy" spc="9" dirty="0">
                <a:solidFill>
                  <a:srgbClr val="00B34D"/>
                </a:solidFill>
                <a:uFill>
                  <a:solidFill>
                    <a:srgbClr val="08A854"/>
                  </a:solidFill>
                </a:uFill>
                <a:latin typeface="Calibri"/>
                <a:cs typeface="Calibri"/>
              </a:rPr>
              <a:t>Not</a:t>
            </a:r>
            <a:r>
              <a:rPr lang="en-US" sz="1200" u="heavy" spc="195" dirty="0">
                <a:solidFill>
                  <a:srgbClr val="00B34D"/>
                </a:solidFill>
                <a:uFill>
                  <a:solidFill>
                    <a:srgbClr val="08A854"/>
                  </a:solidFill>
                </a:uFill>
                <a:latin typeface="Calibri"/>
                <a:cs typeface="Calibri"/>
              </a:rPr>
              <a:t> </a:t>
            </a:r>
            <a:r>
              <a:rPr lang="en-US" sz="1200" u="heavy" spc="9" dirty="0" err="1">
                <a:solidFill>
                  <a:srgbClr val="00AF54"/>
                </a:solidFill>
                <a:uFill>
                  <a:solidFill>
                    <a:srgbClr val="08A854"/>
                  </a:solidFill>
                </a:uFill>
                <a:latin typeface="Calibri"/>
                <a:cs typeface="Calibri"/>
              </a:rPr>
              <a:t>aart</a:t>
            </a:r>
            <a:r>
              <a:rPr lang="en-US" sz="1200" spc="113" dirty="0">
                <a:solidFill>
                  <a:srgbClr val="00AF54"/>
                </a:solidFill>
                <a:latin typeface="Calibri"/>
                <a:cs typeface="Calibri"/>
              </a:rPr>
              <a:t> </a:t>
            </a:r>
            <a:r>
              <a:rPr lang="en-US" sz="1200" spc="9" dirty="0">
                <a:latin typeface="Calibri"/>
                <a:cs typeface="Calibri"/>
              </a:rPr>
              <a:t>of</a:t>
            </a:r>
            <a:r>
              <a:rPr lang="en-US" sz="1200" spc="103" dirty="0">
                <a:latin typeface="Calibri"/>
                <a:cs typeface="Calibri"/>
              </a:rPr>
              <a:t> </a:t>
            </a:r>
            <a:r>
              <a:rPr lang="en-US" sz="1200" spc="9" dirty="0">
                <a:solidFill>
                  <a:srgbClr val="0001D1"/>
                </a:solidFill>
                <a:latin typeface="Calibri"/>
                <a:cs typeface="Calibri"/>
              </a:rPr>
              <a:t>initial</a:t>
            </a:r>
            <a:r>
              <a:rPr lang="en-US" sz="1200" spc="159" dirty="0">
                <a:solidFill>
                  <a:srgbClr val="0001D1"/>
                </a:solidFill>
                <a:latin typeface="Calibri"/>
                <a:cs typeface="Calibri"/>
              </a:rPr>
              <a:t> </a:t>
            </a:r>
            <a:r>
              <a:rPr lang="en-US" sz="1200" spc="9" dirty="0">
                <a:solidFill>
                  <a:srgbClr val="0005B8"/>
                </a:solidFill>
                <a:latin typeface="Calibri"/>
                <a:cs typeface="Calibri"/>
              </a:rPr>
              <a:t>implementation</a:t>
            </a:r>
            <a:r>
              <a:rPr lang="en-US" sz="1200" spc="18" dirty="0">
                <a:solidFill>
                  <a:srgbClr val="0005B8"/>
                </a:solidFill>
                <a:latin typeface="Calibri"/>
                <a:cs typeface="Calibri"/>
              </a:rPr>
              <a:t> </a:t>
            </a:r>
            <a:r>
              <a:rPr lang="en-US" sz="1200" spc="73" dirty="0">
                <a:solidFill>
                  <a:srgbClr val="0000DA"/>
                </a:solidFill>
                <a:latin typeface="Calibri"/>
                <a:cs typeface="Calibri"/>
              </a:rPr>
              <a:t>plan</a:t>
            </a:r>
            <a:r>
              <a:rPr lang="en-US" sz="1200" spc="109" dirty="0">
                <a:solidFill>
                  <a:srgbClr val="0000DA"/>
                </a:solidFill>
                <a:latin typeface="Calibri"/>
                <a:cs typeface="Calibri"/>
              </a:rPr>
              <a:t> </a:t>
            </a:r>
            <a:r>
              <a:rPr lang="en-US" sz="1200" spc="9" dirty="0">
                <a:latin typeface="Calibri"/>
                <a:cs typeface="Calibri"/>
              </a:rPr>
              <a:t>and</a:t>
            </a:r>
            <a:r>
              <a:rPr lang="en-US" sz="1200" spc="86" dirty="0">
                <a:latin typeface="Calibri"/>
                <a:cs typeface="Calibri"/>
              </a:rPr>
              <a:t> </a:t>
            </a:r>
            <a:r>
              <a:rPr lang="en-US" sz="1200" spc="9" dirty="0">
                <a:latin typeface="Calibri"/>
                <a:cs typeface="Calibri"/>
              </a:rPr>
              <a:t>only</a:t>
            </a:r>
            <a:r>
              <a:rPr lang="en-US" sz="1200" spc="159" dirty="0">
                <a:latin typeface="Calibri"/>
                <a:cs typeface="Calibri"/>
              </a:rPr>
              <a:t> </a:t>
            </a:r>
            <a:r>
              <a:rPr lang="en-US" sz="1200" u="heavy" spc="95" dirty="0" err="1">
                <a:solidFill>
                  <a:srgbClr val="0EAA54"/>
                </a:solidFill>
                <a:uFill>
                  <a:solidFill>
                    <a:srgbClr val="08A854"/>
                  </a:solidFill>
                </a:uFill>
                <a:latin typeface="Calibri"/>
                <a:cs typeface="Calibri"/>
              </a:rPr>
              <a:t>qoes</a:t>
            </a:r>
            <a:r>
              <a:rPr lang="en-US" sz="1200" u="heavy" spc="195" dirty="0">
                <a:solidFill>
                  <a:srgbClr val="0EAA54"/>
                </a:solidFill>
                <a:uFill>
                  <a:solidFill>
                    <a:srgbClr val="08A854"/>
                  </a:solidFill>
                </a:uFill>
                <a:latin typeface="Calibri"/>
                <a:cs typeface="Calibri"/>
              </a:rPr>
              <a:t> </a:t>
            </a:r>
            <a:r>
              <a:rPr lang="en-US" sz="1200" u="heavy" spc="9" dirty="0">
                <a:solidFill>
                  <a:srgbClr val="0AAC46"/>
                </a:solidFill>
                <a:uFill>
                  <a:solidFill>
                    <a:srgbClr val="08A854"/>
                  </a:solidFill>
                </a:uFill>
                <a:latin typeface="Calibri"/>
                <a:cs typeface="Calibri"/>
              </a:rPr>
              <a:t>into</a:t>
            </a:r>
            <a:r>
              <a:rPr lang="en-US" sz="1200" u="heavy" spc="91" dirty="0">
                <a:solidFill>
                  <a:srgbClr val="0AAC46"/>
                </a:solidFill>
                <a:uFill>
                  <a:solidFill>
                    <a:srgbClr val="08A854"/>
                  </a:solidFill>
                </a:uFill>
                <a:latin typeface="Calibri"/>
                <a:cs typeface="Calibri"/>
              </a:rPr>
              <a:t> </a:t>
            </a:r>
            <a:r>
              <a:rPr lang="en-US" sz="1200" u="heavy" spc="-9" dirty="0">
                <a:solidFill>
                  <a:srgbClr val="00AC42"/>
                </a:solidFill>
                <a:uFill>
                  <a:solidFill>
                    <a:srgbClr val="08A854"/>
                  </a:solidFill>
                </a:uFill>
                <a:latin typeface="Calibri"/>
                <a:cs typeface="Calibri"/>
              </a:rPr>
              <a:t>effect</a:t>
            </a:r>
            <a:endParaRPr lang="en-US" sz="1200" dirty="0">
              <a:latin typeface="Calibri"/>
              <a:cs typeface="Calibri"/>
            </a:endParaRPr>
          </a:p>
          <a:p>
            <a:pPr marL="297961">
              <a:lnSpc>
                <a:spcPts val="2582"/>
              </a:lnSpc>
            </a:pPr>
            <a:r>
              <a:rPr lang="en-US" sz="1200" spc="-18" dirty="0">
                <a:latin typeface="Calibri"/>
                <a:cs typeface="Calibri"/>
              </a:rPr>
              <a:t>after</a:t>
            </a:r>
            <a:r>
              <a:rPr lang="en-US" sz="1200" spc="36" dirty="0">
                <a:latin typeface="Calibri"/>
                <a:cs typeface="Calibri"/>
              </a:rPr>
              <a:t> </a:t>
            </a:r>
            <a:r>
              <a:rPr lang="en-US" sz="1200" spc="136" dirty="0">
                <a:solidFill>
                  <a:srgbClr val="0000CC"/>
                </a:solidFill>
                <a:latin typeface="Calibri"/>
                <a:cs typeface="Calibri"/>
              </a:rPr>
              <a:t>risk</a:t>
            </a:r>
            <a:r>
              <a:rPr lang="en-US" sz="1200" spc="-23" dirty="0">
                <a:solidFill>
                  <a:srgbClr val="0000CC"/>
                </a:solidFill>
                <a:latin typeface="Calibri"/>
                <a:cs typeface="Calibri"/>
              </a:rPr>
              <a:t> </a:t>
            </a:r>
            <a:r>
              <a:rPr lang="en-US" sz="1200" dirty="0">
                <a:latin typeface="Calibri"/>
                <a:cs typeface="Calibri"/>
              </a:rPr>
              <a:t>event</a:t>
            </a:r>
            <a:r>
              <a:rPr lang="en-US" sz="1200" spc="27" dirty="0">
                <a:latin typeface="Calibri"/>
                <a:cs typeface="Calibri"/>
              </a:rPr>
              <a:t> </a:t>
            </a:r>
            <a:r>
              <a:rPr lang="en-US" sz="1200" u="heavy" spc="113" dirty="0">
                <a:uFill>
                  <a:solidFill>
                    <a:srgbClr val="08A84F"/>
                  </a:solidFill>
                </a:uFill>
                <a:latin typeface="Calibri"/>
                <a:cs typeface="Calibri"/>
              </a:rPr>
              <a:t>occurs</a:t>
            </a:r>
            <a:r>
              <a:rPr lang="en-US" sz="1200" spc="113" dirty="0">
                <a:latin typeface="Calibri"/>
                <a:cs typeface="Calibri"/>
              </a:rPr>
              <a:t>.</a:t>
            </a:r>
            <a:endParaRPr lang="en-US" sz="1200" dirty="0">
              <a:latin typeface="Calibri"/>
              <a:cs typeface="Calibri"/>
            </a:endParaRPr>
          </a:p>
          <a:p>
            <a:pPr marL="24206">
              <a:spcBef>
                <a:spcPts val="1112"/>
              </a:spcBef>
              <a:tabLst>
                <a:tab pos="1085222" algn="l"/>
                <a:tab pos="5390953" algn="l"/>
                <a:tab pos="6300972" algn="l"/>
              </a:tabLst>
            </a:pPr>
            <a:r>
              <a:rPr lang="en-US" sz="1200" spc="36" dirty="0">
                <a:solidFill>
                  <a:srgbClr val="C30000"/>
                </a:solidFill>
                <a:latin typeface="Arial MT"/>
                <a:cs typeface="Arial MT"/>
              </a:rPr>
              <a:t>Conseq</a:t>
            </a:r>
            <a:r>
              <a:rPr lang="en-US" sz="1200" spc="45" dirty="0">
                <a:solidFill>
                  <a:srgbClr val="CA0000"/>
                </a:solidFill>
                <a:latin typeface="Arial MT"/>
                <a:cs typeface="Arial MT"/>
              </a:rPr>
              <a:t>uences</a:t>
            </a:r>
            <a:r>
              <a:rPr lang="en-US" sz="1200" spc="213" dirty="0">
                <a:solidFill>
                  <a:srgbClr val="CA0000"/>
                </a:solidFill>
                <a:latin typeface="Arial MT"/>
                <a:cs typeface="Arial MT"/>
              </a:rPr>
              <a:t> </a:t>
            </a:r>
            <a:r>
              <a:rPr lang="en-US" sz="1200" dirty="0">
                <a:solidFill>
                  <a:srgbClr val="B50307"/>
                </a:solidFill>
                <a:latin typeface="Arial MT"/>
                <a:cs typeface="Arial MT"/>
              </a:rPr>
              <a:t>of</a:t>
            </a:r>
            <a:r>
              <a:rPr lang="en-US" sz="1200" spc="208" dirty="0">
                <a:solidFill>
                  <a:srgbClr val="B50307"/>
                </a:solidFill>
                <a:latin typeface="Arial MT"/>
                <a:cs typeface="Arial MT"/>
              </a:rPr>
              <a:t> </a:t>
            </a:r>
            <a:r>
              <a:rPr lang="en-US" sz="1200" spc="41" dirty="0">
                <a:solidFill>
                  <a:srgbClr val="C10005"/>
                </a:solidFill>
                <a:latin typeface="Arial MT"/>
                <a:cs typeface="Arial MT"/>
              </a:rPr>
              <a:t>absence</a:t>
            </a:r>
            <a:r>
              <a:rPr lang="en-US" sz="1200" spc="154" dirty="0">
                <a:solidFill>
                  <a:srgbClr val="C10005"/>
                </a:solidFill>
                <a:latin typeface="Arial MT"/>
                <a:cs typeface="Arial MT"/>
              </a:rPr>
              <a:t> </a:t>
            </a:r>
            <a:r>
              <a:rPr lang="en-US" sz="1200" spc="82" dirty="0">
                <a:solidFill>
                  <a:srgbClr val="BD0000"/>
                </a:solidFill>
                <a:latin typeface="Arial MT"/>
                <a:cs typeface="Arial MT"/>
              </a:rPr>
              <a:t>of</a:t>
            </a:r>
            <a:r>
              <a:rPr lang="en-US" sz="1200" spc="109" dirty="0">
                <a:solidFill>
                  <a:srgbClr val="BD0000"/>
                </a:solidFill>
                <a:latin typeface="Arial MT"/>
                <a:cs typeface="Arial MT"/>
              </a:rPr>
              <a:t> </a:t>
            </a:r>
            <a:r>
              <a:rPr lang="en-US" sz="1200" dirty="0">
                <a:solidFill>
                  <a:srgbClr val="C10001"/>
                </a:solidFill>
                <a:latin typeface="Arial MT"/>
                <a:cs typeface="Arial MT"/>
              </a:rPr>
              <a:t>a</a:t>
            </a:r>
            <a:r>
              <a:rPr lang="en-US" sz="1200" spc="27" dirty="0">
                <a:solidFill>
                  <a:srgbClr val="C10001"/>
                </a:solidFill>
                <a:latin typeface="Arial MT"/>
                <a:cs typeface="Arial MT"/>
              </a:rPr>
              <a:t> </a:t>
            </a:r>
            <a:r>
              <a:rPr lang="en-US" sz="1200" spc="95" dirty="0" err="1">
                <a:solidFill>
                  <a:srgbClr val="C60001"/>
                </a:solidFill>
                <a:latin typeface="Arial MT"/>
                <a:cs typeface="Arial MT"/>
              </a:rPr>
              <a:t>contin</a:t>
            </a:r>
            <a:r>
              <a:rPr lang="en-US" sz="1200" dirty="0">
                <a:solidFill>
                  <a:srgbClr val="C60001"/>
                </a:solidFill>
                <a:latin typeface="Arial MT"/>
                <a:cs typeface="Arial MT"/>
              </a:rPr>
              <a:t>	</a:t>
            </a:r>
            <a:r>
              <a:rPr lang="en-US" sz="1200" spc="23" dirty="0">
                <a:solidFill>
                  <a:srgbClr val="CC0101"/>
                </a:solidFill>
                <a:latin typeface="Arial MT"/>
                <a:cs typeface="Arial MT"/>
              </a:rPr>
              <a:t>enc</a:t>
            </a:r>
            <a:r>
              <a:rPr lang="en-US" sz="1200" dirty="0">
                <a:solidFill>
                  <a:srgbClr val="CC0101"/>
                </a:solidFill>
                <a:latin typeface="Arial MT"/>
                <a:cs typeface="Arial MT"/>
              </a:rPr>
              <a:t>	</a:t>
            </a:r>
            <a:r>
              <a:rPr lang="en-US" sz="1200" spc="41" dirty="0">
                <a:solidFill>
                  <a:srgbClr val="C30000"/>
                </a:solidFill>
                <a:latin typeface="Arial MT"/>
                <a:cs typeface="Arial MT"/>
              </a:rPr>
              <a:t>Ian:</a:t>
            </a:r>
            <a:endParaRPr lang="en-US" sz="1200" dirty="0">
              <a:latin typeface="Arial MT"/>
              <a:cs typeface="Arial MT"/>
            </a:endParaRPr>
          </a:p>
          <a:p>
            <a:pPr marL="301995" marR="58209" indent="-277789">
              <a:spcBef>
                <a:spcPts val="1153"/>
              </a:spcBef>
              <a:buChar char="•"/>
              <a:tabLst>
                <a:tab pos="301995" algn="l"/>
                <a:tab pos="303147" algn="l"/>
              </a:tabLst>
            </a:pPr>
            <a:r>
              <a:rPr lang="en-US" sz="1200" dirty="0">
                <a:solidFill>
                  <a:srgbClr val="00B554"/>
                </a:solidFill>
                <a:latin typeface="Arial MT"/>
                <a:cs typeface="Arial MT"/>
              </a:rPr>
              <a:t>	</a:t>
            </a:r>
            <a:r>
              <a:rPr lang="en-US" sz="1200" u="heavy" dirty="0">
                <a:solidFill>
                  <a:srgbClr val="00B354"/>
                </a:solidFill>
                <a:uFill>
                  <a:solidFill>
                    <a:srgbClr val="08A84F"/>
                  </a:solidFill>
                </a:uFill>
                <a:latin typeface="Arial MT"/>
                <a:cs typeface="Arial MT"/>
              </a:rPr>
              <a:t>Cause</a:t>
            </a:r>
            <a:r>
              <a:rPr lang="en-US" sz="1200" spc="127" dirty="0">
                <a:solidFill>
                  <a:srgbClr val="00B354"/>
                </a:solidFill>
                <a:latin typeface="Arial MT"/>
                <a:cs typeface="Arial MT"/>
              </a:rPr>
              <a:t> </a:t>
            </a:r>
            <a:r>
              <a:rPr lang="en-US" sz="1200" dirty="0">
                <a:latin typeface="Arial MT"/>
                <a:cs typeface="Arial MT"/>
              </a:rPr>
              <a:t>a</a:t>
            </a:r>
            <a:r>
              <a:rPr lang="en-US" sz="1200" spc="18" dirty="0">
                <a:latin typeface="Arial MT"/>
                <a:cs typeface="Arial MT"/>
              </a:rPr>
              <a:t> </a:t>
            </a:r>
            <a:r>
              <a:rPr lang="en-US" sz="1200" spc="45" dirty="0">
                <a:solidFill>
                  <a:srgbClr val="0001CD"/>
                </a:solidFill>
                <a:latin typeface="Arial MT"/>
                <a:cs typeface="Arial MT"/>
              </a:rPr>
              <a:t>manager</a:t>
            </a:r>
            <a:r>
              <a:rPr lang="en-US" sz="1200" spc="185" dirty="0">
                <a:solidFill>
                  <a:srgbClr val="0001CD"/>
                </a:solidFill>
                <a:latin typeface="Arial MT"/>
                <a:cs typeface="Arial MT"/>
              </a:rPr>
              <a:t> </a:t>
            </a:r>
            <a:r>
              <a:rPr lang="en-US" sz="1200" dirty="0">
                <a:latin typeface="Arial MT"/>
                <a:cs typeface="Arial MT"/>
              </a:rPr>
              <a:t>to</a:t>
            </a:r>
            <a:r>
              <a:rPr lang="en-US" sz="1200" spc="41" dirty="0">
                <a:latin typeface="Arial MT"/>
                <a:cs typeface="Arial MT"/>
              </a:rPr>
              <a:t> </a:t>
            </a:r>
            <a:r>
              <a:rPr lang="en-US" sz="1600" u="heavy" baseline="1207" dirty="0" err="1">
                <a:solidFill>
                  <a:srgbClr val="00AF4F"/>
                </a:solidFill>
                <a:uFill>
                  <a:solidFill>
                    <a:srgbClr val="08A84F"/>
                  </a:solidFill>
                </a:uFill>
                <a:latin typeface="Arial MT"/>
                <a:cs typeface="Arial MT"/>
              </a:rPr>
              <a:t>dela</a:t>
            </a:r>
            <a:r>
              <a:rPr lang="en-US" sz="1600" u="heavy" baseline="-3623" dirty="0" err="1">
                <a:solidFill>
                  <a:srgbClr val="00AF4F"/>
                </a:solidFill>
                <a:uFill>
                  <a:solidFill>
                    <a:srgbClr val="08A84F"/>
                  </a:solidFill>
                </a:uFill>
                <a:latin typeface="Arial MT"/>
                <a:cs typeface="Arial MT"/>
              </a:rPr>
              <a:t>v</a:t>
            </a:r>
            <a:r>
              <a:rPr lang="en-US" sz="1600" spc="218" baseline="-3623" dirty="0">
                <a:solidFill>
                  <a:srgbClr val="00AF4F"/>
                </a:solidFill>
                <a:latin typeface="Arial MT"/>
                <a:cs typeface="Arial MT"/>
              </a:rPr>
              <a:t> </a:t>
            </a:r>
            <a:r>
              <a:rPr lang="en-US" sz="1200" dirty="0">
                <a:latin typeface="Arial MT"/>
                <a:cs typeface="Arial MT"/>
              </a:rPr>
              <a:t>or</a:t>
            </a:r>
            <a:r>
              <a:rPr lang="en-US" sz="1200" spc="45" dirty="0">
                <a:latin typeface="Arial MT"/>
                <a:cs typeface="Arial MT"/>
              </a:rPr>
              <a:t> </a:t>
            </a:r>
            <a:r>
              <a:rPr lang="en-US" sz="1200" dirty="0">
                <a:latin typeface="Arial MT"/>
                <a:cs typeface="Arial MT"/>
              </a:rPr>
              <a:t>postpone</a:t>
            </a:r>
            <a:r>
              <a:rPr lang="en-US" sz="1200" spc="172" dirty="0">
                <a:latin typeface="Arial MT"/>
                <a:cs typeface="Arial MT"/>
              </a:rPr>
              <a:t> </a:t>
            </a:r>
            <a:r>
              <a:rPr lang="en-US" sz="1200" spc="68" dirty="0">
                <a:solidFill>
                  <a:srgbClr val="0000CD"/>
                </a:solidFill>
                <a:latin typeface="Arial MT"/>
                <a:cs typeface="Arial MT"/>
              </a:rPr>
              <a:t>decision</a:t>
            </a:r>
            <a:r>
              <a:rPr lang="en-US" sz="1200" spc="182" dirty="0">
                <a:solidFill>
                  <a:srgbClr val="0000CD"/>
                </a:solidFill>
                <a:latin typeface="Arial MT"/>
                <a:cs typeface="Arial MT"/>
              </a:rPr>
              <a:t> </a:t>
            </a:r>
            <a:r>
              <a:rPr lang="en-US" sz="1200" dirty="0">
                <a:latin typeface="Arial MT"/>
                <a:cs typeface="Arial MT"/>
              </a:rPr>
              <a:t>to</a:t>
            </a:r>
            <a:r>
              <a:rPr lang="en-US" sz="1200" spc="59" dirty="0">
                <a:latin typeface="Arial MT"/>
                <a:cs typeface="Arial MT"/>
              </a:rPr>
              <a:t> </a:t>
            </a:r>
            <a:r>
              <a:rPr lang="en-US" sz="1200" u="heavy" spc="45" dirty="0">
                <a:solidFill>
                  <a:srgbClr val="01AF4B"/>
                </a:solidFill>
                <a:uFill>
                  <a:solidFill>
                    <a:srgbClr val="08A84F"/>
                  </a:solidFill>
                </a:uFill>
                <a:latin typeface="Arial MT"/>
                <a:cs typeface="Arial MT"/>
              </a:rPr>
              <a:t>implement</a:t>
            </a:r>
            <a:r>
              <a:rPr lang="en-US" sz="1200" spc="263" dirty="0">
                <a:solidFill>
                  <a:srgbClr val="01AF4B"/>
                </a:solidFill>
                <a:latin typeface="Arial MT"/>
                <a:cs typeface="Arial MT"/>
              </a:rPr>
              <a:t> </a:t>
            </a:r>
            <a:r>
              <a:rPr lang="en-US" sz="1200" spc="-45" dirty="0">
                <a:latin typeface="Arial MT"/>
                <a:cs typeface="Arial MT"/>
              </a:rPr>
              <a:t>a </a:t>
            </a:r>
            <a:r>
              <a:rPr lang="en-US" sz="1200" spc="45" dirty="0">
                <a:latin typeface="Arial MT"/>
                <a:cs typeface="Arial MT"/>
              </a:rPr>
              <a:t>response.</a:t>
            </a:r>
            <a:endParaRPr lang="en-US" sz="1200" dirty="0">
              <a:latin typeface="Arial MT"/>
              <a:cs typeface="Arial MT"/>
            </a:endParaRPr>
          </a:p>
          <a:p>
            <a:pPr marL="300842" marR="251278" indent="-277213">
              <a:lnSpc>
                <a:spcPts val="2505"/>
              </a:lnSpc>
              <a:spcBef>
                <a:spcPts val="1225"/>
              </a:spcBef>
              <a:buChar char="•"/>
              <a:tabLst>
                <a:tab pos="300842" algn="l"/>
                <a:tab pos="301995" algn="l"/>
              </a:tabLst>
            </a:pPr>
            <a:r>
              <a:rPr lang="en-US" sz="1200" dirty="0">
                <a:solidFill>
                  <a:srgbClr val="00BA4F"/>
                </a:solidFill>
                <a:latin typeface="Arial MT"/>
                <a:cs typeface="Arial MT"/>
              </a:rPr>
              <a:t>	</a:t>
            </a:r>
            <a:r>
              <a:rPr lang="en-US" sz="1200" u="heavy" dirty="0">
                <a:solidFill>
                  <a:srgbClr val="00AF52"/>
                </a:solidFill>
                <a:uFill>
                  <a:solidFill>
                    <a:srgbClr val="08A84F"/>
                  </a:solidFill>
                </a:uFill>
                <a:latin typeface="Arial MT"/>
                <a:cs typeface="Arial MT"/>
              </a:rPr>
              <a:t>Make</a:t>
            </a:r>
            <a:r>
              <a:rPr lang="en-US" sz="1200" spc="68" dirty="0">
                <a:solidFill>
                  <a:srgbClr val="00AF52"/>
                </a:solidFill>
                <a:latin typeface="Arial MT"/>
                <a:cs typeface="Arial MT"/>
              </a:rPr>
              <a:t> </a:t>
            </a:r>
            <a:r>
              <a:rPr lang="en-US" sz="1200" dirty="0">
                <a:solidFill>
                  <a:srgbClr val="0005B1"/>
                </a:solidFill>
                <a:latin typeface="Arial MT"/>
                <a:cs typeface="Arial MT"/>
              </a:rPr>
              <a:t>decision</a:t>
            </a:r>
            <a:r>
              <a:rPr lang="en-US" sz="1200" spc="113" dirty="0">
                <a:solidFill>
                  <a:srgbClr val="0005B1"/>
                </a:solidFill>
                <a:latin typeface="Arial MT"/>
                <a:cs typeface="Arial MT"/>
              </a:rPr>
              <a:t> </a:t>
            </a:r>
            <a:r>
              <a:rPr lang="en-US" sz="1200" dirty="0">
                <a:solidFill>
                  <a:srgbClr val="0001CF"/>
                </a:solidFill>
                <a:latin typeface="Arial MT"/>
                <a:cs typeface="Arial MT"/>
              </a:rPr>
              <a:t>making</a:t>
            </a:r>
            <a:r>
              <a:rPr lang="en-US" sz="1200" spc="54" dirty="0">
                <a:solidFill>
                  <a:srgbClr val="0001CF"/>
                </a:solidFill>
                <a:latin typeface="Arial MT"/>
                <a:cs typeface="Arial MT"/>
              </a:rPr>
              <a:t> </a:t>
            </a:r>
            <a:r>
              <a:rPr lang="en-US" sz="1200" spc="-9" dirty="0">
                <a:latin typeface="Arial MT"/>
                <a:cs typeface="Arial MT"/>
              </a:rPr>
              <a:t>under</a:t>
            </a:r>
            <a:r>
              <a:rPr lang="en-US" sz="1200" spc="64" dirty="0">
                <a:latin typeface="Arial MT"/>
                <a:cs typeface="Arial MT"/>
              </a:rPr>
              <a:t> </a:t>
            </a:r>
            <a:r>
              <a:rPr lang="en-US" sz="1200" spc="-27" dirty="0">
                <a:latin typeface="Arial MT"/>
                <a:cs typeface="Arial MT"/>
              </a:rPr>
              <a:t>pressure</a:t>
            </a:r>
            <a:r>
              <a:rPr lang="en-US" sz="1200" spc="118" dirty="0">
                <a:latin typeface="Arial MT"/>
                <a:cs typeface="Arial MT"/>
              </a:rPr>
              <a:t> </a:t>
            </a:r>
            <a:r>
              <a:rPr lang="en-US" sz="1200" spc="-18" dirty="0">
                <a:latin typeface="Arial MT"/>
                <a:cs typeface="Arial MT"/>
              </a:rPr>
              <a:t>which</a:t>
            </a:r>
            <a:r>
              <a:rPr lang="en-US" sz="1200" spc="41" dirty="0">
                <a:latin typeface="Arial MT"/>
                <a:cs typeface="Arial MT"/>
              </a:rPr>
              <a:t> </a:t>
            </a:r>
            <a:r>
              <a:rPr lang="en-US" sz="1200" dirty="0">
                <a:latin typeface="Arial MT"/>
                <a:cs typeface="Arial MT"/>
              </a:rPr>
              <a:t>can</a:t>
            </a:r>
            <a:r>
              <a:rPr lang="en-US" sz="1200" spc="-18" dirty="0">
                <a:latin typeface="Arial MT"/>
                <a:cs typeface="Arial MT"/>
              </a:rPr>
              <a:t> </a:t>
            </a:r>
            <a:r>
              <a:rPr lang="en-US" sz="1200" dirty="0">
                <a:latin typeface="Arial MT"/>
                <a:cs typeface="Arial MT"/>
              </a:rPr>
              <a:t>be</a:t>
            </a:r>
            <a:r>
              <a:rPr lang="en-US" sz="1200" spc="-27" dirty="0">
                <a:latin typeface="Arial MT"/>
                <a:cs typeface="Arial MT"/>
              </a:rPr>
              <a:t> </a:t>
            </a:r>
            <a:r>
              <a:rPr lang="en-US" sz="1200" spc="-23" dirty="0">
                <a:latin typeface="Arial MT"/>
                <a:cs typeface="Arial MT"/>
              </a:rPr>
              <a:t>dangerous </a:t>
            </a:r>
            <a:r>
              <a:rPr lang="en-US" sz="1200" dirty="0">
                <a:latin typeface="Arial MT"/>
                <a:cs typeface="Arial MT"/>
              </a:rPr>
              <a:t>and</a:t>
            </a:r>
            <a:r>
              <a:rPr lang="en-US" sz="1200" spc="-118" dirty="0">
                <a:latin typeface="Arial MT"/>
                <a:cs typeface="Arial MT"/>
              </a:rPr>
              <a:t> </a:t>
            </a:r>
            <a:r>
              <a:rPr lang="en-US" sz="1200" u="heavy" spc="45" dirty="0" err="1">
                <a:uFill>
                  <a:solidFill>
                    <a:srgbClr val="08A84F"/>
                  </a:solidFill>
                </a:uFill>
                <a:latin typeface="Arial MT"/>
                <a:cs typeface="Arial MT"/>
              </a:rPr>
              <a:t>costlv</a:t>
            </a:r>
            <a:r>
              <a:rPr lang="en-US" sz="1200" spc="45" dirty="0">
                <a:latin typeface="Arial MT"/>
                <a:cs typeface="Arial MT"/>
              </a:rPr>
              <a:t>.</a:t>
            </a:r>
            <a:endParaRPr lang="en-US" sz="12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19</a:t>
            </a:fld>
            <a:endParaRPr lang="en-US"/>
          </a:p>
        </p:txBody>
      </p:sp>
    </p:spTree>
    <p:extLst>
      <p:ext uri="{BB962C8B-B14F-4D97-AF65-F5344CB8AC3E}">
        <p14:creationId xmlns:p14="http://schemas.microsoft.com/office/powerpoint/2010/main" val="3731776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66700" marR="0" lvl="0" indent="-228600" algn="just" defTabSz="914400" rtl="0" eaLnBrk="1" fontAlgn="auto" latinLnBrk="0" hangingPunct="1">
              <a:lnSpc>
                <a:spcPct val="100000"/>
              </a:lnSpc>
              <a:spcBef>
                <a:spcPts val="840"/>
              </a:spcBef>
              <a:spcAft>
                <a:spcPts val="0"/>
              </a:spcAft>
              <a:buClrTx/>
              <a:buSzTx/>
              <a:buFont typeface="Arial MT"/>
              <a:buChar char="•"/>
              <a:tabLst>
                <a:tab pos="266700" algn="l"/>
              </a:tabLst>
              <a:defRPr/>
            </a:pPr>
            <a:r>
              <a:rPr lang="en-US" sz="1200" u="heavy" dirty="0">
                <a:solidFill>
                  <a:srgbClr val="F60E00"/>
                </a:solidFill>
                <a:uFill>
                  <a:solidFill>
                    <a:srgbClr val="EF0C0C"/>
                  </a:solidFill>
                </a:uFill>
                <a:latin typeface="Arial MT"/>
                <a:cs typeface="Arial MT"/>
              </a:rPr>
              <a:t>Schedule</a:t>
            </a:r>
            <a:r>
              <a:rPr lang="en-US" sz="1200" u="heavy" spc="281" dirty="0">
                <a:solidFill>
                  <a:srgbClr val="F60E00"/>
                </a:solidFill>
                <a:uFill>
                  <a:solidFill>
                    <a:srgbClr val="EF0C0C"/>
                  </a:solidFill>
                </a:uFill>
                <a:latin typeface="Arial MT"/>
                <a:cs typeface="Arial MT"/>
              </a:rPr>
              <a:t> </a:t>
            </a:r>
            <a:r>
              <a:rPr lang="en-US" sz="1200" u="heavy" spc="41" dirty="0">
                <a:solidFill>
                  <a:srgbClr val="FB0100"/>
                </a:solidFill>
                <a:uFill>
                  <a:solidFill>
                    <a:srgbClr val="EF0C0C"/>
                  </a:solidFill>
                </a:uFill>
                <a:latin typeface="Arial MT"/>
                <a:cs typeface="Arial MT"/>
              </a:rPr>
              <a:t>Risks:</a:t>
            </a:r>
            <a:endParaRPr lang="en-US" sz="1200" dirty="0">
              <a:latin typeface="Arial MT"/>
              <a:cs typeface="Arial MT"/>
            </a:endParaRPr>
          </a:p>
          <a:p>
            <a:pPr marL="38100" indent="0" algn="just">
              <a:lnSpc>
                <a:spcPct val="100000"/>
              </a:lnSpc>
              <a:spcBef>
                <a:spcPts val="840"/>
              </a:spcBef>
              <a:buFont typeface="Arial MT"/>
              <a:buNone/>
              <a:tabLst>
                <a:tab pos="266700" algn="l"/>
              </a:tabLst>
            </a:pPr>
            <a:endParaRPr lang="en-US" sz="1200" dirty="0">
              <a:latin typeface="Calibri"/>
              <a:cs typeface="Calibri"/>
            </a:endParaRPr>
          </a:p>
          <a:p>
            <a:pPr marL="266700" indent="-228600" algn="just">
              <a:lnSpc>
                <a:spcPct val="100000"/>
              </a:lnSpc>
              <a:spcBef>
                <a:spcPts val="840"/>
              </a:spcBef>
              <a:buFont typeface="Arial MT"/>
              <a:buChar char="•"/>
              <a:tabLst>
                <a:tab pos="266700" algn="l"/>
              </a:tabLst>
            </a:pPr>
            <a:r>
              <a:rPr lang="en-US" sz="1200" dirty="0">
                <a:latin typeface="Calibri"/>
                <a:cs typeface="Calibri"/>
              </a:rPr>
              <a:t>Often</a:t>
            </a:r>
            <a:r>
              <a:rPr lang="en-US" sz="1200" spc="-55" dirty="0">
                <a:latin typeface="Calibri"/>
                <a:cs typeface="Calibri"/>
              </a:rPr>
              <a:t> </a:t>
            </a:r>
            <a:r>
              <a:rPr lang="en-US" sz="1200" spc="-10" dirty="0">
                <a:latin typeface="Calibri"/>
                <a:cs typeface="Calibri"/>
              </a:rPr>
              <a:t>organizations</a:t>
            </a:r>
            <a:r>
              <a:rPr lang="en-US" sz="1200" spc="-45" dirty="0">
                <a:latin typeface="Calibri"/>
                <a:cs typeface="Calibri"/>
              </a:rPr>
              <a:t> </a:t>
            </a:r>
            <a:r>
              <a:rPr lang="en-US" sz="1200" dirty="0">
                <a:latin typeface="Calibri"/>
                <a:cs typeface="Calibri"/>
              </a:rPr>
              <a:t>will</a:t>
            </a:r>
            <a:r>
              <a:rPr lang="en-US" sz="1200" spc="-50" dirty="0">
                <a:latin typeface="Calibri"/>
                <a:cs typeface="Calibri"/>
              </a:rPr>
              <a:t> </a:t>
            </a:r>
            <a:r>
              <a:rPr lang="en-US" sz="1200" dirty="0">
                <a:latin typeface="Calibri"/>
                <a:cs typeface="Calibri"/>
              </a:rPr>
              <a:t>defer</a:t>
            </a:r>
            <a:r>
              <a:rPr lang="en-US" sz="1200" spc="-50" dirty="0">
                <a:latin typeface="Calibri"/>
                <a:cs typeface="Calibri"/>
              </a:rPr>
              <a:t> </a:t>
            </a:r>
            <a:r>
              <a:rPr lang="en-US" sz="1200" dirty="0">
                <a:latin typeface="Calibri"/>
                <a:cs typeface="Calibri"/>
              </a:rPr>
              <a:t>the</a:t>
            </a:r>
            <a:r>
              <a:rPr lang="en-US" sz="1200" spc="-40" dirty="0">
                <a:latin typeface="Calibri"/>
                <a:cs typeface="Calibri"/>
              </a:rPr>
              <a:t> </a:t>
            </a:r>
            <a:r>
              <a:rPr lang="en-US" sz="1200" dirty="0">
                <a:latin typeface="Calibri"/>
                <a:cs typeface="Calibri"/>
              </a:rPr>
              <a:t>threat</a:t>
            </a:r>
            <a:r>
              <a:rPr lang="en-US" sz="1200" spc="-50" dirty="0">
                <a:latin typeface="Calibri"/>
                <a:cs typeface="Calibri"/>
              </a:rPr>
              <a:t> </a:t>
            </a:r>
            <a:r>
              <a:rPr lang="en-US" sz="1200" dirty="0">
                <a:latin typeface="Calibri"/>
                <a:cs typeface="Calibri"/>
              </a:rPr>
              <a:t>of</a:t>
            </a:r>
            <a:r>
              <a:rPr lang="en-US" sz="1200" spc="-40" dirty="0">
                <a:latin typeface="Calibri"/>
                <a:cs typeface="Calibri"/>
              </a:rPr>
              <a:t> </a:t>
            </a:r>
            <a:r>
              <a:rPr lang="en-US" sz="1200" dirty="0">
                <a:latin typeface="Calibri"/>
                <a:cs typeface="Calibri"/>
              </a:rPr>
              <a:t>a</a:t>
            </a:r>
            <a:r>
              <a:rPr lang="en-US" sz="1200" spc="-55" dirty="0">
                <a:latin typeface="Calibri"/>
                <a:cs typeface="Calibri"/>
              </a:rPr>
              <a:t> </a:t>
            </a:r>
            <a:r>
              <a:rPr lang="en-US" sz="1200" dirty="0">
                <a:latin typeface="Calibri"/>
                <a:cs typeface="Calibri"/>
              </a:rPr>
              <a:t>project</a:t>
            </a:r>
            <a:r>
              <a:rPr lang="en-US" sz="1200" spc="-45" dirty="0">
                <a:latin typeface="Calibri"/>
                <a:cs typeface="Calibri"/>
              </a:rPr>
              <a:t> </a:t>
            </a:r>
            <a:r>
              <a:rPr lang="en-US" sz="1200" dirty="0">
                <a:latin typeface="Calibri"/>
                <a:cs typeface="Calibri"/>
              </a:rPr>
              <a:t>coming</a:t>
            </a:r>
            <a:r>
              <a:rPr lang="en-US" sz="1200" spc="-45" dirty="0">
                <a:latin typeface="Calibri"/>
                <a:cs typeface="Calibri"/>
              </a:rPr>
              <a:t> </a:t>
            </a:r>
            <a:r>
              <a:rPr lang="en-US" sz="1200" dirty="0">
                <a:latin typeface="Calibri"/>
                <a:cs typeface="Calibri"/>
              </a:rPr>
              <a:t>in</a:t>
            </a:r>
            <a:r>
              <a:rPr lang="en-US" sz="1200" spc="-50" dirty="0">
                <a:latin typeface="Calibri"/>
                <a:cs typeface="Calibri"/>
              </a:rPr>
              <a:t> </a:t>
            </a:r>
            <a:r>
              <a:rPr lang="en-US" sz="1200" dirty="0">
                <a:latin typeface="Calibri"/>
                <a:cs typeface="Calibri"/>
              </a:rPr>
              <a:t>late</a:t>
            </a:r>
            <a:r>
              <a:rPr lang="en-US" sz="1200" spc="-45" dirty="0">
                <a:latin typeface="Calibri"/>
                <a:cs typeface="Calibri"/>
              </a:rPr>
              <a:t> </a:t>
            </a:r>
            <a:r>
              <a:rPr lang="en-US" sz="1200" dirty="0">
                <a:latin typeface="Calibri"/>
                <a:cs typeface="Calibri"/>
              </a:rPr>
              <a:t>until</a:t>
            </a:r>
            <a:r>
              <a:rPr lang="en-US" sz="1200" spc="-50" dirty="0">
                <a:latin typeface="Calibri"/>
                <a:cs typeface="Calibri"/>
              </a:rPr>
              <a:t> </a:t>
            </a:r>
            <a:r>
              <a:rPr lang="en-US" sz="1200" dirty="0">
                <a:latin typeface="Calibri"/>
                <a:cs typeface="Calibri"/>
              </a:rPr>
              <a:t>it</a:t>
            </a:r>
            <a:r>
              <a:rPr lang="en-US" sz="1200" spc="-50" dirty="0">
                <a:latin typeface="Calibri"/>
                <a:cs typeface="Calibri"/>
              </a:rPr>
              <a:t> </a:t>
            </a:r>
            <a:r>
              <a:rPr lang="en-US" sz="1200" spc="-10" dirty="0">
                <a:latin typeface="Calibri"/>
                <a:cs typeface="Calibri"/>
              </a:rPr>
              <a:t>surfaces.</a:t>
            </a:r>
            <a:endParaRPr lang="en-US" sz="1200" dirty="0">
              <a:latin typeface="Calibri"/>
              <a:cs typeface="Calibri"/>
            </a:endParaRPr>
          </a:p>
          <a:p>
            <a:pPr marL="266700" marR="30480" indent="-228600" algn="just">
              <a:lnSpc>
                <a:spcPts val="2300"/>
              </a:lnSpc>
              <a:spcBef>
                <a:spcPts val="1105"/>
              </a:spcBef>
              <a:buFont typeface="Arial MT"/>
              <a:buChar char="•"/>
              <a:tabLst>
                <a:tab pos="266700" algn="l"/>
              </a:tabLst>
            </a:pPr>
            <a:r>
              <a:rPr lang="en-US" sz="1200" dirty="0">
                <a:latin typeface="Calibri"/>
                <a:cs typeface="Calibri"/>
              </a:rPr>
              <a:t>Here,</a:t>
            </a:r>
            <a:r>
              <a:rPr lang="en-US" sz="1200" spc="-5" dirty="0">
                <a:latin typeface="Calibri"/>
                <a:cs typeface="Calibri"/>
              </a:rPr>
              <a:t> </a:t>
            </a:r>
            <a:r>
              <a:rPr lang="en-US" sz="1200" dirty="0">
                <a:latin typeface="Calibri"/>
                <a:cs typeface="Calibri"/>
              </a:rPr>
              <a:t>contingency</a:t>
            </a:r>
            <a:r>
              <a:rPr lang="en-US" sz="1200" spc="-5" dirty="0">
                <a:latin typeface="Calibri"/>
                <a:cs typeface="Calibri"/>
              </a:rPr>
              <a:t> </a:t>
            </a:r>
            <a:r>
              <a:rPr lang="en-US" sz="1200" dirty="0">
                <a:latin typeface="Calibri"/>
                <a:cs typeface="Calibri"/>
              </a:rPr>
              <a:t>funds</a:t>
            </a:r>
            <a:r>
              <a:rPr lang="en-US" sz="1200" spc="-5" dirty="0">
                <a:latin typeface="Calibri"/>
                <a:cs typeface="Calibri"/>
              </a:rPr>
              <a:t> </a:t>
            </a:r>
            <a:r>
              <a:rPr lang="en-US" sz="1200" dirty="0">
                <a:latin typeface="Calibri"/>
                <a:cs typeface="Calibri"/>
              </a:rPr>
              <a:t>are set</a:t>
            </a:r>
            <a:r>
              <a:rPr lang="en-US" sz="1200" spc="-5" dirty="0">
                <a:latin typeface="Calibri"/>
                <a:cs typeface="Calibri"/>
              </a:rPr>
              <a:t> </a:t>
            </a:r>
            <a:r>
              <a:rPr lang="en-US" sz="1200" dirty="0">
                <a:latin typeface="Calibri"/>
                <a:cs typeface="Calibri"/>
              </a:rPr>
              <a:t>aside to expedite or</a:t>
            </a:r>
            <a:r>
              <a:rPr lang="en-US" sz="1200" spc="-10" dirty="0">
                <a:latin typeface="Calibri"/>
                <a:cs typeface="Calibri"/>
              </a:rPr>
              <a:t> </a:t>
            </a:r>
            <a:r>
              <a:rPr lang="en-US" sz="1200" dirty="0">
                <a:latin typeface="Calibri"/>
                <a:cs typeface="Calibri"/>
              </a:rPr>
              <a:t>“</a:t>
            </a:r>
            <a:r>
              <a:rPr lang="en-US" sz="1200" b="1" dirty="0">
                <a:latin typeface="Calibri"/>
                <a:cs typeface="Calibri"/>
              </a:rPr>
              <a:t>crash</a:t>
            </a:r>
            <a:r>
              <a:rPr lang="en-US" sz="1200" dirty="0">
                <a:latin typeface="Calibri"/>
                <a:cs typeface="Calibri"/>
              </a:rPr>
              <a:t>” the project</a:t>
            </a:r>
            <a:r>
              <a:rPr lang="en-US" sz="1200" spc="-5" dirty="0">
                <a:latin typeface="Calibri"/>
                <a:cs typeface="Calibri"/>
              </a:rPr>
              <a:t> </a:t>
            </a:r>
            <a:r>
              <a:rPr lang="en-US" sz="1200" dirty="0">
                <a:latin typeface="Calibri"/>
                <a:cs typeface="Calibri"/>
              </a:rPr>
              <a:t>to get</a:t>
            </a:r>
            <a:r>
              <a:rPr lang="en-US" sz="1200" spc="-5" dirty="0">
                <a:latin typeface="Calibri"/>
                <a:cs typeface="Calibri"/>
              </a:rPr>
              <a:t> </a:t>
            </a:r>
            <a:r>
              <a:rPr lang="en-US" sz="1200" dirty="0">
                <a:latin typeface="Calibri"/>
                <a:cs typeface="Calibri"/>
              </a:rPr>
              <a:t>it</a:t>
            </a:r>
            <a:r>
              <a:rPr lang="en-US" sz="1200" spc="-5" dirty="0">
                <a:latin typeface="Calibri"/>
                <a:cs typeface="Calibri"/>
              </a:rPr>
              <a:t> </a:t>
            </a:r>
            <a:r>
              <a:rPr lang="en-US" sz="1200" dirty="0">
                <a:latin typeface="Calibri"/>
                <a:cs typeface="Calibri"/>
              </a:rPr>
              <a:t>back</a:t>
            </a:r>
            <a:r>
              <a:rPr lang="en-US" sz="1200" spc="-10" dirty="0">
                <a:latin typeface="Calibri"/>
                <a:cs typeface="Calibri"/>
              </a:rPr>
              <a:t> </a:t>
            </a:r>
            <a:r>
              <a:rPr lang="en-US" sz="1200" spc="-25" dirty="0">
                <a:latin typeface="Calibri"/>
                <a:cs typeface="Calibri"/>
              </a:rPr>
              <a:t>on </a:t>
            </a:r>
            <a:r>
              <a:rPr lang="en-US" sz="1200" spc="-10" dirty="0">
                <a:latin typeface="Calibri"/>
                <a:cs typeface="Calibri"/>
              </a:rPr>
              <a:t>track.</a:t>
            </a:r>
            <a:endParaRPr lang="en-US" sz="1200" dirty="0">
              <a:latin typeface="Calibri"/>
              <a:cs typeface="Calibri"/>
            </a:endParaRPr>
          </a:p>
          <a:p>
            <a:pPr marL="266700" marR="32384" indent="-228600" algn="just">
              <a:lnSpc>
                <a:spcPts val="2400"/>
              </a:lnSpc>
              <a:spcBef>
                <a:spcPts val="1035"/>
              </a:spcBef>
              <a:buFont typeface="Arial MT"/>
              <a:buChar char="•"/>
              <a:tabLst>
                <a:tab pos="266700" algn="l"/>
              </a:tabLst>
            </a:pPr>
            <a:r>
              <a:rPr lang="en-US" sz="1200" b="1" dirty="0">
                <a:latin typeface="Calibri"/>
                <a:cs typeface="Calibri"/>
              </a:rPr>
              <a:t>Crashing</a:t>
            </a:r>
            <a:r>
              <a:rPr lang="en-US" sz="1200" dirty="0">
                <a:latin typeface="Calibri"/>
                <a:cs typeface="Calibri"/>
              </a:rPr>
              <a:t>, or reducing</a:t>
            </a:r>
            <a:r>
              <a:rPr lang="en-US" sz="1200" spc="5" dirty="0">
                <a:latin typeface="Calibri"/>
                <a:cs typeface="Calibri"/>
              </a:rPr>
              <a:t> </a:t>
            </a:r>
            <a:r>
              <a:rPr lang="en-US" sz="1200" dirty="0">
                <a:latin typeface="Calibri"/>
                <a:cs typeface="Calibri"/>
              </a:rPr>
              <a:t>project duration, is</a:t>
            </a:r>
            <a:r>
              <a:rPr lang="en-US" sz="1200" spc="5" dirty="0">
                <a:latin typeface="Calibri"/>
                <a:cs typeface="Calibri"/>
              </a:rPr>
              <a:t> </a:t>
            </a:r>
            <a:r>
              <a:rPr lang="en-US" sz="1200" dirty="0">
                <a:latin typeface="Calibri"/>
                <a:cs typeface="Calibri"/>
              </a:rPr>
              <a:t>accomplished</a:t>
            </a:r>
            <a:r>
              <a:rPr lang="en-US" sz="1200" spc="-5" dirty="0">
                <a:latin typeface="Calibri"/>
                <a:cs typeface="Calibri"/>
              </a:rPr>
              <a:t> </a:t>
            </a:r>
            <a:r>
              <a:rPr lang="en-US" sz="1200" dirty="0">
                <a:latin typeface="Calibri"/>
                <a:cs typeface="Calibri"/>
              </a:rPr>
              <a:t>by</a:t>
            </a:r>
            <a:r>
              <a:rPr lang="en-US" sz="1200" spc="5" dirty="0">
                <a:latin typeface="Calibri"/>
                <a:cs typeface="Calibri"/>
              </a:rPr>
              <a:t> </a:t>
            </a:r>
            <a:r>
              <a:rPr lang="en-US" sz="1200" dirty="0">
                <a:latin typeface="Calibri"/>
                <a:cs typeface="Calibri"/>
              </a:rPr>
              <a:t>shortening</a:t>
            </a:r>
            <a:r>
              <a:rPr lang="en-US" sz="1200" spc="5" dirty="0">
                <a:latin typeface="Calibri"/>
                <a:cs typeface="Calibri"/>
              </a:rPr>
              <a:t> </a:t>
            </a:r>
            <a:r>
              <a:rPr lang="en-US" sz="1200" dirty="0">
                <a:latin typeface="Calibri"/>
                <a:cs typeface="Calibri"/>
              </a:rPr>
              <a:t>(compressing)</a:t>
            </a:r>
            <a:r>
              <a:rPr lang="en-US" sz="1200" spc="-5" dirty="0">
                <a:latin typeface="Calibri"/>
                <a:cs typeface="Calibri"/>
              </a:rPr>
              <a:t> </a:t>
            </a:r>
            <a:r>
              <a:rPr lang="en-US" sz="1200" spc="-25" dirty="0">
                <a:latin typeface="Calibri"/>
                <a:cs typeface="Calibri"/>
              </a:rPr>
              <a:t>one </a:t>
            </a:r>
            <a:r>
              <a:rPr lang="en-US" sz="1200" dirty="0">
                <a:latin typeface="Calibri"/>
                <a:cs typeface="Calibri"/>
              </a:rPr>
              <a:t>or</a:t>
            </a:r>
            <a:r>
              <a:rPr lang="en-US" sz="1200" spc="-45" dirty="0">
                <a:latin typeface="Calibri"/>
                <a:cs typeface="Calibri"/>
              </a:rPr>
              <a:t> </a:t>
            </a:r>
            <a:r>
              <a:rPr lang="en-US" sz="1200" dirty="0">
                <a:latin typeface="Calibri"/>
                <a:cs typeface="Calibri"/>
              </a:rPr>
              <a:t>more</a:t>
            </a:r>
            <a:r>
              <a:rPr lang="en-US" sz="1200" spc="-30" dirty="0">
                <a:latin typeface="Calibri"/>
                <a:cs typeface="Calibri"/>
              </a:rPr>
              <a:t> </a:t>
            </a:r>
            <a:r>
              <a:rPr lang="en-US" sz="1200" dirty="0">
                <a:latin typeface="Calibri"/>
                <a:cs typeface="Calibri"/>
              </a:rPr>
              <a:t>activities</a:t>
            </a:r>
            <a:r>
              <a:rPr lang="en-US" sz="1200" spc="-45" dirty="0">
                <a:latin typeface="Calibri"/>
                <a:cs typeface="Calibri"/>
              </a:rPr>
              <a:t> </a:t>
            </a:r>
            <a:r>
              <a:rPr lang="en-US" sz="1200" dirty="0">
                <a:latin typeface="Calibri"/>
                <a:cs typeface="Calibri"/>
              </a:rPr>
              <a:t>on</a:t>
            </a:r>
            <a:r>
              <a:rPr lang="en-US" sz="1200" spc="-45" dirty="0">
                <a:latin typeface="Calibri"/>
                <a:cs typeface="Calibri"/>
              </a:rPr>
              <a:t> </a:t>
            </a:r>
            <a:r>
              <a:rPr lang="en-US" sz="1200" dirty="0">
                <a:latin typeface="Calibri"/>
                <a:cs typeface="Calibri"/>
              </a:rPr>
              <a:t>the</a:t>
            </a:r>
            <a:r>
              <a:rPr lang="en-US" sz="1200" spc="-30" dirty="0">
                <a:latin typeface="Calibri"/>
                <a:cs typeface="Calibri"/>
              </a:rPr>
              <a:t> </a:t>
            </a:r>
            <a:r>
              <a:rPr lang="en-US" sz="1200" dirty="0">
                <a:latin typeface="Calibri"/>
                <a:cs typeface="Calibri"/>
              </a:rPr>
              <a:t>critical</a:t>
            </a:r>
            <a:r>
              <a:rPr lang="en-US" sz="1200" spc="-40" dirty="0">
                <a:latin typeface="Calibri"/>
                <a:cs typeface="Calibri"/>
              </a:rPr>
              <a:t> </a:t>
            </a:r>
            <a:r>
              <a:rPr lang="en-US" sz="1200" spc="-10" dirty="0">
                <a:latin typeface="Calibri"/>
                <a:cs typeface="Calibri"/>
              </a:rPr>
              <a:t>path.</a:t>
            </a:r>
            <a:endParaRPr lang="en-US" sz="1200" dirty="0">
              <a:latin typeface="Calibri"/>
              <a:cs typeface="Calibri"/>
            </a:endParaRPr>
          </a:p>
          <a:p>
            <a:pPr marL="266700" marR="31115" indent="-228600" algn="just">
              <a:lnSpc>
                <a:spcPct val="89700"/>
              </a:lnSpc>
              <a:spcBef>
                <a:spcPts val="975"/>
              </a:spcBef>
              <a:buFont typeface="Arial MT"/>
              <a:buChar char="•"/>
              <a:tabLst>
                <a:tab pos="266700" algn="l"/>
              </a:tabLst>
            </a:pPr>
            <a:r>
              <a:rPr lang="en-US" sz="1200" dirty="0">
                <a:latin typeface="Calibri"/>
                <a:cs typeface="Calibri"/>
              </a:rPr>
              <a:t>Another</a:t>
            </a:r>
            <a:r>
              <a:rPr lang="en-US" sz="1200" spc="125" dirty="0">
                <a:latin typeface="Calibri"/>
                <a:cs typeface="Calibri"/>
              </a:rPr>
              <a:t> </a:t>
            </a:r>
            <a:r>
              <a:rPr lang="en-US" sz="1200" dirty="0">
                <a:latin typeface="Calibri"/>
                <a:cs typeface="Calibri"/>
              </a:rPr>
              <a:t>reason</a:t>
            </a:r>
            <a:r>
              <a:rPr lang="en-US" sz="1200" spc="125" dirty="0">
                <a:latin typeface="Calibri"/>
                <a:cs typeface="Calibri"/>
              </a:rPr>
              <a:t> </a:t>
            </a:r>
            <a:r>
              <a:rPr lang="en-US" sz="1200" dirty="0">
                <a:latin typeface="Calibri"/>
                <a:cs typeface="Calibri"/>
              </a:rPr>
              <a:t>for</a:t>
            </a:r>
            <a:r>
              <a:rPr lang="en-US" sz="1200" spc="125" dirty="0">
                <a:latin typeface="Calibri"/>
                <a:cs typeface="Calibri"/>
              </a:rPr>
              <a:t> </a:t>
            </a:r>
            <a:r>
              <a:rPr lang="en-US" sz="1200" dirty="0">
                <a:latin typeface="Calibri"/>
                <a:cs typeface="Calibri"/>
              </a:rPr>
              <a:t>attempting</a:t>
            </a:r>
            <a:r>
              <a:rPr lang="en-US" sz="1200" spc="130" dirty="0">
                <a:latin typeface="Calibri"/>
                <a:cs typeface="Calibri"/>
              </a:rPr>
              <a:t> </a:t>
            </a:r>
            <a:r>
              <a:rPr lang="en-US" sz="1200" dirty="0">
                <a:latin typeface="Calibri"/>
                <a:cs typeface="Calibri"/>
              </a:rPr>
              <a:t>to</a:t>
            </a:r>
            <a:r>
              <a:rPr lang="en-US" sz="1200" spc="135" dirty="0">
                <a:latin typeface="Calibri"/>
                <a:cs typeface="Calibri"/>
              </a:rPr>
              <a:t> </a:t>
            </a:r>
            <a:r>
              <a:rPr lang="en-US" sz="1200" dirty="0">
                <a:latin typeface="Calibri"/>
                <a:cs typeface="Calibri"/>
              </a:rPr>
              <a:t>reduce</a:t>
            </a:r>
            <a:r>
              <a:rPr lang="en-US" sz="1200" spc="130" dirty="0">
                <a:latin typeface="Calibri"/>
                <a:cs typeface="Calibri"/>
              </a:rPr>
              <a:t> </a:t>
            </a:r>
            <a:r>
              <a:rPr lang="en-US" sz="1200" dirty="0">
                <a:latin typeface="Calibri"/>
                <a:cs typeface="Calibri"/>
              </a:rPr>
              <a:t>the</a:t>
            </a:r>
            <a:r>
              <a:rPr lang="en-US" sz="1200" spc="140" dirty="0">
                <a:latin typeface="Calibri"/>
                <a:cs typeface="Calibri"/>
              </a:rPr>
              <a:t> </a:t>
            </a:r>
            <a:r>
              <a:rPr lang="en-US" sz="1200" dirty="0">
                <a:latin typeface="Calibri"/>
                <a:cs typeface="Calibri"/>
              </a:rPr>
              <a:t>duration</a:t>
            </a:r>
            <a:r>
              <a:rPr lang="en-US" sz="1200" spc="120" dirty="0">
                <a:latin typeface="Calibri"/>
                <a:cs typeface="Calibri"/>
              </a:rPr>
              <a:t> </a:t>
            </a:r>
            <a:r>
              <a:rPr lang="en-US" sz="1200" dirty="0">
                <a:latin typeface="Calibri"/>
                <a:cs typeface="Calibri"/>
              </a:rPr>
              <a:t>of</a:t>
            </a:r>
            <a:r>
              <a:rPr lang="en-US" sz="1200" spc="130" dirty="0">
                <a:latin typeface="Calibri"/>
                <a:cs typeface="Calibri"/>
              </a:rPr>
              <a:t> </a:t>
            </a:r>
            <a:r>
              <a:rPr lang="en-US" sz="1200" dirty="0">
                <a:latin typeface="Calibri"/>
                <a:cs typeface="Calibri"/>
              </a:rPr>
              <a:t>a</a:t>
            </a:r>
            <a:r>
              <a:rPr lang="en-US" sz="1200" spc="125" dirty="0">
                <a:latin typeface="Calibri"/>
                <a:cs typeface="Calibri"/>
              </a:rPr>
              <a:t> </a:t>
            </a:r>
            <a:r>
              <a:rPr lang="en-US" sz="1200" dirty="0">
                <a:latin typeface="Calibri"/>
                <a:cs typeface="Calibri"/>
              </a:rPr>
              <a:t>project</a:t>
            </a:r>
            <a:r>
              <a:rPr lang="en-US" sz="1200" spc="130" dirty="0">
                <a:latin typeface="Calibri"/>
                <a:cs typeface="Calibri"/>
              </a:rPr>
              <a:t> </a:t>
            </a:r>
            <a:r>
              <a:rPr lang="en-US" sz="1200" dirty="0">
                <a:latin typeface="Calibri"/>
                <a:cs typeface="Calibri"/>
              </a:rPr>
              <a:t>(</a:t>
            </a:r>
            <a:r>
              <a:rPr lang="en-US" sz="1200" b="1" dirty="0">
                <a:latin typeface="Calibri"/>
                <a:cs typeface="Calibri"/>
              </a:rPr>
              <a:t>crashing</a:t>
            </a:r>
            <a:r>
              <a:rPr lang="en-US" sz="1200" dirty="0">
                <a:latin typeface="Calibri"/>
                <a:cs typeface="Calibri"/>
              </a:rPr>
              <a:t>)</a:t>
            </a:r>
            <a:r>
              <a:rPr lang="en-US" sz="1200" spc="120" dirty="0">
                <a:latin typeface="Calibri"/>
                <a:cs typeface="Calibri"/>
              </a:rPr>
              <a:t> </a:t>
            </a:r>
            <a:r>
              <a:rPr lang="en-US" sz="1200" dirty="0">
                <a:latin typeface="Calibri"/>
                <a:cs typeface="Calibri"/>
              </a:rPr>
              <a:t>is</a:t>
            </a:r>
            <a:r>
              <a:rPr lang="en-US" sz="1200" spc="130" dirty="0">
                <a:latin typeface="Calibri"/>
                <a:cs typeface="Calibri"/>
              </a:rPr>
              <a:t> </a:t>
            </a:r>
            <a:r>
              <a:rPr lang="en-US" sz="1200" dirty="0">
                <a:latin typeface="Calibri"/>
                <a:cs typeface="Calibri"/>
              </a:rPr>
              <a:t>time</a:t>
            </a:r>
            <a:r>
              <a:rPr lang="en-US" sz="1200" spc="140" dirty="0">
                <a:latin typeface="Calibri"/>
                <a:cs typeface="Calibri"/>
              </a:rPr>
              <a:t> </a:t>
            </a:r>
            <a:r>
              <a:rPr lang="en-US" sz="1200" spc="-25" dirty="0">
                <a:latin typeface="Calibri"/>
                <a:cs typeface="Calibri"/>
              </a:rPr>
              <a:t>to </a:t>
            </a:r>
            <a:r>
              <a:rPr lang="en-US" sz="1200" dirty="0">
                <a:latin typeface="Calibri"/>
                <a:cs typeface="Calibri"/>
              </a:rPr>
              <a:t>market</a:t>
            </a:r>
            <a:r>
              <a:rPr lang="en-US" sz="1200" spc="365" dirty="0">
                <a:latin typeface="Calibri"/>
                <a:cs typeface="Calibri"/>
              </a:rPr>
              <a:t> </a:t>
            </a:r>
            <a:r>
              <a:rPr lang="en-US" sz="1200" dirty="0">
                <a:latin typeface="Calibri"/>
                <a:cs typeface="Calibri"/>
              </a:rPr>
              <a:t>(in</a:t>
            </a:r>
            <a:r>
              <a:rPr lang="en-US" sz="1200" spc="360" dirty="0">
                <a:latin typeface="Calibri"/>
                <a:cs typeface="Calibri"/>
              </a:rPr>
              <a:t> </a:t>
            </a:r>
            <a:r>
              <a:rPr lang="en-US" sz="1200" dirty="0">
                <a:latin typeface="Calibri"/>
                <a:cs typeface="Calibri"/>
              </a:rPr>
              <a:t>normal</a:t>
            </a:r>
            <a:r>
              <a:rPr lang="en-US" sz="1200" spc="355" dirty="0">
                <a:latin typeface="Calibri"/>
                <a:cs typeface="Calibri"/>
              </a:rPr>
              <a:t> </a:t>
            </a:r>
            <a:r>
              <a:rPr lang="en-US" sz="1200" dirty="0">
                <a:latin typeface="Calibri"/>
                <a:cs typeface="Calibri"/>
              </a:rPr>
              <a:t>conditions).</a:t>
            </a:r>
            <a:r>
              <a:rPr lang="en-US" sz="1200" spc="360" dirty="0">
                <a:latin typeface="Calibri"/>
                <a:cs typeface="Calibri"/>
              </a:rPr>
              <a:t> </a:t>
            </a:r>
            <a:r>
              <a:rPr lang="en-US" sz="1200" dirty="0">
                <a:latin typeface="Calibri"/>
                <a:cs typeface="Calibri"/>
              </a:rPr>
              <a:t>A</a:t>
            </a:r>
            <a:r>
              <a:rPr lang="en-US" sz="1200" spc="365" dirty="0">
                <a:latin typeface="Calibri"/>
                <a:cs typeface="Calibri"/>
              </a:rPr>
              <a:t> </a:t>
            </a:r>
            <a:r>
              <a:rPr lang="en-US" sz="1200" dirty="0">
                <a:latin typeface="Calibri"/>
                <a:cs typeface="Calibri"/>
              </a:rPr>
              <a:t>rule</a:t>
            </a:r>
            <a:r>
              <a:rPr lang="en-US" sz="1200" spc="370" dirty="0">
                <a:latin typeface="Calibri"/>
                <a:cs typeface="Calibri"/>
              </a:rPr>
              <a:t> </a:t>
            </a:r>
            <a:r>
              <a:rPr lang="en-US" sz="1200" dirty="0">
                <a:latin typeface="Calibri"/>
                <a:cs typeface="Calibri"/>
              </a:rPr>
              <a:t>of</a:t>
            </a:r>
            <a:r>
              <a:rPr lang="en-US" sz="1200" spc="370" dirty="0">
                <a:latin typeface="Calibri"/>
                <a:cs typeface="Calibri"/>
              </a:rPr>
              <a:t> </a:t>
            </a:r>
            <a:r>
              <a:rPr lang="en-US" sz="1200" dirty="0">
                <a:latin typeface="Calibri"/>
                <a:cs typeface="Calibri"/>
              </a:rPr>
              <a:t>thumb</a:t>
            </a:r>
            <a:r>
              <a:rPr lang="en-US" sz="1200" spc="360" dirty="0">
                <a:latin typeface="Calibri"/>
                <a:cs typeface="Calibri"/>
              </a:rPr>
              <a:t> </a:t>
            </a:r>
            <a:r>
              <a:rPr lang="en-US" sz="1200" dirty="0">
                <a:latin typeface="Calibri"/>
                <a:cs typeface="Calibri"/>
              </a:rPr>
              <a:t>for</a:t>
            </a:r>
            <a:r>
              <a:rPr lang="en-US" sz="1200" spc="360" dirty="0">
                <a:latin typeface="Calibri"/>
                <a:cs typeface="Calibri"/>
              </a:rPr>
              <a:t> </a:t>
            </a:r>
            <a:r>
              <a:rPr lang="en-US" sz="1200" spc="-10" dirty="0">
                <a:latin typeface="Calibri"/>
                <a:cs typeface="Calibri"/>
              </a:rPr>
              <a:t>high-</a:t>
            </a:r>
            <a:r>
              <a:rPr lang="en-US" sz="1200" dirty="0">
                <a:latin typeface="Calibri"/>
                <a:cs typeface="Calibri"/>
              </a:rPr>
              <a:t>technology</a:t>
            </a:r>
            <a:r>
              <a:rPr lang="en-US" sz="1200" spc="365" dirty="0">
                <a:latin typeface="Calibri"/>
                <a:cs typeface="Calibri"/>
              </a:rPr>
              <a:t> </a:t>
            </a:r>
            <a:r>
              <a:rPr lang="en-US" sz="1200" dirty="0">
                <a:latin typeface="Calibri"/>
                <a:cs typeface="Calibri"/>
              </a:rPr>
              <a:t>firms</a:t>
            </a:r>
            <a:r>
              <a:rPr lang="en-US" sz="1200" spc="375" dirty="0">
                <a:latin typeface="Calibri"/>
                <a:cs typeface="Calibri"/>
              </a:rPr>
              <a:t> </a:t>
            </a:r>
            <a:r>
              <a:rPr lang="en-US" sz="1200" dirty="0">
                <a:latin typeface="Calibri"/>
                <a:cs typeface="Calibri"/>
              </a:rPr>
              <a:t>is</a:t>
            </a:r>
            <a:r>
              <a:rPr lang="en-US" sz="1200" spc="365" dirty="0">
                <a:latin typeface="Calibri"/>
                <a:cs typeface="Calibri"/>
              </a:rPr>
              <a:t> </a:t>
            </a:r>
            <a:r>
              <a:rPr lang="en-US" sz="1200" dirty="0">
                <a:latin typeface="Calibri"/>
                <a:cs typeface="Calibri"/>
              </a:rPr>
              <a:t>that</a:t>
            </a:r>
            <a:r>
              <a:rPr lang="en-US" sz="1200" spc="365" dirty="0">
                <a:latin typeface="Calibri"/>
                <a:cs typeface="Calibri"/>
              </a:rPr>
              <a:t> </a:t>
            </a:r>
            <a:r>
              <a:rPr lang="en-US" sz="1200" dirty="0">
                <a:latin typeface="Calibri"/>
                <a:cs typeface="Calibri"/>
              </a:rPr>
              <a:t>a</a:t>
            </a:r>
            <a:r>
              <a:rPr lang="en-US" sz="1200" spc="360" dirty="0">
                <a:latin typeface="Calibri"/>
                <a:cs typeface="Calibri"/>
              </a:rPr>
              <a:t> </a:t>
            </a:r>
            <a:r>
              <a:rPr lang="en-US" sz="1200" spc="-50" dirty="0">
                <a:latin typeface="Calibri"/>
                <a:cs typeface="Calibri"/>
              </a:rPr>
              <a:t>6 </a:t>
            </a:r>
            <a:r>
              <a:rPr lang="en-US" sz="1200" dirty="0">
                <a:latin typeface="Calibri"/>
                <a:cs typeface="Calibri"/>
              </a:rPr>
              <a:t>months</a:t>
            </a:r>
            <a:r>
              <a:rPr lang="en-US" sz="1200" spc="300" dirty="0">
                <a:latin typeface="Calibri"/>
                <a:cs typeface="Calibri"/>
              </a:rPr>
              <a:t> </a:t>
            </a:r>
            <a:r>
              <a:rPr lang="en-US" sz="1200" dirty="0">
                <a:latin typeface="Calibri"/>
                <a:cs typeface="Calibri"/>
              </a:rPr>
              <a:t>delay</a:t>
            </a:r>
            <a:r>
              <a:rPr lang="en-US" sz="1200" spc="305" dirty="0">
                <a:latin typeface="Calibri"/>
                <a:cs typeface="Calibri"/>
              </a:rPr>
              <a:t> </a:t>
            </a:r>
            <a:r>
              <a:rPr lang="en-US" sz="1200" dirty="0">
                <a:latin typeface="Calibri"/>
                <a:cs typeface="Calibri"/>
              </a:rPr>
              <a:t>in</a:t>
            </a:r>
            <a:r>
              <a:rPr lang="en-US" sz="1200" spc="295" dirty="0">
                <a:latin typeface="Calibri"/>
                <a:cs typeface="Calibri"/>
              </a:rPr>
              <a:t> </a:t>
            </a:r>
            <a:r>
              <a:rPr lang="en-US" sz="1200" dirty="0">
                <a:latin typeface="Calibri"/>
                <a:cs typeface="Calibri"/>
              </a:rPr>
              <a:t>bringing</a:t>
            </a:r>
            <a:r>
              <a:rPr lang="en-US" sz="1200" spc="300" dirty="0">
                <a:latin typeface="Calibri"/>
                <a:cs typeface="Calibri"/>
              </a:rPr>
              <a:t> </a:t>
            </a:r>
            <a:r>
              <a:rPr lang="en-US" sz="1200" dirty="0">
                <a:latin typeface="Calibri"/>
                <a:cs typeface="Calibri"/>
              </a:rPr>
              <a:t>a</a:t>
            </a:r>
            <a:r>
              <a:rPr lang="en-US" sz="1200" spc="300" dirty="0">
                <a:latin typeface="Calibri"/>
                <a:cs typeface="Calibri"/>
              </a:rPr>
              <a:t> </a:t>
            </a:r>
            <a:r>
              <a:rPr lang="en-US" sz="1200" dirty="0">
                <a:latin typeface="Calibri"/>
                <a:cs typeface="Calibri"/>
              </a:rPr>
              <a:t>product</a:t>
            </a:r>
            <a:r>
              <a:rPr lang="en-US" sz="1200" spc="300" dirty="0">
                <a:latin typeface="Calibri"/>
                <a:cs typeface="Calibri"/>
              </a:rPr>
              <a:t> </a:t>
            </a:r>
            <a:r>
              <a:rPr lang="en-US" sz="1200" dirty="0">
                <a:latin typeface="Calibri"/>
                <a:cs typeface="Calibri"/>
              </a:rPr>
              <a:t>to</a:t>
            </a:r>
            <a:r>
              <a:rPr lang="en-US" sz="1200" spc="300" dirty="0">
                <a:latin typeface="Calibri"/>
                <a:cs typeface="Calibri"/>
              </a:rPr>
              <a:t> </a:t>
            </a:r>
            <a:r>
              <a:rPr lang="en-US" sz="1200" dirty="0">
                <a:latin typeface="Calibri"/>
                <a:cs typeface="Calibri"/>
              </a:rPr>
              <a:t>market</a:t>
            </a:r>
            <a:r>
              <a:rPr lang="en-US" sz="1200" spc="305" dirty="0">
                <a:latin typeface="Calibri"/>
                <a:cs typeface="Calibri"/>
              </a:rPr>
              <a:t> </a:t>
            </a:r>
            <a:r>
              <a:rPr lang="en-US" sz="1200" dirty="0">
                <a:latin typeface="Calibri"/>
                <a:cs typeface="Calibri"/>
              </a:rPr>
              <a:t>can</a:t>
            </a:r>
            <a:r>
              <a:rPr lang="en-US" sz="1200" spc="300" dirty="0">
                <a:latin typeface="Calibri"/>
                <a:cs typeface="Calibri"/>
              </a:rPr>
              <a:t> </a:t>
            </a:r>
            <a:r>
              <a:rPr lang="en-US" sz="1200" dirty="0">
                <a:latin typeface="Calibri"/>
                <a:cs typeface="Calibri"/>
              </a:rPr>
              <a:t>result</a:t>
            </a:r>
            <a:r>
              <a:rPr lang="en-US" sz="1200" spc="305" dirty="0">
                <a:latin typeface="Calibri"/>
                <a:cs typeface="Calibri"/>
              </a:rPr>
              <a:t> </a:t>
            </a:r>
            <a:r>
              <a:rPr lang="en-US" sz="1200" dirty="0">
                <a:latin typeface="Calibri"/>
                <a:cs typeface="Calibri"/>
              </a:rPr>
              <a:t>in</a:t>
            </a:r>
            <a:r>
              <a:rPr lang="en-US" sz="1200" spc="300" dirty="0">
                <a:latin typeface="Calibri"/>
                <a:cs typeface="Calibri"/>
              </a:rPr>
              <a:t> </a:t>
            </a:r>
            <a:r>
              <a:rPr lang="en-US" sz="1200" dirty="0">
                <a:latin typeface="Calibri"/>
                <a:cs typeface="Calibri"/>
              </a:rPr>
              <a:t>a</a:t>
            </a:r>
            <a:r>
              <a:rPr lang="en-US" sz="1200" spc="295" dirty="0">
                <a:latin typeface="Calibri"/>
                <a:cs typeface="Calibri"/>
              </a:rPr>
              <a:t> </a:t>
            </a:r>
            <a:r>
              <a:rPr lang="en-US" sz="1200" dirty="0">
                <a:latin typeface="Calibri"/>
                <a:cs typeface="Calibri"/>
              </a:rPr>
              <a:t>loss</a:t>
            </a:r>
            <a:r>
              <a:rPr lang="en-US" sz="1200" spc="305" dirty="0">
                <a:latin typeface="Calibri"/>
                <a:cs typeface="Calibri"/>
              </a:rPr>
              <a:t> </a:t>
            </a:r>
            <a:r>
              <a:rPr lang="en-US" sz="1200" dirty="0">
                <a:latin typeface="Calibri"/>
                <a:cs typeface="Calibri"/>
              </a:rPr>
              <a:t>of</a:t>
            </a:r>
            <a:r>
              <a:rPr lang="en-US" sz="1200" spc="305" dirty="0">
                <a:latin typeface="Calibri"/>
                <a:cs typeface="Calibri"/>
              </a:rPr>
              <a:t> </a:t>
            </a:r>
            <a:r>
              <a:rPr lang="en-US" sz="1200" dirty="0">
                <a:latin typeface="Calibri"/>
                <a:cs typeface="Calibri"/>
              </a:rPr>
              <a:t>market</a:t>
            </a:r>
            <a:r>
              <a:rPr lang="en-US" sz="1200" spc="310" dirty="0">
                <a:latin typeface="Calibri"/>
                <a:cs typeface="Calibri"/>
              </a:rPr>
              <a:t> </a:t>
            </a:r>
            <a:r>
              <a:rPr lang="en-US" sz="1200" dirty="0">
                <a:latin typeface="Calibri"/>
                <a:cs typeface="Calibri"/>
              </a:rPr>
              <a:t>share</a:t>
            </a:r>
            <a:r>
              <a:rPr lang="en-US" sz="1200" spc="305" dirty="0">
                <a:latin typeface="Calibri"/>
                <a:cs typeface="Calibri"/>
              </a:rPr>
              <a:t> </a:t>
            </a:r>
            <a:r>
              <a:rPr lang="en-US" sz="1200" spc="-25" dirty="0">
                <a:latin typeface="Calibri"/>
                <a:cs typeface="Calibri"/>
              </a:rPr>
              <a:t>of </a:t>
            </a:r>
            <a:r>
              <a:rPr lang="en-US" sz="1200" dirty="0">
                <a:latin typeface="Calibri"/>
                <a:cs typeface="Calibri"/>
              </a:rPr>
              <a:t>about</a:t>
            </a:r>
            <a:r>
              <a:rPr lang="en-US" sz="1200" spc="-40" dirty="0">
                <a:latin typeface="Calibri"/>
                <a:cs typeface="Calibri"/>
              </a:rPr>
              <a:t> </a:t>
            </a:r>
            <a:r>
              <a:rPr lang="en-US" sz="1200" spc="-20" dirty="0">
                <a:latin typeface="Calibri"/>
                <a:cs typeface="Calibri"/>
              </a:rPr>
              <a:t>33%.</a:t>
            </a:r>
            <a:endParaRPr lang="en-US" sz="1200" dirty="0">
              <a:latin typeface="Calibri"/>
              <a:cs typeface="Calibri"/>
            </a:endParaRPr>
          </a:p>
          <a:p>
            <a:pPr marL="266700" indent="-228600" algn="just">
              <a:lnSpc>
                <a:spcPct val="100000"/>
              </a:lnSpc>
              <a:spcBef>
                <a:spcPts val="765"/>
              </a:spcBef>
              <a:buFont typeface="Arial MT"/>
              <a:buChar char="•"/>
              <a:tabLst>
                <a:tab pos="266700" algn="l"/>
              </a:tabLst>
            </a:pPr>
            <a:r>
              <a:rPr lang="en-US" sz="1200" dirty="0">
                <a:latin typeface="Calibri"/>
                <a:cs typeface="Calibri"/>
              </a:rPr>
              <a:t>Imposed</a:t>
            </a:r>
            <a:r>
              <a:rPr lang="en-US" sz="1200" spc="-60" dirty="0">
                <a:latin typeface="Calibri"/>
                <a:cs typeface="Calibri"/>
              </a:rPr>
              <a:t> </a:t>
            </a:r>
            <a:r>
              <a:rPr lang="en-US" sz="1200" dirty="0">
                <a:latin typeface="Calibri"/>
                <a:cs typeface="Calibri"/>
              </a:rPr>
              <a:t>deadlines</a:t>
            </a:r>
            <a:r>
              <a:rPr lang="en-US" sz="1200" spc="-55" dirty="0">
                <a:latin typeface="Calibri"/>
                <a:cs typeface="Calibri"/>
              </a:rPr>
              <a:t> </a:t>
            </a:r>
            <a:r>
              <a:rPr lang="en-US" sz="1200" dirty="0">
                <a:latin typeface="Calibri"/>
                <a:cs typeface="Calibri"/>
              </a:rPr>
              <a:t>is</a:t>
            </a:r>
            <a:r>
              <a:rPr lang="en-US" sz="1200" spc="-55" dirty="0">
                <a:latin typeface="Calibri"/>
                <a:cs typeface="Calibri"/>
              </a:rPr>
              <a:t> </a:t>
            </a:r>
            <a:r>
              <a:rPr lang="en-US" sz="1200" dirty="0">
                <a:latin typeface="Calibri"/>
                <a:cs typeface="Calibri"/>
              </a:rPr>
              <a:t>a</a:t>
            </a:r>
            <a:r>
              <a:rPr lang="en-US" sz="1200" spc="-55" dirty="0">
                <a:latin typeface="Calibri"/>
                <a:cs typeface="Calibri"/>
              </a:rPr>
              <a:t> </a:t>
            </a:r>
            <a:r>
              <a:rPr lang="en-US" sz="1200" dirty="0">
                <a:latin typeface="Calibri"/>
                <a:cs typeface="Calibri"/>
              </a:rPr>
              <a:t>3</a:t>
            </a:r>
            <a:r>
              <a:rPr lang="en-US" sz="1200" baseline="25925" dirty="0">
                <a:latin typeface="Calibri"/>
                <a:cs typeface="Calibri"/>
              </a:rPr>
              <a:t>rd</a:t>
            </a:r>
            <a:r>
              <a:rPr lang="en-US" sz="1200" spc="142" baseline="25925" dirty="0">
                <a:latin typeface="Calibri"/>
                <a:cs typeface="Calibri"/>
              </a:rPr>
              <a:t> </a:t>
            </a:r>
            <a:r>
              <a:rPr lang="en-US" sz="1200" dirty="0">
                <a:latin typeface="Calibri"/>
                <a:cs typeface="Calibri"/>
              </a:rPr>
              <a:t>reason</a:t>
            </a:r>
            <a:r>
              <a:rPr lang="en-US" sz="1200" spc="-60" dirty="0">
                <a:latin typeface="Calibri"/>
                <a:cs typeface="Calibri"/>
              </a:rPr>
              <a:t> </a:t>
            </a:r>
            <a:r>
              <a:rPr lang="en-US" sz="1200" dirty="0">
                <a:latin typeface="Calibri"/>
                <a:cs typeface="Calibri"/>
              </a:rPr>
              <a:t>for</a:t>
            </a:r>
            <a:r>
              <a:rPr lang="en-US" sz="1200" spc="-60" dirty="0">
                <a:latin typeface="Calibri"/>
                <a:cs typeface="Calibri"/>
              </a:rPr>
              <a:t> </a:t>
            </a:r>
            <a:r>
              <a:rPr lang="en-US" sz="1200" spc="-10" dirty="0">
                <a:latin typeface="Calibri"/>
                <a:cs typeface="Calibri"/>
              </a:rPr>
              <a:t>accelerating</a:t>
            </a:r>
            <a:r>
              <a:rPr lang="en-US" sz="1200" spc="-50" dirty="0">
                <a:latin typeface="Calibri"/>
                <a:cs typeface="Calibri"/>
              </a:rPr>
              <a:t> </a:t>
            </a:r>
            <a:r>
              <a:rPr lang="en-US" sz="1200" dirty="0">
                <a:latin typeface="Calibri"/>
                <a:cs typeface="Calibri"/>
              </a:rPr>
              <a:t>project</a:t>
            </a:r>
            <a:r>
              <a:rPr lang="en-US" sz="1200" spc="-50" dirty="0">
                <a:latin typeface="Calibri"/>
                <a:cs typeface="Calibri"/>
              </a:rPr>
              <a:t> </a:t>
            </a:r>
            <a:r>
              <a:rPr lang="en-US" sz="1200" dirty="0">
                <a:latin typeface="Calibri"/>
                <a:cs typeface="Calibri"/>
              </a:rPr>
              <a:t>completion</a:t>
            </a:r>
            <a:r>
              <a:rPr lang="en-US" sz="1200" spc="-55" dirty="0">
                <a:latin typeface="Calibri"/>
                <a:cs typeface="Calibri"/>
              </a:rPr>
              <a:t> </a:t>
            </a:r>
            <a:r>
              <a:rPr lang="en-US" sz="1200" spc="-10" dirty="0">
                <a:latin typeface="Calibri"/>
                <a:cs typeface="Calibri"/>
              </a:rPr>
              <a:t>(</a:t>
            </a:r>
            <a:r>
              <a:rPr lang="en-US" sz="1200" b="1" spc="-10" dirty="0">
                <a:latin typeface="Calibri"/>
                <a:cs typeface="Calibri"/>
              </a:rPr>
              <a:t>crashing</a:t>
            </a:r>
            <a:r>
              <a:rPr lang="en-US" sz="1200" spc="-10" dirty="0">
                <a:latin typeface="Calibri"/>
                <a:cs typeface="Calibri"/>
              </a:rPr>
              <a:t>).</a:t>
            </a:r>
            <a:endParaRPr lang="en-US" sz="1200" dirty="0">
              <a:latin typeface="Calibri"/>
              <a:cs typeface="Calibri"/>
            </a:endParaRPr>
          </a:p>
          <a:p>
            <a:pPr marL="266700" marR="30480" indent="-228600" algn="just">
              <a:lnSpc>
                <a:spcPct val="89400"/>
              </a:lnSpc>
              <a:spcBef>
                <a:spcPts val="1050"/>
              </a:spcBef>
              <a:buFont typeface="Arial MT"/>
              <a:buChar char="•"/>
              <a:tabLst>
                <a:tab pos="266700" algn="l"/>
              </a:tabLst>
            </a:pPr>
            <a:r>
              <a:rPr lang="en-US" sz="1200" dirty="0">
                <a:latin typeface="Calibri"/>
                <a:cs typeface="Calibri"/>
              </a:rPr>
              <a:t>This</a:t>
            </a:r>
            <a:r>
              <a:rPr lang="en-US" sz="1200" spc="459" dirty="0">
                <a:latin typeface="Calibri"/>
                <a:cs typeface="Calibri"/>
              </a:rPr>
              <a:t> </a:t>
            </a:r>
            <a:r>
              <a:rPr lang="en-US" sz="1200" dirty="0">
                <a:latin typeface="Calibri"/>
                <a:cs typeface="Calibri"/>
              </a:rPr>
              <a:t>comes</a:t>
            </a:r>
            <a:r>
              <a:rPr lang="en-US" sz="1200" spc="470" dirty="0">
                <a:latin typeface="Calibri"/>
                <a:cs typeface="Calibri"/>
              </a:rPr>
              <a:t> </a:t>
            </a:r>
            <a:r>
              <a:rPr lang="en-US" sz="1200" dirty="0">
                <a:latin typeface="Calibri"/>
                <a:cs typeface="Calibri"/>
              </a:rPr>
              <a:t>with</a:t>
            </a:r>
            <a:r>
              <a:rPr lang="en-US" sz="1200" spc="459" dirty="0">
                <a:latin typeface="Calibri"/>
                <a:cs typeface="Calibri"/>
              </a:rPr>
              <a:t> </a:t>
            </a:r>
            <a:r>
              <a:rPr lang="en-US" sz="1200" dirty="0">
                <a:latin typeface="Calibri"/>
                <a:cs typeface="Calibri"/>
              </a:rPr>
              <a:t>additional</a:t>
            </a:r>
            <a:r>
              <a:rPr lang="en-US" sz="1200" spc="465" dirty="0">
                <a:latin typeface="Calibri"/>
                <a:cs typeface="Calibri"/>
              </a:rPr>
              <a:t> </a:t>
            </a:r>
            <a:r>
              <a:rPr lang="en-US" sz="1200" dirty="0">
                <a:latin typeface="Calibri"/>
                <a:cs typeface="Calibri"/>
              </a:rPr>
              <a:t>costs</a:t>
            </a:r>
            <a:r>
              <a:rPr lang="en-US" sz="1200" spc="470" dirty="0">
                <a:latin typeface="Calibri"/>
                <a:cs typeface="Calibri"/>
              </a:rPr>
              <a:t> </a:t>
            </a:r>
            <a:r>
              <a:rPr lang="en-US" sz="1200" dirty="0">
                <a:latin typeface="Calibri"/>
                <a:cs typeface="Calibri"/>
              </a:rPr>
              <a:t>and</a:t>
            </a:r>
            <a:r>
              <a:rPr lang="en-US" sz="1200" spc="459" dirty="0">
                <a:latin typeface="Calibri"/>
                <a:cs typeface="Calibri"/>
              </a:rPr>
              <a:t> </a:t>
            </a:r>
            <a:r>
              <a:rPr lang="en-US" sz="1200" dirty="0">
                <a:latin typeface="Calibri"/>
                <a:cs typeface="Calibri"/>
              </a:rPr>
              <a:t>risk.</a:t>
            </a:r>
            <a:r>
              <a:rPr lang="en-US" sz="1200" spc="459" dirty="0">
                <a:latin typeface="Calibri"/>
                <a:cs typeface="Calibri"/>
              </a:rPr>
              <a:t> </a:t>
            </a:r>
            <a:r>
              <a:rPr lang="en-US" sz="1200" dirty="0">
                <a:latin typeface="Calibri"/>
                <a:cs typeface="Calibri"/>
              </a:rPr>
              <a:t>Some</a:t>
            </a:r>
            <a:r>
              <a:rPr lang="en-US" sz="1200" spc="470" dirty="0">
                <a:latin typeface="Calibri"/>
                <a:cs typeface="Calibri"/>
              </a:rPr>
              <a:t> </a:t>
            </a:r>
            <a:r>
              <a:rPr lang="en-US" sz="1200" dirty="0">
                <a:latin typeface="Calibri"/>
                <a:cs typeface="Calibri"/>
              </a:rPr>
              <a:t>contingency</a:t>
            </a:r>
            <a:r>
              <a:rPr lang="en-US" sz="1200" spc="470" dirty="0">
                <a:latin typeface="Calibri"/>
                <a:cs typeface="Calibri"/>
              </a:rPr>
              <a:t> </a:t>
            </a:r>
            <a:r>
              <a:rPr lang="en-US" sz="1200" dirty="0">
                <a:latin typeface="Calibri"/>
                <a:cs typeface="Calibri"/>
              </a:rPr>
              <a:t>plans</a:t>
            </a:r>
            <a:r>
              <a:rPr lang="en-US" sz="1200" spc="465" dirty="0">
                <a:latin typeface="Calibri"/>
                <a:cs typeface="Calibri"/>
              </a:rPr>
              <a:t> </a:t>
            </a:r>
            <a:r>
              <a:rPr lang="en-US" sz="1200" dirty="0">
                <a:latin typeface="Calibri"/>
                <a:cs typeface="Calibri"/>
              </a:rPr>
              <a:t>can</a:t>
            </a:r>
            <a:r>
              <a:rPr lang="en-US" sz="1200" spc="459" dirty="0">
                <a:latin typeface="Calibri"/>
                <a:cs typeface="Calibri"/>
              </a:rPr>
              <a:t> </a:t>
            </a:r>
            <a:r>
              <a:rPr lang="en-US" sz="1200" dirty="0">
                <a:latin typeface="Calibri"/>
                <a:cs typeface="Calibri"/>
              </a:rPr>
              <a:t>avoid</a:t>
            </a:r>
            <a:r>
              <a:rPr lang="en-US" sz="1200" spc="455" dirty="0">
                <a:latin typeface="Calibri"/>
                <a:cs typeface="Calibri"/>
              </a:rPr>
              <a:t> </a:t>
            </a:r>
            <a:r>
              <a:rPr lang="en-US" sz="1200" spc="-10" dirty="0">
                <a:latin typeface="Calibri"/>
                <a:cs typeface="Calibri"/>
              </a:rPr>
              <a:t>costly </a:t>
            </a:r>
            <a:r>
              <a:rPr lang="en-US" sz="1200" dirty="0">
                <a:latin typeface="Calibri"/>
                <a:cs typeface="Calibri"/>
              </a:rPr>
              <a:t>procedures.</a:t>
            </a:r>
            <a:r>
              <a:rPr lang="en-US" sz="1200" spc="270" dirty="0">
                <a:latin typeface="Calibri"/>
                <a:cs typeface="Calibri"/>
              </a:rPr>
              <a:t> </a:t>
            </a:r>
            <a:r>
              <a:rPr lang="en-US" sz="1200" dirty="0">
                <a:latin typeface="Calibri"/>
                <a:cs typeface="Calibri"/>
              </a:rPr>
              <a:t>For</a:t>
            </a:r>
            <a:r>
              <a:rPr lang="en-US" sz="1200" spc="275" dirty="0">
                <a:latin typeface="Calibri"/>
                <a:cs typeface="Calibri"/>
              </a:rPr>
              <a:t> </a:t>
            </a:r>
            <a:r>
              <a:rPr lang="en-US" sz="1200" dirty="0">
                <a:latin typeface="Calibri"/>
                <a:cs typeface="Calibri"/>
              </a:rPr>
              <a:t>example,</a:t>
            </a:r>
            <a:r>
              <a:rPr lang="en-US" sz="1200" spc="275" dirty="0">
                <a:latin typeface="Calibri"/>
                <a:cs typeface="Calibri"/>
              </a:rPr>
              <a:t> </a:t>
            </a:r>
            <a:r>
              <a:rPr lang="en-US" sz="1200" dirty="0">
                <a:latin typeface="Calibri"/>
                <a:cs typeface="Calibri"/>
              </a:rPr>
              <a:t>schedules</a:t>
            </a:r>
            <a:r>
              <a:rPr lang="en-US" sz="1200" spc="280" dirty="0">
                <a:latin typeface="Calibri"/>
                <a:cs typeface="Calibri"/>
              </a:rPr>
              <a:t> </a:t>
            </a:r>
            <a:r>
              <a:rPr lang="en-US" sz="1200" dirty="0">
                <a:latin typeface="Calibri"/>
                <a:cs typeface="Calibri"/>
              </a:rPr>
              <a:t>can</a:t>
            </a:r>
            <a:r>
              <a:rPr lang="en-US" sz="1200" spc="275" dirty="0">
                <a:latin typeface="Calibri"/>
                <a:cs typeface="Calibri"/>
              </a:rPr>
              <a:t> </a:t>
            </a:r>
            <a:r>
              <a:rPr lang="en-US" sz="1200" dirty="0">
                <a:latin typeface="Calibri"/>
                <a:cs typeface="Calibri"/>
              </a:rPr>
              <a:t>be</a:t>
            </a:r>
            <a:r>
              <a:rPr lang="en-US" sz="1200" spc="275" dirty="0">
                <a:latin typeface="Calibri"/>
                <a:cs typeface="Calibri"/>
              </a:rPr>
              <a:t> </a:t>
            </a:r>
            <a:r>
              <a:rPr lang="en-US" sz="1200" dirty="0">
                <a:latin typeface="Calibri"/>
                <a:cs typeface="Calibri"/>
              </a:rPr>
              <a:t>altered</a:t>
            </a:r>
            <a:r>
              <a:rPr lang="en-US" sz="1200" spc="270" dirty="0">
                <a:latin typeface="Calibri"/>
                <a:cs typeface="Calibri"/>
              </a:rPr>
              <a:t> </a:t>
            </a:r>
            <a:r>
              <a:rPr lang="en-US" sz="1200" dirty="0">
                <a:latin typeface="Calibri"/>
                <a:cs typeface="Calibri"/>
              </a:rPr>
              <a:t>by</a:t>
            </a:r>
            <a:r>
              <a:rPr lang="en-US" sz="1200" spc="280" dirty="0">
                <a:latin typeface="Calibri"/>
                <a:cs typeface="Calibri"/>
              </a:rPr>
              <a:t> </a:t>
            </a:r>
            <a:r>
              <a:rPr lang="en-US" sz="1200" dirty="0">
                <a:latin typeface="Calibri"/>
                <a:cs typeface="Calibri"/>
              </a:rPr>
              <a:t>working</a:t>
            </a:r>
            <a:r>
              <a:rPr lang="en-US" sz="1200" spc="275" dirty="0">
                <a:latin typeface="Calibri"/>
                <a:cs typeface="Calibri"/>
              </a:rPr>
              <a:t> </a:t>
            </a:r>
            <a:r>
              <a:rPr lang="en-US" sz="1200" dirty="0">
                <a:latin typeface="Calibri"/>
                <a:cs typeface="Calibri"/>
              </a:rPr>
              <a:t>activities</a:t>
            </a:r>
            <a:r>
              <a:rPr lang="en-US" sz="1200" spc="275" dirty="0">
                <a:latin typeface="Calibri"/>
                <a:cs typeface="Calibri"/>
              </a:rPr>
              <a:t> </a:t>
            </a:r>
            <a:r>
              <a:rPr lang="en-US" sz="1200" dirty="0">
                <a:latin typeface="Calibri"/>
                <a:cs typeface="Calibri"/>
              </a:rPr>
              <a:t>in</a:t>
            </a:r>
            <a:r>
              <a:rPr lang="en-US" sz="1200" spc="275" dirty="0">
                <a:latin typeface="Calibri"/>
                <a:cs typeface="Calibri"/>
              </a:rPr>
              <a:t> </a:t>
            </a:r>
            <a:r>
              <a:rPr lang="en-US" sz="1200" dirty="0">
                <a:latin typeface="Calibri"/>
                <a:cs typeface="Calibri"/>
              </a:rPr>
              <a:t>parallel</a:t>
            </a:r>
            <a:r>
              <a:rPr lang="en-US" sz="1200" spc="265" dirty="0">
                <a:latin typeface="Calibri"/>
                <a:cs typeface="Calibri"/>
              </a:rPr>
              <a:t> </a:t>
            </a:r>
            <a:r>
              <a:rPr lang="en-US" sz="1200" spc="-25" dirty="0">
                <a:latin typeface="Calibri"/>
                <a:cs typeface="Calibri"/>
              </a:rPr>
              <a:t>or </a:t>
            </a:r>
            <a:r>
              <a:rPr lang="en-US" sz="1200" dirty="0">
                <a:latin typeface="Calibri"/>
                <a:cs typeface="Calibri"/>
              </a:rPr>
              <a:t>using</a:t>
            </a:r>
            <a:r>
              <a:rPr lang="en-US" sz="1200" spc="225" dirty="0">
                <a:latin typeface="Calibri"/>
                <a:cs typeface="Calibri"/>
              </a:rPr>
              <a:t> </a:t>
            </a:r>
            <a:r>
              <a:rPr lang="en-US" sz="1200" dirty="0">
                <a:latin typeface="Calibri"/>
                <a:cs typeface="Calibri"/>
              </a:rPr>
              <a:t>the</a:t>
            </a:r>
            <a:r>
              <a:rPr lang="en-US" sz="1200" spc="235" dirty="0">
                <a:latin typeface="Calibri"/>
                <a:cs typeface="Calibri"/>
              </a:rPr>
              <a:t> </a:t>
            </a:r>
            <a:r>
              <a:rPr lang="en-US" sz="1200" dirty="0">
                <a:latin typeface="Calibri"/>
                <a:cs typeface="Calibri"/>
              </a:rPr>
              <a:t>best</a:t>
            </a:r>
            <a:r>
              <a:rPr lang="en-US" sz="1200" spc="229" dirty="0">
                <a:latin typeface="Calibri"/>
                <a:cs typeface="Calibri"/>
              </a:rPr>
              <a:t> </a:t>
            </a:r>
            <a:r>
              <a:rPr lang="en-US" sz="1200" dirty="0">
                <a:latin typeface="Calibri"/>
                <a:cs typeface="Calibri"/>
              </a:rPr>
              <a:t>people</a:t>
            </a:r>
            <a:r>
              <a:rPr lang="en-US" sz="1200" spc="229" dirty="0">
                <a:latin typeface="Calibri"/>
                <a:cs typeface="Calibri"/>
              </a:rPr>
              <a:t> </a:t>
            </a:r>
            <a:r>
              <a:rPr lang="en-US" sz="1200" dirty="0">
                <a:latin typeface="Calibri"/>
                <a:cs typeface="Calibri"/>
              </a:rPr>
              <a:t>for</a:t>
            </a:r>
            <a:r>
              <a:rPr lang="en-US" sz="1200" spc="225" dirty="0">
                <a:latin typeface="Calibri"/>
                <a:cs typeface="Calibri"/>
              </a:rPr>
              <a:t> </a:t>
            </a:r>
            <a:r>
              <a:rPr lang="en-US" sz="1200" spc="-10" dirty="0">
                <a:latin typeface="Calibri"/>
                <a:cs typeface="Calibri"/>
              </a:rPr>
              <a:t>high-</a:t>
            </a:r>
            <a:r>
              <a:rPr lang="en-US" sz="1200" dirty="0">
                <a:latin typeface="Calibri"/>
                <a:cs typeface="Calibri"/>
              </a:rPr>
              <a:t>risk</a:t>
            </a:r>
            <a:r>
              <a:rPr lang="en-US" sz="1200" spc="229" dirty="0">
                <a:latin typeface="Calibri"/>
                <a:cs typeface="Calibri"/>
              </a:rPr>
              <a:t> </a:t>
            </a:r>
            <a:r>
              <a:rPr lang="en-US" sz="1200" dirty="0">
                <a:latin typeface="Calibri"/>
                <a:cs typeface="Calibri"/>
              </a:rPr>
              <a:t>tasks</a:t>
            </a:r>
            <a:r>
              <a:rPr lang="en-US" sz="1200" spc="229" dirty="0">
                <a:latin typeface="Calibri"/>
                <a:cs typeface="Calibri"/>
              </a:rPr>
              <a:t> </a:t>
            </a:r>
            <a:r>
              <a:rPr lang="en-US" sz="1200" dirty="0">
                <a:latin typeface="Calibri"/>
                <a:cs typeface="Calibri"/>
              </a:rPr>
              <a:t>can</a:t>
            </a:r>
            <a:r>
              <a:rPr lang="en-US" sz="1200" spc="225" dirty="0">
                <a:latin typeface="Calibri"/>
                <a:cs typeface="Calibri"/>
              </a:rPr>
              <a:t> </a:t>
            </a:r>
            <a:r>
              <a:rPr lang="en-US" sz="1200" dirty="0">
                <a:latin typeface="Calibri"/>
                <a:cs typeface="Calibri"/>
              </a:rPr>
              <a:t>relieve</a:t>
            </a:r>
            <a:r>
              <a:rPr lang="en-US" sz="1200" spc="229" dirty="0">
                <a:latin typeface="Calibri"/>
                <a:cs typeface="Calibri"/>
              </a:rPr>
              <a:t> </a:t>
            </a:r>
            <a:r>
              <a:rPr lang="en-US" sz="1200" dirty="0">
                <a:latin typeface="Calibri"/>
                <a:cs typeface="Calibri"/>
              </a:rPr>
              <a:t>or</a:t>
            </a:r>
            <a:r>
              <a:rPr lang="en-US" sz="1200" spc="220" dirty="0">
                <a:latin typeface="Calibri"/>
                <a:cs typeface="Calibri"/>
              </a:rPr>
              <a:t> </a:t>
            </a:r>
            <a:r>
              <a:rPr lang="en-US" sz="1200" dirty="0">
                <a:latin typeface="Calibri"/>
                <a:cs typeface="Calibri"/>
              </a:rPr>
              <a:t>lessen</a:t>
            </a:r>
            <a:r>
              <a:rPr lang="en-US" sz="1200" spc="220" dirty="0">
                <a:latin typeface="Calibri"/>
                <a:cs typeface="Calibri"/>
              </a:rPr>
              <a:t> </a:t>
            </a:r>
            <a:r>
              <a:rPr lang="en-US" sz="1200" dirty="0">
                <a:latin typeface="Calibri"/>
                <a:cs typeface="Calibri"/>
              </a:rPr>
              <a:t>the</a:t>
            </a:r>
            <a:r>
              <a:rPr lang="en-US" sz="1200" spc="235" dirty="0">
                <a:latin typeface="Calibri"/>
                <a:cs typeface="Calibri"/>
              </a:rPr>
              <a:t> </a:t>
            </a:r>
            <a:r>
              <a:rPr lang="en-US" sz="1200" dirty="0">
                <a:latin typeface="Calibri"/>
                <a:cs typeface="Calibri"/>
              </a:rPr>
              <a:t>chance</a:t>
            </a:r>
            <a:r>
              <a:rPr lang="en-US" sz="1200" spc="229" dirty="0">
                <a:latin typeface="Calibri"/>
                <a:cs typeface="Calibri"/>
              </a:rPr>
              <a:t> </a:t>
            </a:r>
            <a:r>
              <a:rPr lang="en-US" sz="1200" dirty="0">
                <a:latin typeface="Calibri"/>
                <a:cs typeface="Calibri"/>
              </a:rPr>
              <a:t>of</a:t>
            </a:r>
            <a:r>
              <a:rPr lang="en-US" sz="1200" spc="229" dirty="0">
                <a:latin typeface="Calibri"/>
                <a:cs typeface="Calibri"/>
              </a:rPr>
              <a:t> </a:t>
            </a:r>
            <a:r>
              <a:rPr lang="en-US" sz="1200" dirty="0">
                <a:latin typeface="Calibri"/>
                <a:cs typeface="Calibri"/>
              </a:rPr>
              <a:t>some</a:t>
            </a:r>
            <a:r>
              <a:rPr lang="en-US" sz="1200" spc="235" dirty="0">
                <a:latin typeface="Calibri"/>
                <a:cs typeface="Calibri"/>
              </a:rPr>
              <a:t> </a:t>
            </a:r>
            <a:r>
              <a:rPr lang="en-US" sz="1200" spc="-20" dirty="0">
                <a:latin typeface="Calibri"/>
                <a:cs typeface="Calibri"/>
              </a:rPr>
              <a:t>risk </a:t>
            </a:r>
            <a:r>
              <a:rPr lang="en-US" sz="1200" dirty="0">
                <a:latin typeface="Calibri"/>
                <a:cs typeface="Calibri"/>
              </a:rPr>
              <a:t>events</a:t>
            </a:r>
            <a:r>
              <a:rPr lang="en-US" sz="1200" spc="-95" dirty="0">
                <a:latin typeface="Calibri"/>
                <a:cs typeface="Calibri"/>
              </a:rPr>
              <a:t> </a:t>
            </a:r>
            <a:r>
              <a:rPr lang="en-US" sz="1200" spc="-10" dirty="0">
                <a:latin typeface="Calibri"/>
                <a:cs typeface="Calibri"/>
              </a:rPr>
              <a:t>occurring.</a:t>
            </a:r>
          </a:p>
          <a:p>
            <a:pPr marL="266700" marR="30480" indent="-228600" algn="just">
              <a:lnSpc>
                <a:spcPct val="89400"/>
              </a:lnSpc>
              <a:spcBef>
                <a:spcPts val="1050"/>
              </a:spcBef>
              <a:buFont typeface="Arial MT"/>
              <a:buChar char="•"/>
              <a:tabLst>
                <a:tab pos="266700" algn="l"/>
              </a:tabLst>
            </a:pPr>
            <a:endParaRPr lang="en-US" sz="1200" spc="-10" dirty="0">
              <a:latin typeface="Calibri"/>
              <a:cs typeface="Calibri"/>
            </a:endParaRPr>
          </a:p>
          <a:p>
            <a:pPr marL="266700" marR="30480" lvl="0" indent="-228600" algn="just" defTabSz="914400" rtl="0" eaLnBrk="1" fontAlgn="auto" latinLnBrk="0" hangingPunct="1">
              <a:lnSpc>
                <a:spcPct val="89400"/>
              </a:lnSpc>
              <a:spcBef>
                <a:spcPts val="1050"/>
              </a:spcBef>
              <a:spcAft>
                <a:spcPts val="0"/>
              </a:spcAft>
              <a:buClrTx/>
              <a:buSzTx/>
              <a:buFont typeface="Arial MT"/>
              <a:buChar char="•"/>
              <a:tabLst>
                <a:tab pos="266700" algn="l"/>
              </a:tabLst>
              <a:defRPr/>
            </a:pPr>
            <a:r>
              <a:rPr lang="ar-EG" sz="1200" b="0" i="0" kern="1200" dirty="0">
                <a:solidFill>
                  <a:schemeClr val="tx1"/>
                </a:solidFill>
                <a:effectLst/>
                <a:latin typeface="+mn-lt"/>
                <a:ea typeface="+mn-ea"/>
                <a:cs typeface="+mn-cs"/>
              </a:rPr>
              <a:t>غالبًا ما تقوم المؤسسات بتأجيل مواجهة تهديد تأخر المشروع حتى يظهر. هنا، يتم تخصيص أموال تحوطية لتسريع المشروع أو "تسريعه" لإعادته إلى المسار الصحيح. يتم تحقيق التسريع، أو تقليل مدة المشروع، عن طريق تقصير (ضغط) نشاط واحد أو أكثر على المسار الحرج. سبب آخر لمحاولة تقليل مدة المشروع (التسريع) هو الوقت للوصول إلى السوق (في الظروف العادية). قاعدة عامة للشركات التكنولوجية العالية هي أن تأخيرًا لمدة 6 أشهر في إحضار منتج إلى السوق يمكن أن يؤدي إلى خسارة حصة سوقية تبلغ حوالي 33٪. الجدول الزمني المفروض هو السبب الثالث لتسريع إنجاز المشروع (التسريع). يأتي هذا مع تكاليف إضافية ومخاطر. يمكن لبعض خطط الطوارئ تجنب الإجراءات المكلفة. على سبيل المثال، يمكن تعديل الجداول الزمنية من خلال العمل على الأنشطة بشكل متوازي أو باستخدام أفضل الأشخاص للمهام عالية المخاطر يمكن أن يخفف أو يقلل من احتمال حدوث بعض الأحداث الخطرة.</a:t>
            </a:r>
            <a:endParaRPr lang="en-US" dirty="0"/>
          </a:p>
          <a:p>
            <a:pPr marL="266700" marR="30480" indent="-228600" algn="just">
              <a:lnSpc>
                <a:spcPct val="89400"/>
              </a:lnSpc>
              <a:spcBef>
                <a:spcPts val="1050"/>
              </a:spcBef>
              <a:buFont typeface="Arial MT"/>
              <a:buChar char="•"/>
              <a:tabLst>
                <a:tab pos="266700" algn="l"/>
              </a:tabLst>
            </a:pPr>
            <a:endParaRPr lang="en-US" sz="1200" dirty="0">
              <a:latin typeface="Calibri"/>
              <a:cs typeface="Calibri"/>
            </a:endParaRPr>
          </a:p>
          <a:p>
            <a:pPr marL="266700" marR="30480" indent="-228600" algn="just">
              <a:lnSpc>
                <a:spcPct val="89400"/>
              </a:lnSpc>
              <a:spcBef>
                <a:spcPts val="1050"/>
              </a:spcBef>
              <a:buFont typeface="Arial MT"/>
              <a:buChar char="•"/>
              <a:tabLst>
                <a:tab pos="266700" algn="l"/>
              </a:tabLst>
            </a:pPr>
            <a:endParaRPr lang="en-US" sz="1200" dirty="0">
              <a:latin typeface="Calibri"/>
              <a:cs typeface="Calibri"/>
            </a:endParaRPr>
          </a:p>
          <a:p>
            <a:pPr marL="266700" marR="30480" indent="-228600" algn="just">
              <a:lnSpc>
                <a:spcPct val="89400"/>
              </a:lnSpc>
              <a:spcBef>
                <a:spcPts val="1050"/>
              </a:spcBef>
              <a:buFont typeface="Arial MT"/>
              <a:buChar char="•"/>
              <a:tabLst>
                <a:tab pos="266700" algn="l"/>
              </a:tabLst>
            </a:pPr>
            <a:r>
              <a:rPr lang="en-US" sz="1200" dirty="0">
                <a:latin typeface="Calibri"/>
                <a:cs typeface="Calibri"/>
              </a:rPr>
              <a:t>Cost risks </a:t>
            </a:r>
          </a:p>
          <a:p>
            <a:pPr marL="38100" marR="30480" indent="0" algn="just">
              <a:lnSpc>
                <a:spcPct val="89400"/>
              </a:lnSpc>
              <a:spcBef>
                <a:spcPts val="1050"/>
              </a:spcBef>
              <a:buFont typeface="Arial MT"/>
              <a:buNone/>
              <a:tabLst>
                <a:tab pos="266700" algn="l"/>
              </a:tabLst>
            </a:pPr>
            <a:endParaRPr lang="en-US" sz="1200" dirty="0">
              <a:latin typeface="Calibri"/>
              <a:cs typeface="Calibri"/>
            </a:endParaRPr>
          </a:p>
          <a:p>
            <a:pPr marL="241300" marR="6350" indent="-228600" algn="just">
              <a:lnSpc>
                <a:spcPts val="2710"/>
              </a:lnSpc>
              <a:spcBef>
                <a:spcPts val="730"/>
              </a:spcBef>
              <a:buFont typeface="Arial MT"/>
              <a:buChar char="•"/>
              <a:tabLst>
                <a:tab pos="241300" algn="l"/>
              </a:tabLst>
            </a:pPr>
            <a:r>
              <a:rPr lang="en-US" dirty="0"/>
              <a:t>Projects</a:t>
            </a:r>
            <a:r>
              <a:rPr lang="en-US" spc="280" dirty="0"/>
              <a:t> </a:t>
            </a:r>
            <a:r>
              <a:rPr lang="en-US" dirty="0"/>
              <a:t>of</a:t>
            </a:r>
            <a:r>
              <a:rPr lang="en-US" spc="275" dirty="0"/>
              <a:t> </a:t>
            </a:r>
            <a:r>
              <a:rPr lang="en-US" dirty="0"/>
              <a:t>long</a:t>
            </a:r>
            <a:r>
              <a:rPr lang="en-US" spc="275" dirty="0"/>
              <a:t> </a:t>
            </a:r>
            <a:r>
              <a:rPr lang="en-US" dirty="0"/>
              <a:t>duration</a:t>
            </a:r>
            <a:r>
              <a:rPr lang="en-US" spc="280" dirty="0"/>
              <a:t> </a:t>
            </a:r>
            <a:r>
              <a:rPr lang="en-US" dirty="0"/>
              <a:t>need</a:t>
            </a:r>
            <a:r>
              <a:rPr lang="en-US" spc="280" dirty="0"/>
              <a:t> </a:t>
            </a:r>
            <a:r>
              <a:rPr lang="en-US" dirty="0"/>
              <a:t>some</a:t>
            </a:r>
            <a:r>
              <a:rPr lang="en-US" spc="275" dirty="0"/>
              <a:t> </a:t>
            </a:r>
            <a:r>
              <a:rPr lang="en-US" dirty="0"/>
              <a:t>contingency</a:t>
            </a:r>
            <a:r>
              <a:rPr lang="en-US" spc="270" dirty="0"/>
              <a:t> </a:t>
            </a:r>
            <a:r>
              <a:rPr lang="en-US" dirty="0"/>
              <a:t>for</a:t>
            </a:r>
            <a:r>
              <a:rPr lang="en-US" spc="280" dirty="0"/>
              <a:t> </a:t>
            </a:r>
            <a:r>
              <a:rPr lang="en-US" dirty="0"/>
              <a:t>price</a:t>
            </a:r>
            <a:r>
              <a:rPr lang="en-US" spc="275" dirty="0"/>
              <a:t> </a:t>
            </a:r>
            <a:r>
              <a:rPr lang="en-US" spc="-10" dirty="0"/>
              <a:t>changes; </a:t>
            </a:r>
            <a:r>
              <a:rPr lang="en-US" dirty="0"/>
              <a:t>which</a:t>
            </a:r>
            <a:r>
              <a:rPr lang="en-US" spc="-55" dirty="0"/>
              <a:t> </a:t>
            </a:r>
            <a:r>
              <a:rPr lang="en-US" dirty="0"/>
              <a:t>are</a:t>
            </a:r>
            <a:r>
              <a:rPr lang="en-US" spc="-60" dirty="0"/>
              <a:t> </a:t>
            </a:r>
            <a:r>
              <a:rPr lang="en-US" dirty="0"/>
              <a:t>usually</a:t>
            </a:r>
            <a:r>
              <a:rPr lang="en-US" spc="-65" dirty="0"/>
              <a:t> </a:t>
            </a:r>
            <a:r>
              <a:rPr lang="en-US" spc="-10" dirty="0"/>
              <a:t>upward.</a:t>
            </a:r>
          </a:p>
          <a:p>
            <a:pPr marL="241300" marR="5080" indent="-228600" algn="just">
              <a:lnSpc>
                <a:spcPct val="79700"/>
              </a:lnSpc>
              <a:spcBef>
                <a:spcPts val="1040"/>
              </a:spcBef>
              <a:buFont typeface="Arial MT"/>
              <a:buChar char="•"/>
              <a:tabLst>
                <a:tab pos="241300" algn="l"/>
              </a:tabLst>
            </a:pPr>
            <a:r>
              <a:rPr lang="en-US" dirty="0"/>
              <a:t>The</a:t>
            </a:r>
            <a:r>
              <a:rPr lang="en-US" spc="325" dirty="0"/>
              <a:t> </a:t>
            </a:r>
            <a:r>
              <a:rPr lang="en-US" dirty="0"/>
              <a:t>important</a:t>
            </a:r>
            <a:r>
              <a:rPr lang="en-US" spc="325" dirty="0"/>
              <a:t> </a:t>
            </a:r>
            <a:r>
              <a:rPr lang="en-US" dirty="0"/>
              <a:t>point</a:t>
            </a:r>
            <a:r>
              <a:rPr lang="en-US" spc="330" dirty="0"/>
              <a:t> </a:t>
            </a:r>
            <a:r>
              <a:rPr lang="en-US" dirty="0"/>
              <a:t>to</a:t>
            </a:r>
            <a:r>
              <a:rPr lang="en-US" spc="330" dirty="0"/>
              <a:t> </a:t>
            </a:r>
            <a:r>
              <a:rPr lang="en-US" dirty="0"/>
              <a:t>remember</a:t>
            </a:r>
            <a:r>
              <a:rPr lang="en-US" spc="325" dirty="0"/>
              <a:t> </a:t>
            </a:r>
            <a:r>
              <a:rPr lang="en-US" dirty="0"/>
              <a:t>when</a:t>
            </a:r>
            <a:r>
              <a:rPr lang="en-US" spc="340" dirty="0"/>
              <a:t> </a:t>
            </a:r>
            <a:r>
              <a:rPr lang="en-US" dirty="0"/>
              <a:t>reviewing</a:t>
            </a:r>
            <a:r>
              <a:rPr lang="en-US" spc="320" dirty="0"/>
              <a:t> </a:t>
            </a:r>
            <a:r>
              <a:rPr lang="en-US" dirty="0"/>
              <a:t>price</a:t>
            </a:r>
            <a:r>
              <a:rPr lang="en-US" spc="325" dirty="0"/>
              <a:t> </a:t>
            </a:r>
            <a:r>
              <a:rPr lang="en-US" dirty="0"/>
              <a:t>is</a:t>
            </a:r>
            <a:r>
              <a:rPr lang="en-US" spc="330" dirty="0"/>
              <a:t> </a:t>
            </a:r>
            <a:r>
              <a:rPr lang="en-US" dirty="0"/>
              <a:t>to</a:t>
            </a:r>
            <a:r>
              <a:rPr lang="en-US" spc="330" dirty="0"/>
              <a:t> </a:t>
            </a:r>
            <a:r>
              <a:rPr lang="en-US" spc="-10" dirty="0"/>
              <a:t>avoid </a:t>
            </a:r>
            <a:r>
              <a:rPr lang="en-US" dirty="0"/>
              <a:t>the</a:t>
            </a:r>
            <a:r>
              <a:rPr lang="en-US" spc="245" dirty="0"/>
              <a:t> </a:t>
            </a:r>
            <a:r>
              <a:rPr lang="en-US" dirty="0"/>
              <a:t>trap</a:t>
            </a:r>
            <a:r>
              <a:rPr lang="en-US" spc="254" dirty="0"/>
              <a:t> </a:t>
            </a:r>
            <a:r>
              <a:rPr lang="en-US" dirty="0"/>
              <a:t>of</a:t>
            </a:r>
            <a:r>
              <a:rPr lang="en-US" spc="250" dirty="0"/>
              <a:t> </a:t>
            </a:r>
            <a:r>
              <a:rPr lang="en-US" dirty="0"/>
              <a:t>using</a:t>
            </a:r>
            <a:r>
              <a:rPr lang="en-US" spc="240" dirty="0"/>
              <a:t> </a:t>
            </a:r>
            <a:r>
              <a:rPr lang="en-US" dirty="0"/>
              <a:t>one</a:t>
            </a:r>
            <a:r>
              <a:rPr lang="en-US" spc="245" dirty="0"/>
              <a:t> </a:t>
            </a:r>
            <a:r>
              <a:rPr lang="en-US" dirty="0"/>
              <a:t>lump</a:t>
            </a:r>
            <a:r>
              <a:rPr lang="en-US" spc="260" dirty="0"/>
              <a:t> </a:t>
            </a:r>
            <a:r>
              <a:rPr lang="en-US" dirty="0"/>
              <a:t>sum</a:t>
            </a:r>
            <a:r>
              <a:rPr lang="en-US" spc="245" dirty="0"/>
              <a:t> </a:t>
            </a:r>
            <a:r>
              <a:rPr lang="en-US" dirty="0"/>
              <a:t>to</a:t>
            </a:r>
            <a:r>
              <a:rPr lang="en-US" spc="254" dirty="0"/>
              <a:t> </a:t>
            </a:r>
            <a:r>
              <a:rPr lang="en-US" dirty="0"/>
              <a:t>cover</a:t>
            </a:r>
            <a:r>
              <a:rPr lang="en-US" spc="254" dirty="0"/>
              <a:t> </a:t>
            </a:r>
            <a:r>
              <a:rPr lang="en-US" dirty="0"/>
              <a:t>price</a:t>
            </a:r>
            <a:r>
              <a:rPr lang="en-US" spc="245" dirty="0"/>
              <a:t> </a:t>
            </a:r>
            <a:r>
              <a:rPr lang="en-US" dirty="0"/>
              <a:t>risks.</a:t>
            </a:r>
            <a:r>
              <a:rPr lang="en-US" spc="254" dirty="0"/>
              <a:t> </a:t>
            </a:r>
            <a:r>
              <a:rPr lang="en-US" dirty="0"/>
              <a:t>For</a:t>
            </a:r>
            <a:r>
              <a:rPr lang="en-US" spc="250" dirty="0"/>
              <a:t> </a:t>
            </a:r>
            <a:r>
              <a:rPr lang="en-US" dirty="0"/>
              <a:t>example,</a:t>
            </a:r>
            <a:r>
              <a:rPr lang="en-US" spc="254" dirty="0"/>
              <a:t> </a:t>
            </a:r>
            <a:r>
              <a:rPr lang="en-US" spc="-25" dirty="0"/>
              <a:t>if </a:t>
            </a:r>
            <a:r>
              <a:rPr lang="en-US" dirty="0"/>
              <a:t>inflation</a:t>
            </a:r>
            <a:r>
              <a:rPr lang="en-US" spc="225" dirty="0"/>
              <a:t> </a:t>
            </a:r>
            <a:r>
              <a:rPr lang="en-US" dirty="0"/>
              <a:t>has</a:t>
            </a:r>
            <a:r>
              <a:rPr lang="en-US" spc="229" dirty="0"/>
              <a:t> </a:t>
            </a:r>
            <a:r>
              <a:rPr lang="en-US" dirty="0"/>
              <a:t>been</a:t>
            </a:r>
            <a:r>
              <a:rPr lang="en-US" spc="225" dirty="0"/>
              <a:t> </a:t>
            </a:r>
            <a:r>
              <a:rPr lang="en-US" dirty="0"/>
              <a:t>running</a:t>
            </a:r>
            <a:r>
              <a:rPr lang="en-US" spc="220" dirty="0"/>
              <a:t> </a:t>
            </a:r>
            <a:r>
              <a:rPr lang="en-US" dirty="0"/>
              <a:t>about</a:t>
            </a:r>
            <a:r>
              <a:rPr lang="en-US" spc="225" dirty="0"/>
              <a:t> </a:t>
            </a:r>
            <a:r>
              <a:rPr lang="en-US" dirty="0"/>
              <a:t>3%,</a:t>
            </a:r>
            <a:r>
              <a:rPr lang="en-US" spc="229" dirty="0"/>
              <a:t> </a:t>
            </a:r>
            <a:r>
              <a:rPr lang="en-US" dirty="0"/>
              <a:t>some</a:t>
            </a:r>
            <a:r>
              <a:rPr lang="en-US" spc="225" dirty="0"/>
              <a:t> </a:t>
            </a:r>
            <a:r>
              <a:rPr lang="en-US" dirty="0"/>
              <a:t>managers</a:t>
            </a:r>
            <a:r>
              <a:rPr lang="en-US" spc="229" dirty="0"/>
              <a:t> </a:t>
            </a:r>
            <a:r>
              <a:rPr lang="en-US" dirty="0"/>
              <a:t>add</a:t>
            </a:r>
            <a:r>
              <a:rPr lang="en-US" spc="229" dirty="0"/>
              <a:t> </a:t>
            </a:r>
            <a:r>
              <a:rPr lang="en-US" dirty="0"/>
              <a:t>3%</a:t>
            </a:r>
            <a:r>
              <a:rPr lang="en-US" spc="225" dirty="0"/>
              <a:t> </a:t>
            </a:r>
            <a:r>
              <a:rPr lang="en-US" dirty="0"/>
              <a:t>for</a:t>
            </a:r>
            <a:r>
              <a:rPr lang="en-US" spc="229" dirty="0"/>
              <a:t> </a:t>
            </a:r>
            <a:r>
              <a:rPr lang="en-US" spc="-25" dirty="0"/>
              <a:t>all </a:t>
            </a:r>
            <a:r>
              <a:rPr lang="en-US" dirty="0"/>
              <a:t>resources</a:t>
            </a:r>
            <a:r>
              <a:rPr lang="en-US" spc="675" dirty="0"/>
              <a:t> </a:t>
            </a:r>
            <a:r>
              <a:rPr lang="en-US" dirty="0"/>
              <a:t>used</a:t>
            </a:r>
            <a:r>
              <a:rPr lang="en-US" spc="680" dirty="0"/>
              <a:t> </a:t>
            </a:r>
            <a:r>
              <a:rPr lang="en-US" dirty="0"/>
              <a:t>in</a:t>
            </a:r>
            <a:r>
              <a:rPr lang="en-US" spc="680" dirty="0"/>
              <a:t> </a:t>
            </a:r>
            <a:r>
              <a:rPr lang="en-US" dirty="0"/>
              <a:t>the</a:t>
            </a:r>
            <a:r>
              <a:rPr lang="en-US" spc="680" dirty="0"/>
              <a:t> </a:t>
            </a:r>
            <a:r>
              <a:rPr lang="en-US" dirty="0"/>
              <a:t>project.</a:t>
            </a:r>
            <a:r>
              <a:rPr lang="en-US" spc="685" dirty="0"/>
              <a:t> </a:t>
            </a:r>
            <a:r>
              <a:rPr lang="en-US" dirty="0"/>
              <a:t>This</a:t>
            </a:r>
            <a:r>
              <a:rPr lang="en-US" spc="690" dirty="0"/>
              <a:t> </a:t>
            </a:r>
            <a:r>
              <a:rPr lang="en-US" spc="-20" dirty="0"/>
              <a:t>lump-</a:t>
            </a:r>
            <a:r>
              <a:rPr lang="en-US" dirty="0"/>
              <a:t>sum</a:t>
            </a:r>
            <a:r>
              <a:rPr lang="en-US" spc="680" dirty="0"/>
              <a:t> </a:t>
            </a:r>
            <a:r>
              <a:rPr lang="en-US" dirty="0"/>
              <a:t>approach</a:t>
            </a:r>
            <a:r>
              <a:rPr lang="en-US" spc="685" dirty="0"/>
              <a:t> </a:t>
            </a:r>
            <a:r>
              <a:rPr lang="en-US" dirty="0"/>
              <a:t>does</a:t>
            </a:r>
            <a:r>
              <a:rPr lang="en-US" spc="685" dirty="0"/>
              <a:t> </a:t>
            </a:r>
            <a:r>
              <a:rPr lang="en-US" spc="-25" dirty="0"/>
              <a:t>not </a:t>
            </a:r>
            <a:r>
              <a:rPr lang="en-US" dirty="0"/>
              <a:t>address</a:t>
            </a:r>
            <a:r>
              <a:rPr lang="en-US" spc="100" dirty="0"/>
              <a:t> </a:t>
            </a:r>
            <a:r>
              <a:rPr lang="en-US" dirty="0"/>
              <a:t>exactly</a:t>
            </a:r>
            <a:r>
              <a:rPr lang="en-US" spc="90" dirty="0"/>
              <a:t> </a:t>
            </a:r>
            <a:r>
              <a:rPr lang="en-US" dirty="0"/>
              <a:t>where</a:t>
            </a:r>
            <a:r>
              <a:rPr lang="en-US" spc="90" dirty="0"/>
              <a:t> </a:t>
            </a:r>
            <a:r>
              <a:rPr lang="en-US" dirty="0"/>
              <a:t>price</a:t>
            </a:r>
            <a:r>
              <a:rPr lang="en-US" spc="90" dirty="0"/>
              <a:t> </a:t>
            </a:r>
            <a:r>
              <a:rPr lang="en-US" dirty="0"/>
              <a:t>protection</a:t>
            </a:r>
            <a:r>
              <a:rPr lang="en-US" spc="95" dirty="0"/>
              <a:t> </a:t>
            </a:r>
            <a:r>
              <a:rPr lang="en-US" dirty="0"/>
              <a:t>is</a:t>
            </a:r>
            <a:r>
              <a:rPr lang="en-US" spc="100" dirty="0"/>
              <a:t> </a:t>
            </a:r>
            <a:r>
              <a:rPr lang="en-US" dirty="0"/>
              <a:t>needed</a:t>
            </a:r>
            <a:r>
              <a:rPr lang="en-US" spc="90" dirty="0"/>
              <a:t> </a:t>
            </a:r>
            <a:r>
              <a:rPr lang="en-US" dirty="0"/>
              <a:t>and</a:t>
            </a:r>
            <a:r>
              <a:rPr lang="en-US" spc="100" dirty="0"/>
              <a:t> </a:t>
            </a:r>
            <a:r>
              <a:rPr lang="en-US" dirty="0"/>
              <a:t>fails</a:t>
            </a:r>
            <a:r>
              <a:rPr lang="en-US" spc="100" dirty="0"/>
              <a:t> </a:t>
            </a:r>
            <a:r>
              <a:rPr lang="en-US" dirty="0"/>
              <a:t>to</a:t>
            </a:r>
            <a:r>
              <a:rPr lang="en-US" spc="95" dirty="0"/>
              <a:t> </a:t>
            </a:r>
            <a:r>
              <a:rPr lang="en-US" spc="-10" dirty="0"/>
              <a:t>provide </a:t>
            </a:r>
            <a:r>
              <a:rPr lang="en-US" dirty="0"/>
              <a:t>for</a:t>
            </a:r>
            <a:r>
              <a:rPr lang="en-US" spc="-70" dirty="0"/>
              <a:t> </a:t>
            </a:r>
            <a:r>
              <a:rPr lang="en-US" dirty="0"/>
              <a:t>tracking</a:t>
            </a:r>
            <a:r>
              <a:rPr lang="en-US" spc="-70" dirty="0"/>
              <a:t> </a:t>
            </a:r>
            <a:r>
              <a:rPr lang="en-US" dirty="0"/>
              <a:t>and</a:t>
            </a:r>
            <a:r>
              <a:rPr lang="en-US" spc="-60" dirty="0"/>
              <a:t> </a:t>
            </a:r>
            <a:r>
              <a:rPr lang="en-US" spc="-10" dirty="0"/>
              <a:t>control.</a:t>
            </a:r>
          </a:p>
          <a:p>
            <a:pPr marL="241300" marR="6350" indent="-228600" algn="just">
              <a:lnSpc>
                <a:spcPct val="80500"/>
              </a:lnSpc>
              <a:spcBef>
                <a:spcPts val="990"/>
              </a:spcBef>
              <a:buFont typeface="Arial MT"/>
              <a:buChar char="•"/>
              <a:tabLst>
                <a:tab pos="241300" algn="l"/>
              </a:tabLst>
            </a:pPr>
            <a:r>
              <a:rPr lang="en-US" dirty="0"/>
              <a:t>On</a:t>
            </a:r>
            <a:r>
              <a:rPr lang="en-US" spc="455" dirty="0"/>
              <a:t> </a:t>
            </a:r>
            <a:r>
              <a:rPr lang="en-US" dirty="0"/>
              <a:t>cost</a:t>
            </a:r>
            <a:r>
              <a:rPr lang="en-US" spc="455" dirty="0"/>
              <a:t> </a:t>
            </a:r>
            <a:r>
              <a:rPr lang="en-US" dirty="0"/>
              <a:t>sensitive</a:t>
            </a:r>
            <a:r>
              <a:rPr lang="en-US" spc="445" dirty="0"/>
              <a:t> </a:t>
            </a:r>
            <a:r>
              <a:rPr lang="en-US" dirty="0"/>
              <a:t>projects,</a:t>
            </a:r>
            <a:r>
              <a:rPr lang="en-US" spc="450" dirty="0"/>
              <a:t> </a:t>
            </a:r>
            <a:r>
              <a:rPr lang="en-US" dirty="0"/>
              <a:t>price</a:t>
            </a:r>
            <a:r>
              <a:rPr lang="en-US" spc="440" dirty="0"/>
              <a:t> </a:t>
            </a:r>
            <a:r>
              <a:rPr lang="en-US" dirty="0"/>
              <a:t>risks</a:t>
            </a:r>
            <a:r>
              <a:rPr lang="en-US" spc="459" dirty="0"/>
              <a:t> </a:t>
            </a:r>
            <a:r>
              <a:rPr lang="en-US" dirty="0"/>
              <a:t>should</a:t>
            </a:r>
            <a:r>
              <a:rPr lang="en-US" spc="455" dirty="0"/>
              <a:t> </a:t>
            </a:r>
            <a:r>
              <a:rPr lang="en-US" dirty="0"/>
              <a:t>be</a:t>
            </a:r>
            <a:r>
              <a:rPr lang="en-US" spc="445" dirty="0"/>
              <a:t> </a:t>
            </a:r>
            <a:r>
              <a:rPr lang="en-US" dirty="0"/>
              <a:t>evaluated</a:t>
            </a:r>
            <a:r>
              <a:rPr lang="en-US" spc="455" dirty="0"/>
              <a:t> </a:t>
            </a:r>
            <a:r>
              <a:rPr lang="en-US" dirty="0"/>
              <a:t>item</a:t>
            </a:r>
            <a:r>
              <a:rPr lang="en-US" spc="455" dirty="0"/>
              <a:t> </a:t>
            </a:r>
            <a:r>
              <a:rPr lang="en-US" spc="-25" dirty="0"/>
              <a:t>by </a:t>
            </a:r>
            <a:r>
              <a:rPr lang="en-US" dirty="0"/>
              <a:t>item.</a:t>
            </a:r>
            <a:r>
              <a:rPr lang="en-US" spc="245" dirty="0"/>
              <a:t> </a:t>
            </a:r>
            <a:r>
              <a:rPr lang="en-US" dirty="0"/>
              <a:t>Some</a:t>
            </a:r>
            <a:r>
              <a:rPr lang="en-US" spc="245" dirty="0"/>
              <a:t> </a:t>
            </a:r>
            <a:r>
              <a:rPr lang="en-US" dirty="0"/>
              <a:t>purchases</a:t>
            </a:r>
            <a:r>
              <a:rPr lang="en-US" spc="240" dirty="0"/>
              <a:t> </a:t>
            </a:r>
            <a:r>
              <a:rPr lang="en-US" dirty="0"/>
              <a:t>and</a:t>
            </a:r>
            <a:r>
              <a:rPr lang="en-US" spc="250" dirty="0"/>
              <a:t> </a:t>
            </a:r>
            <a:r>
              <a:rPr lang="en-US" dirty="0"/>
              <a:t>contracts</a:t>
            </a:r>
            <a:r>
              <a:rPr lang="en-US" spc="250" dirty="0"/>
              <a:t> </a:t>
            </a:r>
            <a:r>
              <a:rPr lang="en-US" dirty="0"/>
              <a:t>will</a:t>
            </a:r>
            <a:r>
              <a:rPr lang="en-US" spc="240" dirty="0"/>
              <a:t> </a:t>
            </a:r>
            <a:r>
              <a:rPr lang="en-US" dirty="0"/>
              <a:t>not</a:t>
            </a:r>
            <a:r>
              <a:rPr lang="en-US" spc="240" dirty="0"/>
              <a:t> </a:t>
            </a:r>
            <a:r>
              <a:rPr lang="en-US" dirty="0"/>
              <a:t>change</a:t>
            </a:r>
            <a:r>
              <a:rPr lang="en-US" spc="235" dirty="0"/>
              <a:t> </a:t>
            </a:r>
            <a:r>
              <a:rPr lang="en-US" dirty="0"/>
              <a:t>over</a:t>
            </a:r>
            <a:r>
              <a:rPr lang="en-US" spc="240" dirty="0"/>
              <a:t> </a:t>
            </a:r>
            <a:r>
              <a:rPr lang="en-US" dirty="0"/>
              <a:t>the</a:t>
            </a:r>
            <a:r>
              <a:rPr lang="en-US" spc="240" dirty="0"/>
              <a:t> </a:t>
            </a:r>
            <a:r>
              <a:rPr lang="en-US" dirty="0"/>
              <a:t>life</a:t>
            </a:r>
            <a:r>
              <a:rPr lang="en-US" spc="235" dirty="0"/>
              <a:t> </a:t>
            </a:r>
            <a:r>
              <a:rPr lang="en-US" spc="-25" dirty="0"/>
              <a:t>of </a:t>
            </a:r>
            <a:r>
              <a:rPr lang="en-US" dirty="0"/>
              <a:t>the</a:t>
            </a:r>
            <a:r>
              <a:rPr lang="en-US" spc="275" dirty="0"/>
              <a:t>  </a:t>
            </a:r>
            <a:r>
              <a:rPr lang="en-US" dirty="0"/>
              <a:t>project.</a:t>
            </a:r>
            <a:r>
              <a:rPr lang="en-US" spc="280" dirty="0"/>
              <a:t>  </a:t>
            </a:r>
            <a:r>
              <a:rPr lang="en-US" dirty="0"/>
              <a:t>Those</a:t>
            </a:r>
            <a:r>
              <a:rPr lang="en-US" spc="275" dirty="0"/>
              <a:t>  </a:t>
            </a:r>
            <a:r>
              <a:rPr lang="en-US" dirty="0"/>
              <a:t>that</a:t>
            </a:r>
            <a:r>
              <a:rPr lang="en-US" spc="275" dirty="0"/>
              <a:t>  </a:t>
            </a:r>
            <a:r>
              <a:rPr lang="en-US" dirty="0"/>
              <a:t>may</a:t>
            </a:r>
            <a:r>
              <a:rPr lang="en-US" spc="275" dirty="0"/>
              <a:t>  </a:t>
            </a:r>
            <a:r>
              <a:rPr lang="en-US" dirty="0"/>
              <a:t>change</a:t>
            </a:r>
            <a:r>
              <a:rPr lang="en-US" spc="275" dirty="0"/>
              <a:t>  </a:t>
            </a:r>
            <a:r>
              <a:rPr lang="en-US" dirty="0"/>
              <a:t>should</a:t>
            </a:r>
            <a:r>
              <a:rPr lang="en-US" spc="280" dirty="0"/>
              <a:t>  </a:t>
            </a:r>
            <a:r>
              <a:rPr lang="en-US" dirty="0"/>
              <a:t>be</a:t>
            </a:r>
            <a:r>
              <a:rPr lang="en-US" spc="270" dirty="0"/>
              <a:t>  </a:t>
            </a:r>
            <a:r>
              <a:rPr lang="en-US" dirty="0"/>
              <a:t>identified</a:t>
            </a:r>
            <a:r>
              <a:rPr lang="en-US" spc="275" dirty="0"/>
              <a:t>  </a:t>
            </a:r>
            <a:r>
              <a:rPr lang="en-US" spc="-25" dirty="0"/>
              <a:t>and </a:t>
            </a:r>
            <a:r>
              <a:rPr lang="en-US" dirty="0"/>
              <a:t>estimates</a:t>
            </a:r>
            <a:r>
              <a:rPr lang="en-US" spc="245" dirty="0"/>
              <a:t> </a:t>
            </a:r>
            <a:r>
              <a:rPr lang="en-US" dirty="0"/>
              <a:t>made</a:t>
            </a:r>
            <a:r>
              <a:rPr lang="en-US" spc="229" dirty="0"/>
              <a:t> </a:t>
            </a:r>
            <a:r>
              <a:rPr lang="en-US" dirty="0"/>
              <a:t>of</a:t>
            </a:r>
            <a:r>
              <a:rPr lang="en-US" spc="240" dirty="0"/>
              <a:t> </a:t>
            </a:r>
            <a:r>
              <a:rPr lang="en-US" dirty="0"/>
              <a:t>the</a:t>
            </a:r>
            <a:r>
              <a:rPr lang="en-US" spc="235" dirty="0"/>
              <a:t> </a:t>
            </a:r>
            <a:r>
              <a:rPr lang="en-US" dirty="0"/>
              <a:t>magnitude</a:t>
            </a:r>
            <a:r>
              <a:rPr lang="en-US" spc="235" dirty="0"/>
              <a:t> </a:t>
            </a:r>
            <a:r>
              <a:rPr lang="en-US" dirty="0"/>
              <a:t>of</a:t>
            </a:r>
            <a:r>
              <a:rPr lang="en-US" spc="235" dirty="0"/>
              <a:t> </a:t>
            </a:r>
            <a:r>
              <a:rPr lang="en-US" dirty="0"/>
              <a:t>change.</a:t>
            </a:r>
            <a:r>
              <a:rPr lang="en-US" spc="245" dirty="0"/>
              <a:t> </a:t>
            </a:r>
            <a:r>
              <a:rPr lang="en-US" dirty="0"/>
              <a:t>This</a:t>
            </a:r>
            <a:r>
              <a:rPr lang="en-US" spc="250" dirty="0"/>
              <a:t> </a:t>
            </a:r>
            <a:r>
              <a:rPr lang="en-US" dirty="0"/>
              <a:t>approach</a:t>
            </a:r>
            <a:r>
              <a:rPr lang="en-US" spc="250" dirty="0"/>
              <a:t> </a:t>
            </a:r>
            <a:r>
              <a:rPr lang="en-US" spc="-10" dirty="0"/>
              <a:t>ensures</a:t>
            </a:r>
          </a:p>
          <a:p>
            <a:pPr marL="266700" marR="30480" indent="-228600" algn="just">
              <a:lnSpc>
                <a:spcPct val="89400"/>
              </a:lnSpc>
              <a:spcBef>
                <a:spcPts val="1050"/>
              </a:spcBef>
              <a:buFont typeface="Arial MT"/>
              <a:buChar char="•"/>
              <a:tabLst>
                <a:tab pos="266700" algn="l"/>
              </a:tabLst>
            </a:pPr>
            <a:endParaRPr lang="en-US" sz="1200" dirty="0">
              <a:latin typeface="Calibri"/>
              <a:cs typeface="Calibri"/>
            </a:endParaRPr>
          </a:p>
          <a:p>
            <a:pPr marL="266700" marR="30480" indent="-228600" algn="just">
              <a:lnSpc>
                <a:spcPct val="89400"/>
              </a:lnSpc>
              <a:spcBef>
                <a:spcPts val="1050"/>
              </a:spcBef>
              <a:buFont typeface="Arial MT"/>
              <a:buChar char="•"/>
              <a:tabLst>
                <a:tab pos="266700" algn="l"/>
              </a:tabLst>
            </a:pPr>
            <a:endParaRPr lang="en-US" sz="1200" dirty="0">
              <a:latin typeface="Calibri"/>
              <a:cs typeface="Calibri"/>
            </a:endParaRPr>
          </a:p>
          <a:p>
            <a:pPr marL="266700" marR="30480" lvl="0" indent="-228600" algn="just" defTabSz="914400" rtl="0" eaLnBrk="1" fontAlgn="auto" latinLnBrk="0" hangingPunct="1">
              <a:lnSpc>
                <a:spcPct val="89400"/>
              </a:lnSpc>
              <a:spcBef>
                <a:spcPts val="1050"/>
              </a:spcBef>
              <a:spcAft>
                <a:spcPts val="0"/>
              </a:spcAft>
              <a:buClrTx/>
              <a:buSzTx/>
              <a:buFont typeface="Arial MT"/>
              <a:buChar char="•"/>
              <a:tabLst>
                <a:tab pos="266700" algn="l"/>
              </a:tabLst>
              <a:defRPr/>
            </a:pPr>
            <a:r>
              <a:rPr lang="ar-EG" sz="1200" b="0" i="0" kern="1200" dirty="0">
                <a:solidFill>
                  <a:schemeClr val="tx1"/>
                </a:solidFill>
                <a:effectLst/>
                <a:latin typeface="+mn-lt"/>
                <a:ea typeface="+mn-ea"/>
                <a:cs typeface="+mn-cs"/>
              </a:rPr>
              <a:t>المشاريع طويلة المدى تحتاج إلى بعض الترتيبات الطارئة لتغييرات الأسعار؛ والتي تكون عادة تصاعدية. </a:t>
            </a:r>
            <a:br>
              <a:rPr lang="ar-EG" dirty="0"/>
            </a:br>
            <a:r>
              <a:rPr lang="ar-EG" sz="1200" b="0" i="0" kern="1200" dirty="0">
                <a:solidFill>
                  <a:schemeClr val="tx1"/>
                </a:solidFill>
                <a:effectLst/>
                <a:latin typeface="+mn-lt"/>
                <a:ea typeface="+mn-ea"/>
                <a:cs typeface="+mn-cs"/>
              </a:rPr>
              <a:t>النقطة المهمة التي يجب تذكرها عند مراجعة الأسعار هي تجنب الوقوع في فخ استخدام مبلغ إجمالي واحد لتغطية مخاطر الأسعار. على سبيل المثال، إذا كان معدل التضخم حوالي 3٪، يقوم بعض المديرين بإضافة 3٪ لجميع الموارد المستخدمة في المشروع. هذا النهج الإجمالي لا يعالج بالضبط الأماكن التي يحتاج فيها الحماية من الأسعار ويفشل في توفير التتبع والمراقبة. </a:t>
            </a:r>
            <a:br>
              <a:rPr lang="ar-EG" dirty="0"/>
            </a:br>
            <a:r>
              <a:rPr lang="ar-EG" sz="1200" b="0" i="0" kern="1200" dirty="0">
                <a:solidFill>
                  <a:schemeClr val="tx1"/>
                </a:solidFill>
                <a:effectLst/>
                <a:latin typeface="+mn-lt"/>
                <a:ea typeface="+mn-ea"/>
                <a:cs typeface="+mn-cs"/>
              </a:rPr>
              <a:t>في المشاريع الحساسة للتكاليف، يجب تقييم مخاطر الأسعار عنصرًا تلو الآخر. بعض المشتريات والعقود لن تتغير خلال عمر المشروع. أما تلك التي قد تتغير فيجب تحديدها وتقدير حجم التغيير. هذا النهج يضمن</a:t>
            </a:r>
            <a:endParaRPr lang="en-US" dirty="0"/>
          </a:p>
          <a:p>
            <a:pPr marL="266700" marR="30480" indent="-228600" algn="just">
              <a:lnSpc>
                <a:spcPct val="89400"/>
              </a:lnSpc>
              <a:spcBef>
                <a:spcPts val="1050"/>
              </a:spcBef>
              <a:buFont typeface="Arial MT"/>
              <a:buChar char="•"/>
              <a:tabLst>
                <a:tab pos="266700" algn="l"/>
              </a:tabLst>
            </a:pPr>
            <a:endParaRPr lang="en-US" sz="1200" dirty="0">
              <a:latin typeface="Calibri"/>
              <a:cs typeface="Calibri"/>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21</a:t>
            </a:fld>
            <a:endParaRPr lang="en-US"/>
          </a:p>
        </p:txBody>
      </p:sp>
    </p:spTree>
    <p:extLst>
      <p:ext uri="{BB962C8B-B14F-4D97-AF65-F5344CB8AC3E}">
        <p14:creationId xmlns:p14="http://schemas.microsoft.com/office/powerpoint/2010/main" val="1474590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4408" marR="903102" indent="-3458">
              <a:lnSpc>
                <a:spcPts val="2732"/>
              </a:lnSpc>
              <a:spcBef>
                <a:spcPts val="340"/>
              </a:spcBef>
            </a:pPr>
            <a:r>
              <a:rPr lang="en-US" sz="1200" dirty="0">
                <a:solidFill>
                  <a:srgbClr val="C30108"/>
                </a:solidFill>
                <a:latin typeface="Arial MT"/>
                <a:cs typeface="Arial MT"/>
              </a:rPr>
              <a:t>Opportunity</a:t>
            </a:r>
            <a:r>
              <a:rPr lang="en-US" sz="1200" spc="195" dirty="0">
                <a:solidFill>
                  <a:srgbClr val="C30108"/>
                </a:solidFill>
                <a:latin typeface="Arial MT"/>
                <a:cs typeface="Arial MT"/>
              </a:rPr>
              <a:t> </a:t>
            </a:r>
            <a:r>
              <a:rPr lang="en-US" sz="1200" u="dbl" dirty="0">
                <a:solidFill>
                  <a:srgbClr val="C10000"/>
                </a:solidFill>
                <a:uFill>
                  <a:solidFill>
                    <a:srgbClr val="1C3883"/>
                  </a:solidFill>
                </a:uFill>
                <a:latin typeface="Arial MT"/>
                <a:cs typeface="Arial MT"/>
              </a:rPr>
              <a:t>or</a:t>
            </a:r>
            <a:r>
              <a:rPr lang="en-US" sz="1200" spc="50" dirty="0">
                <a:solidFill>
                  <a:srgbClr val="C10000"/>
                </a:solidFill>
                <a:latin typeface="Arial MT"/>
                <a:cs typeface="Arial MT"/>
              </a:rPr>
              <a:t> </a:t>
            </a:r>
            <a:r>
              <a:rPr lang="en-US" sz="1200" dirty="0">
                <a:solidFill>
                  <a:srgbClr val="BA0000"/>
                </a:solidFill>
                <a:latin typeface="Arial MT"/>
                <a:cs typeface="Arial MT"/>
              </a:rPr>
              <a:t>positive</a:t>
            </a:r>
            <a:r>
              <a:rPr lang="en-US" sz="1200" spc="86" dirty="0">
                <a:solidFill>
                  <a:srgbClr val="BA0000"/>
                </a:solidFill>
                <a:latin typeface="Arial MT"/>
                <a:cs typeface="Arial MT"/>
              </a:rPr>
              <a:t> </a:t>
            </a:r>
            <a:r>
              <a:rPr lang="en-US" sz="1200" spc="64" dirty="0">
                <a:solidFill>
                  <a:srgbClr val="C60000"/>
                </a:solidFill>
                <a:latin typeface="Arial MT"/>
                <a:cs typeface="Arial MT"/>
              </a:rPr>
              <a:t>risk:</a:t>
            </a:r>
            <a:r>
              <a:rPr lang="en-US" sz="1200" spc="32" dirty="0">
                <a:solidFill>
                  <a:srgbClr val="C60000"/>
                </a:solidFill>
                <a:latin typeface="Arial MT"/>
                <a:cs typeface="Arial MT"/>
              </a:rPr>
              <a:t> </a:t>
            </a:r>
            <a:r>
              <a:rPr lang="en-US" sz="1200" spc="-45" dirty="0">
                <a:latin typeface="Arial MT"/>
                <a:cs typeface="Arial MT"/>
              </a:rPr>
              <a:t>an</a:t>
            </a:r>
            <a:r>
              <a:rPr lang="en-US" sz="1200" spc="9" dirty="0">
                <a:latin typeface="Arial MT"/>
                <a:cs typeface="Arial MT"/>
              </a:rPr>
              <a:t> </a:t>
            </a:r>
            <a:r>
              <a:rPr lang="en-US" sz="1200" dirty="0">
                <a:solidFill>
                  <a:srgbClr val="0000D1"/>
                </a:solidFill>
                <a:latin typeface="Arial MT"/>
                <a:cs typeface="Arial MT"/>
              </a:rPr>
              <a:t>event</a:t>
            </a:r>
            <a:r>
              <a:rPr lang="en-US" sz="1200" spc="136" dirty="0">
                <a:solidFill>
                  <a:srgbClr val="0000D1"/>
                </a:solidFill>
                <a:latin typeface="Arial MT"/>
                <a:cs typeface="Arial MT"/>
              </a:rPr>
              <a:t> </a:t>
            </a:r>
            <a:r>
              <a:rPr lang="en-US" sz="1200" spc="-45" dirty="0">
                <a:latin typeface="Arial MT"/>
                <a:cs typeface="Arial MT"/>
              </a:rPr>
              <a:t>that</a:t>
            </a:r>
            <a:r>
              <a:rPr lang="en-US" sz="1200" spc="86" dirty="0">
                <a:latin typeface="Arial MT"/>
                <a:cs typeface="Arial MT"/>
              </a:rPr>
              <a:t> </a:t>
            </a:r>
            <a:r>
              <a:rPr lang="en-US" sz="1200" u="heavy" dirty="0">
                <a:solidFill>
                  <a:srgbClr val="00AF4B"/>
                </a:solidFill>
                <a:uFill>
                  <a:solidFill>
                    <a:srgbClr val="1C3883"/>
                  </a:solidFill>
                </a:uFill>
                <a:latin typeface="Arial MT"/>
                <a:cs typeface="Arial MT"/>
              </a:rPr>
              <a:t>have</a:t>
            </a:r>
            <a:r>
              <a:rPr lang="en-US" sz="1200" spc="208" dirty="0">
                <a:solidFill>
                  <a:srgbClr val="00AF4B"/>
                </a:solidFill>
                <a:latin typeface="Arial MT"/>
                <a:cs typeface="Arial MT"/>
              </a:rPr>
              <a:t> </a:t>
            </a:r>
            <a:r>
              <a:rPr lang="en-US" sz="1200" u="heavy" spc="-9" dirty="0" err="1">
                <a:solidFill>
                  <a:srgbClr val="0003BD"/>
                </a:solidFill>
                <a:uFill>
                  <a:solidFill>
                    <a:srgbClr val="1C3883"/>
                  </a:solidFill>
                </a:uFill>
                <a:latin typeface="Arial MT"/>
                <a:cs typeface="Arial MT"/>
              </a:rPr>
              <a:t>gositive</a:t>
            </a:r>
            <a:r>
              <a:rPr lang="en-US" sz="1200" spc="-9" dirty="0">
                <a:solidFill>
                  <a:srgbClr val="0003BD"/>
                </a:solidFill>
                <a:latin typeface="Arial MT"/>
                <a:cs typeface="Arial MT"/>
              </a:rPr>
              <a:t> </a:t>
            </a:r>
            <a:r>
              <a:rPr lang="en-US" sz="1200" dirty="0">
                <a:solidFill>
                  <a:srgbClr val="0101CC"/>
                </a:solidFill>
                <a:latin typeface="Arial MT"/>
                <a:cs typeface="Arial MT"/>
              </a:rPr>
              <a:t>impact</a:t>
            </a:r>
            <a:r>
              <a:rPr lang="en-US" sz="1200" spc="254" dirty="0">
                <a:solidFill>
                  <a:srgbClr val="0101CC"/>
                </a:solidFill>
                <a:latin typeface="Arial MT"/>
                <a:cs typeface="Arial MT"/>
              </a:rPr>
              <a:t> </a:t>
            </a:r>
            <a:r>
              <a:rPr lang="en-US" sz="1200" u="heavy" dirty="0">
                <a:solidFill>
                  <a:srgbClr val="00B14D"/>
                </a:solidFill>
                <a:uFill>
                  <a:solidFill>
                    <a:srgbClr val="08A84F"/>
                  </a:solidFill>
                </a:uFill>
                <a:latin typeface="Arial MT"/>
                <a:cs typeface="Arial MT"/>
              </a:rPr>
              <a:t>on</a:t>
            </a:r>
            <a:r>
              <a:rPr lang="en-US" sz="1200" spc="86" dirty="0">
                <a:solidFill>
                  <a:srgbClr val="00B14D"/>
                </a:solidFill>
                <a:latin typeface="Arial MT"/>
                <a:cs typeface="Arial MT"/>
              </a:rPr>
              <a:t> </a:t>
            </a:r>
            <a:r>
              <a:rPr lang="en-US" sz="1200" dirty="0">
                <a:solidFill>
                  <a:srgbClr val="0300CF"/>
                </a:solidFill>
                <a:latin typeface="Arial MT"/>
                <a:cs typeface="Arial MT"/>
              </a:rPr>
              <a:t>project</a:t>
            </a:r>
            <a:r>
              <a:rPr lang="en-US" sz="1200" spc="191" dirty="0">
                <a:solidFill>
                  <a:srgbClr val="0300CF"/>
                </a:solidFill>
                <a:latin typeface="Arial MT"/>
                <a:cs typeface="Arial MT"/>
              </a:rPr>
              <a:t> </a:t>
            </a:r>
            <a:r>
              <a:rPr lang="en-US" sz="1200" spc="-9" dirty="0">
                <a:latin typeface="Arial MT"/>
                <a:cs typeface="Arial MT"/>
              </a:rPr>
              <a:t>objectives.</a:t>
            </a:r>
            <a:endParaRPr lang="en-US" sz="1200" dirty="0">
              <a:latin typeface="Arial MT"/>
              <a:cs typeface="Arial MT"/>
            </a:endParaRPr>
          </a:p>
          <a:p>
            <a:pPr marL="1825224">
              <a:spcBef>
                <a:spcPts val="563"/>
              </a:spcBef>
              <a:tabLst>
                <a:tab pos="2565803" algn="l"/>
              </a:tabLst>
            </a:pPr>
            <a:r>
              <a:rPr lang="en-US" sz="1200" spc="-23" dirty="0">
                <a:solidFill>
                  <a:srgbClr val="B30501"/>
                </a:solidFill>
                <a:latin typeface="Arial MT"/>
                <a:cs typeface="Arial MT"/>
              </a:rPr>
              <a:t>Res</a:t>
            </a:r>
            <a:r>
              <a:rPr lang="en-US" sz="1200" dirty="0">
                <a:solidFill>
                  <a:srgbClr val="B30501"/>
                </a:solidFill>
                <a:latin typeface="Arial MT"/>
                <a:cs typeface="Arial MT"/>
              </a:rPr>
              <a:t>	</a:t>
            </a:r>
            <a:r>
              <a:rPr lang="en-US" sz="1200" spc="45" dirty="0" err="1">
                <a:solidFill>
                  <a:srgbClr val="BA0103"/>
                </a:solidFill>
                <a:latin typeface="Arial MT"/>
                <a:cs typeface="Arial MT"/>
              </a:rPr>
              <a:t>onse</a:t>
            </a:r>
            <a:r>
              <a:rPr lang="en-US" sz="1200" spc="73" dirty="0">
                <a:solidFill>
                  <a:srgbClr val="BA0103"/>
                </a:solidFill>
                <a:latin typeface="Arial MT"/>
                <a:cs typeface="Arial MT"/>
              </a:rPr>
              <a:t> </a:t>
            </a:r>
            <a:r>
              <a:rPr lang="en-US" sz="1200" spc="64" dirty="0">
                <a:solidFill>
                  <a:srgbClr val="C40000"/>
                </a:solidFill>
                <a:latin typeface="Arial MT"/>
                <a:cs typeface="Arial MT"/>
              </a:rPr>
              <a:t>actions</a:t>
            </a:r>
            <a:r>
              <a:rPr lang="en-US" sz="1200" spc="185" dirty="0">
                <a:solidFill>
                  <a:srgbClr val="C40000"/>
                </a:solidFill>
                <a:latin typeface="Arial MT"/>
                <a:cs typeface="Arial MT"/>
              </a:rPr>
              <a:t> </a:t>
            </a:r>
            <a:r>
              <a:rPr lang="en-US" sz="1200" spc="77" dirty="0">
                <a:solidFill>
                  <a:srgbClr val="CA0000"/>
                </a:solidFill>
                <a:latin typeface="Arial MT"/>
                <a:cs typeface="Arial MT"/>
              </a:rPr>
              <a:t>include:</a:t>
            </a:r>
            <a:r>
              <a:rPr lang="en-US" sz="1200" spc="168" dirty="0">
                <a:solidFill>
                  <a:srgbClr val="CA0000"/>
                </a:solidFill>
                <a:latin typeface="Arial MT"/>
                <a:cs typeface="Arial MT"/>
              </a:rPr>
              <a:t> </a:t>
            </a:r>
            <a:r>
              <a:rPr lang="en-US" sz="1200" spc="-68" dirty="0">
                <a:latin typeface="Arial MT"/>
                <a:cs typeface="Arial MT"/>
              </a:rPr>
              <a:t>-</a:t>
            </a:r>
            <a:r>
              <a:rPr lang="en-US" sz="1200" dirty="0">
                <a:latin typeface="Arial MT"/>
                <a:cs typeface="Arial MT"/>
              </a:rPr>
              <a:t>¥</a:t>
            </a:r>
            <a:r>
              <a:rPr lang="en-US" sz="1200" spc="182" dirty="0">
                <a:latin typeface="Arial MT"/>
                <a:cs typeface="Arial MT"/>
              </a:rPr>
              <a:t> </a:t>
            </a:r>
            <a:r>
              <a:rPr lang="en-US" sz="1200" spc="64" dirty="0">
                <a:latin typeface="Arial MT"/>
                <a:cs typeface="Arial MT"/>
              </a:rPr>
              <a:t>(positive</a:t>
            </a:r>
            <a:r>
              <a:rPr lang="en-US" sz="1200" spc="177" dirty="0">
                <a:latin typeface="Arial MT"/>
                <a:cs typeface="Arial MT"/>
              </a:rPr>
              <a:t> </a:t>
            </a:r>
            <a:r>
              <a:rPr lang="en-US" sz="1200" spc="54" dirty="0">
                <a:latin typeface="Arial MT"/>
                <a:cs typeface="Arial MT"/>
              </a:rPr>
              <a:t>risks)</a:t>
            </a:r>
            <a:endParaRPr lang="en-US" sz="1200" dirty="0">
              <a:latin typeface="Arial MT"/>
              <a:cs typeface="Arial MT"/>
            </a:endParaRPr>
          </a:p>
          <a:p>
            <a:pPr marL="230530" marR="658164" indent="-217850">
              <a:lnSpc>
                <a:spcPts val="2732"/>
              </a:lnSpc>
              <a:spcBef>
                <a:spcPts val="753"/>
              </a:spcBef>
              <a:buClr>
                <a:srgbClr val="FD0300"/>
              </a:buClr>
              <a:buChar char="•"/>
              <a:tabLst>
                <a:tab pos="236294" algn="l"/>
              </a:tabLst>
            </a:pPr>
            <a:r>
              <a:rPr lang="en-US" sz="1100" u="dbl" spc="50" dirty="0">
                <a:solidFill>
                  <a:srgbClr val="F40500"/>
                </a:solidFill>
                <a:uFill>
                  <a:solidFill>
                    <a:srgbClr val="5B6B34"/>
                  </a:solidFill>
                </a:uFill>
                <a:latin typeface="Arial MT"/>
                <a:cs typeface="Arial MT"/>
              </a:rPr>
              <a:t>Exploit:</a:t>
            </a:r>
            <a:r>
              <a:rPr lang="en-US" sz="1100" spc="118" dirty="0">
                <a:solidFill>
                  <a:srgbClr val="F40500"/>
                </a:solidFill>
                <a:latin typeface="Arial MT"/>
                <a:cs typeface="Arial MT"/>
              </a:rPr>
              <a:t> </a:t>
            </a:r>
            <a:r>
              <a:rPr lang="en-US" sz="1100" spc="-23" dirty="0">
                <a:latin typeface="Arial MT"/>
                <a:cs typeface="Arial MT"/>
              </a:rPr>
              <a:t>Seek</a:t>
            </a:r>
            <a:r>
              <a:rPr lang="en-US" sz="1100" spc="103" dirty="0">
                <a:latin typeface="Arial MT"/>
                <a:cs typeface="Arial MT"/>
              </a:rPr>
              <a:t> </a:t>
            </a:r>
            <a:r>
              <a:rPr lang="en-US" sz="1100" dirty="0">
                <a:latin typeface="Arial MT"/>
                <a:cs typeface="Arial MT"/>
              </a:rPr>
              <a:t>to</a:t>
            </a:r>
            <a:r>
              <a:rPr lang="en-US" sz="1100" spc="23" dirty="0">
                <a:latin typeface="Arial MT"/>
                <a:cs typeface="Arial MT"/>
              </a:rPr>
              <a:t> </a:t>
            </a:r>
            <a:r>
              <a:rPr lang="en-US" sz="1100" u="heavy" dirty="0">
                <a:solidFill>
                  <a:srgbClr val="00B152"/>
                </a:solidFill>
                <a:uFill>
                  <a:solidFill>
                    <a:srgbClr val="5B6B34"/>
                  </a:solidFill>
                </a:uFill>
                <a:latin typeface="Arial MT"/>
                <a:cs typeface="Arial MT"/>
              </a:rPr>
              <a:t>eliminate</a:t>
            </a:r>
            <a:r>
              <a:rPr lang="en-US" sz="1100" spc="208" dirty="0">
                <a:solidFill>
                  <a:srgbClr val="00B152"/>
                </a:solidFill>
                <a:latin typeface="Arial MT"/>
                <a:cs typeface="Arial MT"/>
              </a:rPr>
              <a:t> </a:t>
            </a:r>
            <a:r>
              <a:rPr lang="en-US" sz="1100" dirty="0">
                <a:solidFill>
                  <a:srgbClr val="0100CA"/>
                </a:solidFill>
                <a:latin typeface="Arial MT"/>
                <a:cs typeface="Arial MT"/>
              </a:rPr>
              <a:t>uncertainty</a:t>
            </a:r>
            <a:r>
              <a:rPr lang="en-US" sz="1100" spc="185" dirty="0">
                <a:solidFill>
                  <a:srgbClr val="0100CA"/>
                </a:solidFill>
                <a:latin typeface="Arial MT"/>
                <a:cs typeface="Arial MT"/>
              </a:rPr>
              <a:t> </a:t>
            </a:r>
            <a:r>
              <a:rPr lang="en-US" sz="1100" spc="-45" dirty="0">
                <a:latin typeface="Arial MT"/>
                <a:cs typeface="Arial MT"/>
              </a:rPr>
              <a:t>associated</a:t>
            </a:r>
            <a:r>
              <a:rPr lang="en-US" sz="1100" spc="281" dirty="0">
                <a:latin typeface="Arial MT"/>
                <a:cs typeface="Arial MT"/>
              </a:rPr>
              <a:t> </a:t>
            </a:r>
            <a:r>
              <a:rPr lang="en-US" sz="1100" u="heavy" spc="68" dirty="0">
                <a:solidFill>
                  <a:srgbClr val="05AC4D"/>
                </a:solidFill>
                <a:uFill>
                  <a:solidFill>
                    <a:srgbClr val="5B6B34"/>
                  </a:solidFill>
                </a:uFill>
                <a:latin typeface="Arial MT"/>
                <a:cs typeface="Arial MT"/>
              </a:rPr>
              <a:t>with</a:t>
            </a:r>
            <a:r>
              <a:rPr lang="en-US" sz="1100" dirty="0">
                <a:solidFill>
                  <a:srgbClr val="05AC4D"/>
                </a:solidFill>
                <a:latin typeface="Arial MT"/>
                <a:cs typeface="Arial MT"/>
              </a:rPr>
              <a:t> </a:t>
            </a:r>
            <a:r>
              <a:rPr lang="en-US" sz="1100" spc="-23" dirty="0">
                <a:latin typeface="Arial MT"/>
                <a:cs typeface="Arial MT"/>
              </a:rPr>
              <a:t>an 	</a:t>
            </a:r>
            <a:r>
              <a:rPr lang="en-US" sz="1100" spc="64" dirty="0">
                <a:solidFill>
                  <a:srgbClr val="0003C3"/>
                </a:solidFill>
                <a:latin typeface="Arial MT"/>
                <a:cs typeface="Arial MT"/>
              </a:rPr>
              <a:t>opportunity</a:t>
            </a:r>
            <a:r>
              <a:rPr lang="en-US" sz="1100" spc="82" dirty="0">
                <a:solidFill>
                  <a:srgbClr val="0003C3"/>
                </a:solidFill>
                <a:latin typeface="Arial MT"/>
                <a:cs typeface="Arial MT"/>
              </a:rPr>
              <a:t> </a:t>
            </a:r>
            <a:r>
              <a:rPr lang="en-US" sz="1100" dirty="0">
                <a:latin typeface="Arial MT"/>
                <a:cs typeface="Arial MT"/>
              </a:rPr>
              <a:t>to</a:t>
            </a:r>
            <a:r>
              <a:rPr lang="en-US" sz="1100" spc="-91" dirty="0">
                <a:latin typeface="Arial MT"/>
                <a:cs typeface="Arial MT"/>
              </a:rPr>
              <a:t> </a:t>
            </a:r>
            <a:r>
              <a:rPr lang="en-US" sz="1100" u="heavy" dirty="0">
                <a:solidFill>
                  <a:srgbClr val="01AF4F"/>
                </a:solidFill>
                <a:uFill>
                  <a:solidFill>
                    <a:srgbClr val="08A84F"/>
                  </a:solidFill>
                </a:uFill>
                <a:latin typeface="Arial MT"/>
                <a:cs typeface="Arial MT"/>
              </a:rPr>
              <a:t>ensure</a:t>
            </a:r>
            <a:r>
              <a:rPr lang="en-US" sz="1100" spc="59" dirty="0">
                <a:solidFill>
                  <a:srgbClr val="01AF4F"/>
                </a:solidFill>
                <a:latin typeface="Arial MT"/>
                <a:cs typeface="Arial MT"/>
              </a:rPr>
              <a:t> </a:t>
            </a:r>
            <a:r>
              <a:rPr lang="en-US" sz="1100" spc="-18" dirty="0">
                <a:latin typeface="Arial MT"/>
                <a:cs typeface="Arial MT"/>
              </a:rPr>
              <a:t>that</a:t>
            </a:r>
            <a:r>
              <a:rPr lang="en-US" sz="1100" spc="-54" dirty="0">
                <a:latin typeface="Arial MT"/>
                <a:cs typeface="Arial MT"/>
              </a:rPr>
              <a:t> </a:t>
            </a:r>
            <a:r>
              <a:rPr lang="en-US" sz="1100" dirty="0">
                <a:latin typeface="Arial MT"/>
                <a:cs typeface="Arial MT"/>
              </a:rPr>
              <a:t>it</a:t>
            </a:r>
            <a:r>
              <a:rPr lang="en-US" sz="1100" spc="-82" dirty="0">
                <a:latin typeface="Arial MT"/>
                <a:cs typeface="Arial MT"/>
              </a:rPr>
              <a:t> </a:t>
            </a:r>
            <a:r>
              <a:rPr lang="en-US" sz="1100" spc="-32" dirty="0">
                <a:latin typeface="Arial MT"/>
                <a:cs typeface="Arial MT"/>
              </a:rPr>
              <a:t>definitely</a:t>
            </a:r>
            <a:r>
              <a:rPr lang="en-US" sz="1100" spc="103" dirty="0">
                <a:latin typeface="Arial MT"/>
                <a:cs typeface="Arial MT"/>
              </a:rPr>
              <a:t> </a:t>
            </a:r>
            <a:r>
              <a:rPr lang="en-US" sz="1100" u="heavy" spc="-9" dirty="0" err="1">
                <a:uFill>
                  <a:solidFill>
                    <a:srgbClr val="08A84F"/>
                  </a:solidFill>
                </a:uFill>
                <a:latin typeface="Arial MT"/>
                <a:cs typeface="Arial MT"/>
              </a:rPr>
              <a:t>haggens</a:t>
            </a:r>
            <a:r>
              <a:rPr lang="en-US" sz="1100" spc="-9" dirty="0">
                <a:latin typeface="Arial MT"/>
                <a:cs typeface="Arial MT"/>
              </a:rPr>
              <a:t>.</a:t>
            </a:r>
            <a:endParaRPr lang="en-US" sz="1100" dirty="0">
              <a:latin typeface="Arial MT"/>
              <a:cs typeface="Arial MT"/>
            </a:endParaRPr>
          </a:p>
          <a:p>
            <a:pPr marL="233412" marR="4611" indent="-219580">
              <a:lnSpc>
                <a:spcPct val="100400"/>
              </a:lnSpc>
              <a:spcBef>
                <a:spcPts val="572"/>
              </a:spcBef>
              <a:buClr>
                <a:srgbClr val="EF0800"/>
              </a:buClr>
              <a:buChar char="•"/>
              <a:tabLst>
                <a:tab pos="236870" algn="l"/>
              </a:tabLst>
            </a:pPr>
            <a:r>
              <a:rPr lang="en-US" sz="1100" u="heavy" dirty="0">
                <a:solidFill>
                  <a:srgbClr val="FD0100"/>
                </a:solidFill>
                <a:uFill>
                  <a:solidFill>
                    <a:srgbClr val="3B4457"/>
                  </a:solidFill>
                </a:uFill>
                <a:latin typeface="Arial MT"/>
                <a:cs typeface="Arial MT"/>
              </a:rPr>
              <a:t>Share:</a:t>
            </a:r>
            <a:r>
              <a:rPr lang="en-US" sz="1100" spc="109" dirty="0">
                <a:solidFill>
                  <a:srgbClr val="FD0100"/>
                </a:solidFill>
                <a:latin typeface="Arial MT"/>
                <a:cs typeface="Arial MT"/>
              </a:rPr>
              <a:t> </a:t>
            </a:r>
            <a:r>
              <a:rPr lang="en-US" sz="1100" u="heavy" spc="64" dirty="0">
                <a:solidFill>
                  <a:srgbClr val="01AF4D"/>
                </a:solidFill>
                <a:uFill>
                  <a:solidFill>
                    <a:srgbClr val="3B4457"/>
                  </a:solidFill>
                </a:uFill>
                <a:latin typeface="Arial MT"/>
                <a:cs typeface="Arial MT"/>
              </a:rPr>
              <a:t>Allocate</a:t>
            </a:r>
            <a:r>
              <a:rPr lang="en-US" sz="1100" spc="182" dirty="0">
                <a:solidFill>
                  <a:srgbClr val="01AF4D"/>
                </a:solidFill>
                <a:latin typeface="Arial MT"/>
                <a:cs typeface="Arial MT"/>
              </a:rPr>
              <a:t> </a:t>
            </a:r>
            <a:r>
              <a:rPr lang="en-US" sz="1100" spc="73" dirty="0">
                <a:solidFill>
                  <a:srgbClr val="0000CF"/>
                </a:solidFill>
                <a:latin typeface="Arial MT"/>
                <a:cs typeface="Arial MT"/>
              </a:rPr>
              <a:t>part</a:t>
            </a:r>
            <a:r>
              <a:rPr lang="en-US" sz="1100" spc="109" dirty="0">
                <a:solidFill>
                  <a:srgbClr val="0000CF"/>
                </a:solidFill>
                <a:latin typeface="Arial MT"/>
                <a:cs typeface="Arial MT"/>
              </a:rPr>
              <a:t> </a:t>
            </a:r>
            <a:r>
              <a:rPr lang="en-US" sz="1100" u="heavy" spc="91" dirty="0">
                <a:uFill>
                  <a:solidFill>
                    <a:srgbClr val="3B4457"/>
                  </a:solidFill>
                </a:uFill>
                <a:latin typeface="Arial MT"/>
                <a:cs typeface="Arial MT"/>
              </a:rPr>
              <a:t>or</a:t>
            </a:r>
            <a:r>
              <a:rPr lang="en-US" sz="1100" spc="103" dirty="0">
                <a:latin typeface="Arial MT"/>
                <a:cs typeface="Arial MT"/>
              </a:rPr>
              <a:t> </a:t>
            </a:r>
            <a:r>
              <a:rPr lang="en-US" sz="1100" spc="77" dirty="0">
                <a:solidFill>
                  <a:srgbClr val="0000CA"/>
                </a:solidFill>
                <a:latin typeface="Arial MT"/>
                <a:cs typeface="Arial MT"/>
              </a:rPr>
              <a:t>whole</a:t>
            </a:r>
            <a:r>
              <a:rPr lang="en-US" sz="1100" spc="59" dirty="0">
                <a:solidFill>
                  <a:srgbClr val="0000CA"/>
                </a:solidFill>
                <a:latin typeface="Arial MT"/>
                <a:cs typeface="Arial MT"/>
              </a:rPr>
              <a:t> </a:t>
            </a:r>
            <a:r>
              <a:rPr lang="en-US" sz="1100" dirty="0">
                <a:latin typeface="Arial MT"/>
                <a:cs typeface="Arial MT"/>
              </a:rPr>
              <a:t>of</a:t>
            </a:r>
            <a:r>
              <a:rPr lang="en-US" sz="1100" spc="100" dirty="0">
                <a:latin typeface="Arial MT"/>
                <a:cs typeface="Arial MT"/>
              </a:rPr>
              <a:t> </a:t>
            </a:r>
            <a:r>
              <a:rPr lang="en-US" sz="1100" spc="100" dirty="0">
                <a:solidFill>
                  <a:srgbClr val="0000CC"/>
                </a:solidFill>
                <a:latin typeface="Arial MT"/>
                <a:cs typeface="Arial MT"/>
              </a:rPr>
              <a:t>opportunity</a:t>
            </a:r>
            <a:r>
              <a:rPr lang="en-US" sz="1100" spc="245" dirty="0">
                <a:solidFill>
                  <a:srgbClr val="0000CC"/>
                </a:solidFill>
                <a:latin typeface="Arial MT"/>
                <a:cs typeface="Arial MT"/>
              </a:rPr>
              <a:t> </a:t>
            </a:r>
            <a:r>
              <a:rPr lang="en-US" sz="1100" u="heavy" spc="91" dirty="0">
                <a:solidFill>
                  <a:srgbClr val="00B354"/>
                </a:solidFill>
                <a:uFill>
                  <a:solidFill>
                    <a:srgbClr val="3B4457"/>
                  </a:solidFill>
                </a:uFill>
                <a:latin typeface="Arial MT"/>
                <a:cs typeface="Arial MT"/>
              </a:rPr>
              <a:t>to</a:t>
            </a:r>
            <a:r>
              <a:rPr lang="en-US" sz="1100" spc="86" dirty="0">
                <a:solidFill>
                  <a:srgbClr val="00B354"/>
                </a:solidFill>
                <a:latin typeface="Arial MT"/>
                <a:cs typeface="Arial MT"/>
              </a:rPr>
              <a:t> </a:t>
            </a:r>
            <a:r>
              <a:rPr lang="en-US" sz="1100" u="heavy" spc="64" dirty="0">
                <a:solidFill>
                  <a:srgbClr val="0000CA"/>
                </a:solidFill>
                <a:uFill>
                  <a:solidFill>
                    <a:srgbClr val="3B4457"/>
                  </a:solidFill>
                </a:uFill>
                <a:latin typeface="Arial MT"/>
                <a:cs typeface="Arial MT"/>
              </a:rPr>
              <a:t>another</a:t>
            </a:r>
            <a:r>
              <a:rPr lang="en-US" sz="1100" spc="177" dirty="0">
                <a:solidFill>
                  <a:srgbClr val="0000CA"/>
                </a:solidFill>
                <a:latin typeface="Arial MT"/>
                <a:cs typeface="Arial MT"/>
              </a:rPr>
              <a:t> </a:t>
            </a:r>
            <a:r>
              <a:rPr lang="en-US" sz="1100" spc="68" dirty="0">
                <a:solidFill>
                  <a:srgbClr val="0000CD"/>
                </a:solidFill>
                <a:latin typeface="Arial MT"/>
                <a:cs typeface="Arial MT"/>
              </a:rPr>
              <a:t>party 	</a:t>
            </a:r>
            <a:r>
              <a:rPr lang="en-US" sz="1100" dirty="0">
                <a:latin typeface="Arial MT"/>
                <a:cs typeface="Arial MT"/>
              </a:rPr>
              <a:t>who</a:t>
            </a:r>
            <a:r>
              <a:rPr lang="en-US" sz="1100" spc="50" dirty="0">
                <a:latin typeface="Arial MT"/>
                <a:cs typeface="Arial MT"/>
              </a:rPr>
              <a:t> </a:t>
            </a:r>
            <a:r>
              <a:rPr lang="en-US" sz="1100" dirty="0">
                <a:latin typeface="Arial MT"/>
                <a:cs typeface="Arial MT"/>
              </a:rPr>
              <a:t>is</a:t>
            </a:r>
            <a:r>
              <a:rPr lang="en-US" sz="1100" spc="45" dirty="0">
                <a:latin typeface="Arial MT"/>
                <a:cs typeface="Arial MT"/>
              </a:rPr>
              <a:t> </a:t>
            </a:r>
            <a:r>
              <a:rPr lang="en-US" sz="1100" u="heavy" spc="59" dirty="0">
                <a:solidFill>
                  <a:srgbClr val="03AE4F"/>
                </a:solidFill>
                <a:uFill>
                  <a:solidFill>
                    <a:srgbClr val="08A84F"/>
                  </a:solidFill>
                </a:uFill>
                <a:latin typeface="Arial MT"/>
                <a:cs typeface="Arial MT"/>
              </a:rPr>
              <a:t>best</a:t>
            </a:r>
            <a:r>
              <a:rPr lang="en-US" sz="1100" u="heavy" spc="100" dirty="0">
                <a:solidFill>
                  <a:srgbClr val="03AE4F"/>
                </a:solidFill>
                <a:uFill>
                  <a:solidFill>
                    <a:srgbClr val="08A84F"/>
                  </a:solidFill>
                </a:uFill>
                <a:latin typeface="Arial MT"/>
                <a:cs typeface="Arial MT"/>
              </a:rPr>
              <a:t> </a:t>
            </a:r>
            <a:r>
              <a:rPr lang="en-US" sz="1100" u="heavy" dirty="0">
                <a:solidFill>
                  <a:srgbClr val="00B34D"/>
                </a:solidFill>
                <a:uFill>
                  <a:solidFill>
                    <a:srgbClr val="08A84F"/>
                  </a:solidFill>
                </a:uFill>
                <a:latin typeface="Arial MT"/>
                <a:cs typeface="Arial MT"/>
              </a:rPr>
              <a:t>able</a:t>
            </a:r>
            <a:r>
              <a:rPr lang="en-US" sz="1100" spc="109" dirty="0">
                <a:solidFill>
                  <a:srgbClr val="00B34D"/>
                </a:solidFill>
                <a:latin typeface="Arial MT"/>
                <a:cs typeface="Arial MT"/>
              </a:rPr>
              <a:t> </a:t>
            </a:r>
            <a:r>
              <a:rPr lang="en-US" sz="1100" dirty="0">
                <a:latin typeface="Arial MT"/>
                <a:cs typeface="Arial MT"/>
              </a:rPr>
              <a:t>to</a:t>
            </a:r>
            <a:r>
              <a:rPr lang="en-US" sz="1100" spc="32" dirty="0">
                <a:latin typeface="Arial MT"/>
                <a:cs typeface="Arial MT"/>
              </a:rPr>
              <a:t> </a:t>
            </a:r>
            <a:r>
              <a:rPr lang="en-US" sz="1100" u="heavy" spc="68" dirty="0">
                <a:solidFill>
                  <a:srgbClr val="00AF54"/>
                </a:solidFill>
                <a:uFill>
                  <a:solidFill>
                    <a:srgbClr val="08A84F"/>
                  </a:solidFill>
                </a:uFill>
                <a:latin typeface="Arial MT"/>
                <a:cs typeface="Arial MT"/>
              </a:rPr>
              <a:t>utilize</a:t>
            </a:r>
            <a:r>
              <a:rPr lang="en-US" sz="1100" spc="68" dirty="0">
                <a:solidFill>
                  <a:srgbClr val="00AF54"/>
                </a:solidFill>
                <a:latin typeface="Arial MT"/>
                <a:cs typeface="Arial MT"/>
              </a:rPr>
              <a:t> </a:t>
            </a:r>
            <a:r>
              <a:rPr lang="en-US" sz="1100" spc="100" dirty="0">
                <a:solidFill>
                  <a:srgbClr val="0101C4"/>
                </a:solidFill>
                <a:latin typeface="Arial MT"/>
                <a:cs typeface="Arial MT"/>
              </a:rPr>
              <a:t>opportunity</a:t>
            </a:r>
            <a:r>
              <a:rPr lang="en-US" sz="1100" spc="195" dirty="0">
                <a:solidFill>
                  <a:srgbClr val="0101C4"/>
                </a:solidFill>
                <a:latin typeface="Arial MT"/>
                <a:cs typeface="Arial MT"/>
              </a:rPr>
              <a:t> </a:t>
            </a:r>
            <a:r>
              <a:rPr lang="en-US" sz="1100" dirty="0">
                <a:latin typeface="Arial MT"/>
                <a:cs typeface="Arial MT"/>
              </a:rPr>
              <a:t>for</a:t>
            </a:r>
            <a:r>
              <a:rPr lang="en-US" sz="1100" spc="64" dirty="0">
                <a:latin typeface="Arial MT"/>
                <a:cs typeface="Arial MT"/>
              </a:rPr>
              <a:t> </a:t>
            </a:r>
            <a:r>
              <a:rPr lang="en-US" sz="1100" u="heavy" spc="64" dirty="0">
                <a:solidFill>
                  <a:srgbClr val="01AE54"/>
                </a:solidFill>
                <a:uFill>
                  <a:solidFill>
                    <a:srgbClr val="08A84F"/>
                  </a:solidFill>
                </a:uFill>
                <a:latin typeface="Arial MT"/>
                <a:cs typeface="Arial MT"/>
              </a:rPr>
              <a:t>benefit</a:t>
            </a:r>
            <a:r>
              <a:rPr lang="en-US" sz="1100" spc="113" dirty="0">
                <a:solidFill>
                  <a:srgbClr val="01AE54"/>
                </a:solidFill>
                <a:latin typeface="Arial MT"/>
                <a:cs typeface="Arial MT"/>
              </a:rPr>
              <a:t> </a:t>
            </a:r>
            <a:r>
              <a:rPr lang="en-US" sz="1100" dirty="0">
                <a:latin typeface="Arial MT"/>
                <a:cs typeface="Arial MT"/>
              </a:rPr>
              <a:t>of</a:t>
            </a:r>
            <a:r>
              <a:rPr lang="en-US" sz="1100" spc="41" dirty="0">
                <a:latin typeface="Arial MT"/>
                <a:cs typeface="Arial MT"/>
              </a:rPr>
              <a:t> </a:t>
            </a:r>
            <a:r>
              <a:rPr lang="en-US" sz="1100" spc="68" dirty="0">
                <a:latin typeface="Arial MT"/>
                <a:cs typeface="Arial MT"/>
              </a:rPr>
              <a:t>project.</a:t>
            </a:r>
            <a:endParaRPr lang="en-US" sz="1100" dirty="0">
              <a:latin typeface="Arial MT"/>
              <a:cs typeface="Arial MT"/>
            </a:endParaRPr>
          </a:p>
          <a:p>
            <a:pPr marL="232258" marR="838554" indent="-218428">
              <a:lnSpc>
                <a:spcPct val="100400"/>
              </a:lnSpc>
              <a:spcBef>
                <a:spcPts val="663"/>
              </a:spcBef>
              <a:buClr>
                <a:srgbClr val="F60301"/>
              </a:buClr>
              <a:buChar char="•"/>
              <a:tabLst>
                <a:tab pos="236870" algn="l"/>
              </a:tabLst>
            </a:pPr>
            <a:r>
              <a:rPr lang="en-US" sz="1100" u="heavy" spc="54" dirty="0">
                <a:solidFill>
                  <a:srgbClr val="EB0A00"/>
                </a:solidFill>
                <a:uFill>
                  <a:solidFill>
                    <a:srgbClr val="4B4B54"/>
                  </a:solidFill>
                </a:uFill>
                <a:latin typeface="Arial MT"/>
                <a:cs typeface="Arial MT"/>
              </a:rPr>
              <a:t>Enhance:</a:t>
            </a:r>
            <a:r>
              <a:rPr lang="en-US" sz="1100" spc="141" dirty="0">
                <a:solidFill>
                  <a:srgbClr val="EB0A00"/>
                </a:solidFill>
                <a:latin typeface="Arial MT"/>
                <a:cs typeface="Arial MT"/>
              </a:rPr>
              <a:t> </a:t>
            </a:r>
            <a:r>
              <a:rPr lang="en-US" sz="1100" u="heavy" dirty="0">
                <a:solidFill>
                  <a:srgbClr val="01AF4F"/>
                </a:solidFill>
                <a:uFill>
                  <a:solidFill>
                    <a:srgbClr val="4B4B54"/>
                  </a:solidFill>
                </a:uFill>
                <a:latin typeface="Arial MT"/>
                <a:cs typeface="Arial MT"/>
              </a:rPr>
              <a:t>Take</a:t>
            </a:r>
            <a:r>
              <a:rPr lang="en-US" sz="1100" spc="91" dirty="0">
                <a:solidFill>
                  <a:srgbClr val="01AF4F"/>
                </a:solidFill>
                <a:latin typeface="Arial MT"/>
                <a:cs typeface="Arial MT"/>
              </a:rPr>
              <a:t> </a:t>
            </a:r>
            <a:r>
              <a:rPr lang="en-US" sz="1100" spc="86" dirty="0">
                <a:solidFill>
                  <a:srgbClr val="0000DD"/>
                </a:solidFill>
                <a:latin typeface="Arial MT"/>
                <a:cs typeface="Arial MT"/>
              </a:rPr>
              <a:t>action</a:t>
            </a:r>
            <a:r>
              <a:rPr lang="en-US" sz="1100" spc="45" dirty="0">
                <a:solidFill>
                  <a:srgbClr val="0000DD"/>
                </a:solidFill>
                <a:latin typeface="Arial MT"/>
                <a:cs typeface="Arial MT"/>
              </a:rPr>
              <a:t> </a:t>
            </a:r>
            <a:r>
              <a:rPr lang="en-US" sz="1100" dirty="0">
                <a:latin typeface="Arial MT"/>
                <a:cs typeface="Arial MT"/>
              </a:rPr>
              <a:t>to</a:t>
            </a:r>
            <a:r>
              <a:rPr lang="en-US" sz="1100" spc="18" dirty="0">
                <a:latin typeface="Arial MT"/>
                <a:cs typeface="Arial MT"/>
              </a:rPr>
              <a:t> </a:t>
            </a:r>
            <a:r>
              <a:rPr lang="en-US" sz="1100" u="heavy" spc="45" dirty="0">
                <a:solidFill>
                  <a:srgbClr val="00AF4F"/>
                </a:solidFill>
                <a:uFill>
                  <a:solidFill>
                    <a:srgbClr val="4B4B54"/>
                  </a:solidFill>
                </a:uFill>
                <a:latin typeface="Arial MT"/>
                <a:cs typeface="Arial MT"/>
              </a:rPr>
              <a:t>increase</a:t>
            </a:r>
            <a:r>
              <a:rPr lang="en-US" sz="1100" spc="254" dirty="0">
                <a:solidFill>
                  <a:srgbClr val="00AF4F"/>
                </a:solidFill>
                <a:latin typeface="Arial MT"/>
                <a:cs typeface="Arial MT"/>
              </a:rPr>
              <a:t> </a:t>
            </a:r>
            <a:r>
              <a:rPr lang="en-US" sz="1100" u="heavy" spc="82" dirty="0" err="1">
                <a:solidFill>
                  <a:srgbClr val="0100CC"/>
                </a:solidFill>
                <a:uFill>
                  <a:solidFill>
                    <a:srgbClr val="4B4B54"/>
                  </a:solidFill>
                </a:uFill>
                <a:latin typeface="Arial MT"/>
                <a:cs typeface="Arial MT"/>
              </a:rPr>
              <a:t>gositive</a:t>
            </a:r>
            <a:r>
              <a:rPr lang="en-US" sz="1100" spc="73" dirty="0">
                <a:solidFill>
                  <a:srgbClr val="0100CC"/>
                </a:solidFill>
                <a:latin typeface="Arial MT"/>
                <a:cs typeface="Arial MT"/>
              </a:rPr>
              <a:t> </a:t>
            </a:r>
            <a:r>
              <a:rPr lang="en-US" sz="1100" spc="73" dirty="0">
                <a:solidFill>
                  <a:srgbClr val="0001CF"/>
                </a:solidFill>
                <a:latin typeface="Arial MT"/>
                <a:cs typeface="Arial MT"/>
              </a:rPr>
              <a:t>impact</a:t>
            </a:r>
            <a:r>
              <a:rPr lang="en-US" sz="1100" spc="123" dirty="0">
                <a:solidFill>
                  <a:srgbClr val="0001CF"/>
                </a:solidFill>
                <a:latin typeface="Arial MT"/>
                <a:cs typeface="Arial MT"/>
              </a:rPr>
              <a:t> </a:t>
            </a:r>
            <a:r>
              <a:rPr lang="en-US" sz="1100" dirty="0">
                <a:latin typeface="Arial MT"/>
                <a:cs typeface="Arial MT"/>
              </a:rPr>
              <a:t>of</a:t>
            </a:r>
            <a:r>
              <a:rPr lang="en-US" sz="1100" spc="32" dirty="0">
                <a:latin typeface="Arial MT"/>
                <a:cs typeface="Arial MT"/>
              </a:rPr>
              <a:t> </a:t>
            </a:r>
            <a:r>
              <a:rPr lang="en-US" sz="1100" spc="-23" dirty="0">
                <a:latin typeface="Arial MT"/>
                <a:cs typeface="Arial MT"/>
              </a:rPr>
              <a:t>an 	</a:t>
            </a:r>
            <a:r>
              <a:rPr lang="en-US" sz="1100" spc="82" dirty="0">
                <a:latin typeface="Arial MT"/>
                <a:cs typeface="Arial MT"/>
              </a:rPr>
              <a:t>opportunity.</a:t>
            </a:r>
            <a:endParaRPr lang="en-US" sz="1100" dirty="0">
              <a:latin typeface="Arial MT"/>
              <a:cs typeface="Arial MT"/>
            </a:endParaRPr>
          </a:p>
          <a:p>
            <a:pPr marL="232258" marR="514659" indent="-215546">
              <a:lnSpc>
                <a:spcPct val="100400"/>
              </a:lnSpc>
              <a:spcBef>
                <a:spcPts val="663"/>
              </a:spcBef>
              <a:buClr>
                <a:srgbClr val="6D2FA7"/>
              </a:buClr>
              <a:buChar char="•"/>
              <a:tabLst>
                <a:tab pos="236870" algn="l"/>
              </a:tabLst>
            </a:pPr>
            <a:r>
              <a:rPr lang="en-US" sz="1100" u="heavy" spc="45" dirty="0">
                <a:solidFill>
                  <a:srgbClr val="722FA3"/>
                </a:solidFill>
                <a:uFill>
                  <a:solidFill>
                    <a:srgbClr val="44607C"/>
                  </a:solidFill>
                </a:uFill>
                <a:latin typeface="Arial MT"/>
                <a:cs typeface="Arial MT"/>
              </a:rPr>
              <a:t>Escalate:</a:t>
            </a:r>
            <a:r>
              <a:rPr lang="en-US" sz="1100" spc="145" dirty="0">
                <a:solidFill>
                  <a:srgbClr val="722FA3"/>
                </a:solidFill>
                <a:latin typeface="Arial MT"/>
                <a:cs typeface="Arial MT"/>
              </a:rPr>
              <a:t> </a:t>
            </a:r>
            <a:r>
              <a:rPr lang="en-US" sz="1100" u="heavy" dirty="0">
                <a:solidFill>
                  <a:srgbClr val="01AF4D"/>
                </a:solidFill>
                <a:uFill>
                  <a:solidFill>
                    <a:srgbClr val="44607C"/>
                  </a:solidFill>
                </a:uFill>
                <a:latin typeface="Arial MT"/>
                <a:cs typeface="Arial MT"/>
              </a:rPr>
              <a:t>Notif'¥</a:t>
            </a:r>
            <a:r>
              <a:rPr lang="en-US" sz="1100" spc="132" dirty="0">
                <a:solidFill>
                  <a:srgbClr val="01AF4D"/>
                </a:solidFill>
                <a:latin typeface="Arial MT"/>
                <a:cs typeface="Arial MT"/>
              </a:rPr>
              <a:t> </a:t>
            </a:r>
            <a:r>
              <a:rPr lang="en-US" sz="1100" dirty="0">
                <a:latin typeface="Arial MT"/>
                <a:cs typeface="Arial MT"/>
              </a:rPr>
              <a:t>appropriate</a:t>
            </a:r>
            <a:r>
              <a:rPr lang="en-US" sz="1100" spc="185" dirty="0">
                <a:latin typeface="Arial MT"/>
                <a:cs typeface="Arial MT"/>
              </a:rPr>
              <a:t> </a:t>
            </a:r>
            <a:r>
              <a:rPr lang="en-US" sz="1100" spc="50" dirty="0">
                <a:solidFill>
                  <a:srgbClr val="0100DA"/>
                </a:solidFill>
                <a:latin typeface="Arial MT"/>
                <a:cs typeface="Arial MT"/>
              </a:rPr>
              <a:t>people</a:t>
            </a:r>
            <a:r>
              <a:rPr lang="en-US" sz="1100" spc="86" dirty="0">
                <a:solidFill>
                  <a:srgbClr val="0100DA"/>
                </a:solidFill>
                <a:latin typeface="Arial MT"/>
                <a:cs typeface="Arial MT"/>
              </a:rPr>
              <a:t> </a:t>
            </a:r>
            <a:r>
              <a:rPr lang="en-US" sz="1100" u="heavy" spc="109" dirty="0">
                <a:solidFill>
                  <a:srgbClr val="08AA54"/>
                </a:solidFill>
                <a:uFill>
                  <a:solidFill>
                    <a:srgbClr val="03A84F"/>
                  </a:solidFill>
                </a:uFill>
                <a:latin typeface="Arial MT"/>
                <a:cs typeface="Arial MT"/>
              </a:rPr>
              <a:t>within</a:t>
            </a:r>
            <a:r>
              <a:rPr lang="en-US" sz="1100" spc="-5" dirty="0">
                <a:solidFill>
                  <a:srgbClr val="08AA54"/>
                </a:solidFill>
                <a:latin typeface="Arial MT"/>
                <a:cs typeface="Arial MT"/>
              </a:rPr>
              <a:t> </a:t>
            </a:r>
            <a:r>
              <a:rPr lang="en-US" sz="1100" spc="64" dirty="0">
                <a:solidFill>
                  <a:srgbClr val="0001C8"/>
                </a:solidFill>
                <a:latin typeface="Arial MT"/>
                <a:cs typeface="Arial MT"/>
              </a:rPr>
              <a:t>organization</a:t>
            </a:r>
            <a:r>
              <a:rPr lang="en-US" sz="1100" spc="150" dirty="0">
                <a:solidFill>
                  <a:srgbClr val="0001C8"/>
                </a:solidFill>
                <a:latin typeface="Arial MT"/>
                <a:cs typeface="Arial MT"/>
              </a:rPr>
              <a:t> </a:t>
            </a:r>
            <a:r>
              <a:rPr lang="en-US" sz="1100" spc="-23" dirty="0">
                <a:latin typeface="Arial MT"/>
                <a:cs typeface="Arial MT"/>
              </a:rPr>
              <a:t>of 	</a:t>
            </a:r>
            <a:r>
              <a:rPr lang="en-US" sz="1100" spc="82" dirty="0">
                <a:latin typeface="Arial MT"/>
                <a:cs typeface="Arial MT"/>
              </a:rPr>
              <a:t>opportunity.</a:t>
            </a:r>
            <a:endParaRPr lang="en-US" sz="1100" dirty="0">
              <a:latin typeface="Arial MT"/>
              <a:cs typeface="Arial MT"/>
            </a:endParaRPr>
          </a:p>
          <a:p>
            <a:pPr marL="233412" marR="639722" indent="-217275">
              <a:lnSpc>
                <a:spcPct val="100400"/>
              </a:lnSpc>
              <a:spcBef>
                <a:spcPts val="685"/>
              </a:spcBef>
              <a:buChar char="•"/>
              <a:tabLst>
                <a:tab pos="233412" algn="l"/>
                <a:tab pos="235140" algn="l"/>
              </a:tabLst>
            </a:pPr>
            <a:r>
              <a:rPr lang="en-US" sz="1100" dirty="0">
                <a:solidFill>
                  <a:srgbClr val="722DA7"/>
                </a:solidFill>
                <a:latin typeface="Arial MT"/>
                <a:cs typeface="Arial MT"/>
              </a:rPr>
              <a:t>	</a:t>
            </a:r>
            <a:r>
              <a:rPr lang="en-US" sz="1100" u="heavy" spc="82" dirty="0" err="1">
                <a:solidFill>
                  <a:srgbClr val="6D31A0"/>
                </a:solidFill>
                <a:uFill>
                  <a:solidFill>
                    <a:srgbClr val="485B80"/>
                  </a:solidFill>
                </a:uFill>
                <a:latin typeface="Arial MT"/>
                <a:cs typeface="Arial MT"/>
              </a:rPr>
              <a:t>Accegt</a:t>
            </a:r>
            <a:r>
              <a:rPr lang="en-US" sz="1100" u="heavy" spc="82" dirty="0">
                <a:solidFill>
                  <a:srgbClr val="6D31A0"/>
                </a:solidFill>
                <a:uFill>
                  <a:solidFill>
                    <a:srgbClr val="485B80"/>
                  </a:solidFill>
                </a:uFill>
                <a:latin typeface="Arial MT"/>
                <a:cs typeface="Arial MT"/>
              </a:rPr>
              <a:t>:</a:t>
            </a:r>
            <a:r>
              <a:rPr lang="en-US" sz="1100" spc="177" dirty="0">
                <a:solidFill>
                  <a:srgbClr val="6D31A0"/>
                </a:solidFill>
                <a:latin typeface="Arial MT"/>
                <a:cs typeface="Arial MT"/>
              </a:rPr>
              <a:t> </a:t>
            </a:r>
            <a:r>
              <a:rPr lang="en-US" sz="1100" dirty="0">
                <a:latin typeface="Arial MT"/>
                <a:cs typeface="Arial MT"/>
              </a:rPr>
              <a:t>Be</a:t>
            </a:r>
            <a:r>
              <a:rPr lang="en-US" sz="1100" spc="50" dirty="0">
                <a:latin typeface="Arial MT"/>
                <a:cs typeface="Arial MT"/>
              </a:rPr>
              <a:t> </a:t>
            </a:r>
            <a:r>
              <a:rPr lang="en-US" sz="1100" dirty="0">
                <a:latin typeface="Arial MT"/>
                <a:cs typeface="Arial MT"/>
              </a:rPr>
              <a:t>willing</a:t>
            </a:r>
            <a:r>
              <a:rPr lang="en-US" sz="1100" spc="182" dirty="0">
                <a:latin typeface="Arial MT"/>
                <a:cs typeface="Arial MT"/>
              </a:rPr>
              <a:t> </a:t>
            </a:r>
            <a:r>
              <a:rPr lang="en-US" sz="1100" dirty="0">
                <a:latin typeface="Arial MT"/>
                <a:cs typeface="Arial MT"/>
              </a:rPr>
              <a:t>to</a:t>
            </a:r>
            <a:r>
              <a:rPr lang="en-US" sz="1100" spc="59" dirty="0">
                <a:latin typeface="Arial MT"/>
                <a:cs typeface="Arial MT"/>
              </a:rPr>
              <a:t> </a:t>
            </a:r>
            <a:r>
              <a:rPr lang="en-US" sz="1100" u="heavy" dirty="0">
                <a:solidFill>
                  <a:srgbClr val="03AE4D"/>
                </a:solidFill>
                <a:uFill>
                  <a:solidFill>
                    <a:srgbClr val="485B80"/>
                  </a:solidFill>
                </a:uFill>
                <a:latin typeface="Arial MT"/>
                <a:cs typeface="Arial MT"/>
              </a:rPr>
              <a:t>take</a:t>
            </a:r>
            <a:r>
              <a:rPr lang="en-US" sz="1100" spc="103" dirty="0">
                <a:solidFill>
                  <a:srgbClr val="03AE4D"/>
                </a:solidFill>
                <a:latin typeface="Arial MT"/>
                <a:cs typeface="Arial MT"/>
              </a:rPr>
              <a:t> </a:t>
            </a:r>
            <a:r>
              <a:rPr lang="en-US" sz="1100" dirty="0">
                <a:solidFill>
                  <a:srgbClr val="0000CD"/>
                </a:solidFill>
                <a:latin typeface="Arial MT"/>
                <a:cs typeface="Arial MT"/>
              </a:rPr>
              <a:t>advantage</a:t>
            </a:r>
            <a:r>
              <a:rPr lang="en-US" sz="1100" spc="218" dirty="0">
                <a:solidFill>
                  <a:srgbClr val="0000CD"/>
                </a:solidFill>
                <a:latin typeface="Arial MT"/>
                <a:cs typeface="Arial MT"/>
              </a:rPr>
              <a:t> </a:t>
            </a:r>
            <a:r>
              <a:rPr lang="en-US" sz="1100" dirty="0">
                <a:latin typeface="Arial MT"/>
                <a:cs typeface="Arial MT"/>
              </a:rPr>
              <a:t>of</a:t>
            </a:r>
            <a:r>
              <a:rPr lang="en-US" sz="1100" spc="77" dirty="0">
                <a:latin typeface="Arial MT"/>
                <a:cs typeface="Arial MT"/>
              </a:rPr>
              <a:t> </a:t>
            </a:r>
            <a:r>
              <a:rPr lang="en-US" sz="1100" spc="100" dirty="0">
                <a:solidFill>
                  <a:srgbClr val="0101C4"/>
                </a:solidFill>
                <a:latin typeface="Arial MT"/>
                <a:cs typeface="Arial MT"/>
              </a:rPr>
              <a:t>opportunity</a:t>
            </a:r>
            <a:r>
              <a:rPr lang="en-US" sz="1100" spc="250" dirty="0">
                <a:solidFill>
                  <a:srgbClr val="0101C4"/>
                </a:solidFill>
                <a:latin typeface="Arial MT"/>
                <a:cs typeface="Arial MT"/>
              </a:rPr>
              <a:t> </a:t>
            </a:r>
            <a:r>
              <a:rPr lang="en-US" sz="1100" dirty="0">
                <a:latin typeface="Arial MT"/>
                <a:cs typeface="Arial MT"/>
              </a:rPr>
              <a:t>if</a:t>
            </a:r>
            <a:r>
              <a:rPr lang="en-US" sz="1100" spc="54" dirty="0">
                <a:latin typeface="Arial MT"/>
                <a:cs typeface="Arial MT"/>
              </a:rPr>
              <a:t> </a:t>
            </a:r>
            <a:r>
              <a:rPr lang="en-US" sz="1100" spc="-23" dirty="0">
                <a:latin typeface="Arial MT"/>
                <a:cs typeface="Arial MT"/>
              </a:rPr>
              <a:t>it </a:t>
            </a:r>
            <a:r>
              <a:rPr lang="en-US" sz="1100" dirty="0">
                <a:latin typeface="Arial MT"/>
                <a:cs typeface="Arial MT"/>
              </a:rPr>
              <a:t>occurs,</a:t>
            </a:r>
            <a:r>
              <a:rPr lang="en-US" sz="1100" spc="14" dirty="0">
                <a:latin typeface="Arial MT"/>
                <a:cs typeface="Arial MT"/>
              </a:rPr>
              <a:t> </a:t>
            </a:r>
            <a:r>
              <a:rPr lang="en-US" sz="1100" dirty="0">
                <a:latin typeface="Arial MT"/>
                <a:cs typeface="Arial MT"/>
              </a:rPr>
              <a:t>but</a:t>
            </a:r>
            <a:r>
              <a:rPr lang="en-US" sz="1100" spc="-32" dirty="0">
                <a:latin typeface="Arial MT"/>
                <a:cs typeface="Arial MT"/>
              </a:rPr>
              <a:t> </a:t>
            </a:r>
            <a:r>
              <a:rPr lang="en-US" sz="1100" dirty="0">
                <a:latin typeface="Arial MT"/>
                <a:cs typeface="Arial MT"/>
              </a:rPr>
              <a:t>implement</a:t>
            </a:r>
            <a:r>
              <a:rPr lang="en-US" sz="1100" spc="91" dirty="0">
                <a:latin typeface="Arial MT"/>
                <a:cs typeface="Arial MT"/>
              </a:rPr>
              <a:t> </a:t>
            </a:r>
            <a:r>
              <a:rPr lang="en-US" sz="1100" dirty="0">
                <a:latin typeface="Arial MT"/>
                <a:cs typeface="Arial MT"/>
              </a:rPr>
              <a:t>actions</a:t>
            </a:r>
            <a:r>
              <a:rPr lang="en-US" sz="1100" spc="-14" dirty="0">
                <a:latin typeface="Arial MT"/>
                <a:cs typeface="Arial MT"/>
              </a:rPr>
              <a:t> </a:t>
            </a:r>
            <a:r>
              <a:rPr lang="en-US" sz="1100" dirty="0">
                <a:latin typeface="Arial MT"/>
                <a:cs typeface="Arial MT"/>
              </a:rPr>
              <a:t>only</a:t>
            </a:r>
            <a:r>
              <a:rPr lang="en-US" sz="1100" spc="-32" dirty="0">
                <a:latin typeface="Arial MT"/>
                <a:cs typeface="Arial MT"/>
              </a:rPr>
              <a:t> </a:t>
            </a:r>
            <a:r>
              <a:rPr lang="en-US" sz="1100" dirty="0">
                <a:latin typeface="Arial MT"/>
                <a:cs typeface="Arial MT"/>
              </a:rPr>
              <a:t>after</a:t>
            </a:r>
            <a:r>
              <a:rPr lang="en-US" sz="1100" spc="-32" dirty="0">
                <a:latin typeface="Arial MT"/>
                <a:cs typeface="Arial MT"/>
              </a:rPr>
              <a:t> </a:t>
            </a:r>
            <a:r>
              <a:rPr lang="en-US" sz="1100" dirty="0">
                <a:latin typeface="Arial MT"/>
                <a:cs typeface="Arial MT"/>
              </a:rPr>
              <a:t>it</a:t>
            </a:r>
            <a:r>
              <a:rPr lang="en-US" sz="1100" spc="-77" dirty="0">
                <a:latin typeface="Arial MT"/>
                <a:cs typeface="Arial MT"/>
              </a:rPr>
              <a:t> </a:t>
            </a:r>
            <a:r>
              <a:rPr lang="en-US" sz="1100" dirty="0">
                <a:latin typeface="Arial MT"/>
                <a:cs typeface="Arial MT"/>
              </a:rPr>
              <a:t>actually</a:t>
            </a:r>
            <a:r>
              <a:rPr lang="en-US" sz="1100" spc="18" dirty="0">
                <a:latin typeface="Arial MT"/>
                <a:cs typeface="Arial MT"/>
              </a:rPr>
              <a:t> </a:t>
            </a:r>
            <a:r>
              <a:rPr lang="en-US" sz="1100" spc="-9" dirty="0">
                <a:latin typeface="Arial MT"/>
                <a:cs typeface="Arial MT"/>
              </a:rPr>
              <a:t>happens.</a:t>
            </a:r>
            <a:endParaRPr lang="en-US" sz="11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22</a:t>
            </a:fld>
            <a:endParaRPr lang="en-US"/>
          </a:p>
        </p:txBody>
      </p:sp>
    </p:spTree>
    <p:extLst>
      <p:ext uri="{BB962C8B-B14F-4D97-AF65-F5344CB8AC3E}">
        <p14:creationId xmlns:p14="http://schemas.microsoft.com/office/powerpoint/2010/main" val="3992687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4408">
              <a:spcBef>
                <a:spcPts val="1402"/>
              </a:spcBef>
              <a:tabLst>
                <a:tab pos="1283478" algn="l"/>
                <a:tab pos="2150849" algn="l"/>
                <a:tab pos="3374965" algn="l"/>
                <a:tab pos="4941995" algn="l"/>
                <a:tab pos="6050847" algn="l"/>
              </a:tabLst>
            </a:pPr>
            <a:r>
              <a:rPr lang="en-US" sz="1200" spc="77" dirty="0">
                <a:solidFill>
                  <a:srgbClr val="C40000"/>
                </a:solidFill>
                <a:latin typeface="Arial MT"/>
                <a:cs typeface="Arial MT"/>
              </a:rPr>
              <a:t>Contin</a:t>
            </a:r>
            <a:r>
              <a:rPr lang="en-US" sz="1200" dirty="0">
                <a:solidFill>
                  <a:srgbClr val="C40000"/>
                </a:solidFill>
                <a:latin typeface="Arial MT"/>
                <a:cs typeface="Arial MT"/>
              </a:rPr>
              <a:t>	</a:t>
            </a:r>
            <a:r>
              <a:rPr lang="en-US" sz="1200" spc="-23" dirty="0">
                <a:solidFill>
                  <a:srgbClr val="B30500"/>
                </a:solidFill>
                <a:latin typeface="Arial MT"/>
                <a:cs typeface="Arial MT"/>
              </a:rPr>
              <a:t>enc</a:t>
            </a:r>
            <a:r>
              <a:rPr lang="en-US" sz="1200" dirty="0">
                <a:solidFill>
                  <a:srgbClr val="B30500"/>
                </a:solidFill>
                <a:latin typeface="Arial MT"/>
                <a:cs typeface="Arial MT"/>
              </a:rPr>
              <a:t>	</a:t>
            </a:r>
            <a:r>
              <a:rPr lang="en-US" sz="1200" spc="64" dirty="0">
                <a:solidFill>
                  <a:srgbClr val="BF0000"/>
                </a:solidFill>
                <a:latin typeface="Arial MT"/>
                <a:cs typeface="Arial MT"/>
              </a:rPr>
              <a:t>Funds</a:t>
            </a:r>
            <a:r>
              <a:rPr lang="en-US" sz="1200" dirty="0">
                <a:solidFill>
                  <a:srgbClr val="BF0000"/>
                </a:solidFill>
                <a:latin typeface="Arial MT"/>
                <a:cs typeface="Arial MT"/>
              </a:rPr>
              <a:t>	</a:t>
            </a:r>
            <a:r>
              <a:rPr lang="en-US" sz="1200" dirty="0">
                <a:solidFill>
                  <a:srgbClr val="BD0000"/>
                </a:solidFill>
                <a:latin typeface="Arial MT"/>
                <a:cs typeface="Arial MT"/>
              </a:rPr>
              <a:t>To</a:t>
            </a:r>
            <a:r>
              <a:rPr lang="en-US" sz="1200" spc="-91" dirty="0">
                <a:solidFill>
                  <a:srgbClr val="BD0000"/>
                </a:solidFill>
                <a:latin typeface="Arial MT"/>
                <a:cs typeface="Arial MT"/>
              </a:rPr>
              <a:t> </a:t>
            </a:r>
            <a:r>
              <a:rPr lang="en-US" sz="1200" spc="27" dirty="0">
                <a:solidFill>
                  <a:srgbClr val="C40000"/>
                </a:solidFill>
                <a:latin typeface="Arial MT"/>
                <a:cs typeface="Arial MT"/>
              </a:rPr>
              <a:t>mana</a:t>
            </a:r>
            <a:r>
              <a:rPr lang="en-US" sz="1200" dirty="0">
                <a:solidFill>
                  <a:srgbClr val="C40000"/>
                </a:solidFill>
                <a:latin typeface="Arial MT"/>
                <a:cs typeface="Arial MT"/>
              </a:rPr>
              <a:t>	</a:t>
            </a:r>
            <a:r>
              <a:rPr lang="en-US" sz="1200" dirty="0">
                <a:solidFill>
                  <a:srgbClr val="B80301"/>
                </a:solidFill>
                <a:latin typeface="Arial MT"/>
                <a:cs typeface="Arial MT"/>
              </a:rPr>
              <a:t>e</a:t>
            </a:r>
            <a:r>
              <a:rPr lang="en-US" sz="1200" spc="27" dirty="0">
                <a:solidFill>
                  <a:srgbClr val="B80301"/>
                </a:solidFill>
                <a:latin typeface="Arial MT"/>
                <a:cs typeface="Arial MT"/>
              </a:rPr>
              <a:t> </a:t>
            </a:r>
            <a:r>
              <a:rPr lang="en-US" sz="1200" spc="103" dirty="0">
                <a:solidFill>
                  <a:srgbClr val="C60000"/>
                </a:solidFill>
                <a:latin typeface="Arial MT"/>
                <a:cs typeface="Arial MT"/>
              </a:rPr>
              <a:t>bud</a:t>
            </a:r>
            <a:r>
              <a:rPr lang="en-US" sz="1200" dirty="0">
                <a:solidFill>
                  <a:srgbClr val="C60000"/>
                </a:solidFill>
                <a:latin typeface="Arial MT"/>
                <a:cs typeface="Arial MT"/>
              </a:rPr>
              <a:t>	</a:t>
            </a:r>
            <a:r>
              <a:rPr lang="en-US" sz="1200" dirty="0">
                <a:solidFill>
                  <a:srgbClr val="B30500"/>
                </a:solidFill>
                <a:latin typeface="Arial MT"/>
                <a:cs typeface="Arial MT"/>
              </a:rPr>
              <a:t>et</a:t>
            </a:r>
            <a:r>
              <a:rPr lang="en-US" sz="1200" spc="127" dirty="0">
                <a:solidFill>
                  <a:srgbClr val="B30500"/>
                </a:solidFill>
                <a:latin typeface="Arial MT"/>
                <a:cs typeface="Arial MT"/>
              </a:rPr>
              <a:t> </a:t>
            </a:r>
            <a:r>
              <a:rPr lang="en-US" sz="1200" spc="109" dirty="0">
                <a:solidFill>
                  <a:srgbClr val="C30000"/>
                </a:solidFill>
                <a:latin typeface="Arial MT"/>
                <a:cs typeface="Arial MT"/>
              </a:rPr>
              <a:t>risks</a:t>
            </a:r>
            <a:endParaRPr lang="en-US" sz="1200" dirty="0">
              <a:latin typeface="Arial MT"/>
              <a:cs typeface="Arial MT"/>
            </a:endParaRPr>
          </a:p>
          <a:p>
            <a:pPr marL="14408">
              <a:lnSpc>
                <a:spcPts val="2628"/>
              </a:lnSpc>
              <a:spcBef>
                <a:spcPts val="1139"/>
              </a:spcBef>
            </a:pPr>
            <a:r>
              <a:rPr lang="en-US" sz="1100" dirty="0">
                <a:latin typeface="Arial MT"/>
                <a:cs typeface="Arial MT"/>
              </a:rPr>
              <a:t>Are</a:t>
            </a:r>
            <a:r>
              <a:rPr lang="en-US" sz="1100" spc="14" dirty="0">
                <a:latin typeface="Arial MT"/>
                <a:cs typeface="Arial MT"/>
              </a:rPr>
              <a:t> </a:t>
            </a:r>
            <a:r>
              <a:rPr lang="en-US" sz="1100" spc="100" dirty="0">
                <a:solidFill>
                  <a:srgbClr val="0100DA"/>
                </a:solidFill>
                <a:latin typeface="Arial MT"/>
                <a:cs typeface="Arial MT"/>
              </a:rPr>
              <a:t>funds</a:t>
            </a:r>
            <a:r>
              <a:rPr lang="en-US" sz="1100" spc="73" dirty="0">
                <a:solidFill>
                  <a:srgbClr val="0100DA"/>
                </a:solidFill>
                <a:latin typeface="Arial MT"/>
                <a:cs typeface="Arial MT"/>
              </a:rPr>
              <a:t> </a:t>
            </a:r>
            <a:r>
              <a:rPr lang="en-US" sz="1100" dirty="0">
                <a:latin typeface="Arial MT"/>
                <a:cs typeface="Arial MT"/>
              </a:rPr>
              <a:t>to</a:t>
            </a:r>
            <a:r>
              <a:rPr lang="en-US" sz="1100" spc="9" dirty="0">
                <a:latin typeface="Arial MT"/>
                <a:cs typeface="Arial MT"/>
              </a:rPr>
              <a:t> </a:t>
            </a:r>
            <a:r>
              <a:rPr lang="en-US" sz="1100" u="heavy" spc="77" dirty="0">
                <a:solidFill>
                  <a:srgbClr val="00AF4F"/>
                </a:solidFill>
                <a:uFill>
                  <a:solidFill>
                    <a:srgbClr val="039044"/>
                  </a:solidFill>
                </a:uFill>
                <a:latin typeface="Arial MT"/>
                <a:cs typeface="Arial MT"/>
              </a:rPr>
              <a:t>cover</a:t>
            </a:r>
            <a:r>
              <a:rPr lang="en-US" sz="1100" spc="59" dirty="0">
                <a:solidFill>
                  <a:srgbClr val="00AF4F"/>
                </a:solidFill>
                <a:latin typeface="Arial MT"/>
                <a:cs typeface="Arial MT"/>
              </a:rPr>
              <a:t> </a:t>
            </a:r>
            <a:r>
              <a:rPr lang="en-US" sz="1100" dirty="0">
                <a:latin typeface="Arial MT"/>
                <a:cs typeface="Arial MT"/>
              </a:rPr>
              <a:t>project</a:t>
            </a:r>
            <a:r>
              <a:rPr lang="en-US" sz="1100" spc="95" dirty="0">
                <a:latin typeface="Arial MT"/>
                <a:cs typeface="Arial MT"/>
              </a:rPr>
              <a:t> </a:t>
            </a:r>
            <a:r>
              <a:rPr lang="en-US" sz="1100" spc="109" dirty="0">
                <a:solidFill>
                  <a:srgbClr val="0003C1"/>
                </a:solidFill>
                <a:latin typeface="Arial MT"/>
                <a:cs typeface="Arial MT"/>
              </a:rPr>
              <a:t>risks</a:t>
            </a:r>
            <a:r>
              <a:rPr lang="en-US" sz="1100" spc="36" dirty="0">
                <a:solidFill>
                  <a:srgbClr val="0003C1"/>
                </a:solidFill>
                <a:latin typeface="Arial MT"/>
                <a:cs typeface="Arial MT"/>
              </a:rPr>
              <a:t> </a:t>
            </a:r>
            <a:r>
              <a:rPr lang="en-US" sz="1100" dirty="0">
                <a:latin typeface="Arial MT"/>
                <a:cs typeface="Arial MT"/>
              </a:rPr>
              <a:t>that</a:t>
            </a:r>
            <a:r>
              <a:rPr lang="en-US" sz="1100" spc="27" dirty="0">
                <a:latin typeface="Arial MT"/>
                <a:cs typeface="Arial MT"/>
              </a:rPr>
              <a:t> </a:t>
            </a:r>
            <a:r>
              <a:rPr lang="en-US" sz="1100" dirty="0">
                <a:latin typeface="Arial MT"/>
                <a:cs typeface="Arial MT"/>
              </a:rPr>
              <a:t>are</a:t>
            </a:r>
            <a:r>
              <a:rPr lang="en-US" sz="1100" spc="14" dirty="0">
                <a:latin typeface="Arial MT"/>
                <a:cs typeface="Arial MT"/>
              </a:rPr>
              <a:t> </a:t>
            </a:r>
            <a:r>
              <a:rPr lang="en-US" sz="1100" u="heavy" spc="54" dirty="0">
                <a:solidFill>
                  <a:srgbClr val="00AF54"/>
                </a:solidFill>
                <a:uFill>
                  <a:solidFill>
                    <a:srgbClr val="039044"/>
                  </a:solidFill>
                </a:uFill>
                <a:latin typeface="Arial MT"/>
                <a:cs typeface="Arial MT"/>
              </a:rPr>
              <a:t>either</a:t>
            </a:r>
            <a:r>
              <a:rPr lang="en-US" sz="1100" spc="123" dirty="0">
                <a:solidFill>
                  <a:srgbClr val="00AF54"/>
                </a:solidFill>
                <a:latin typeface="Arial MT"/>
                <a:cs typeface="Arial MT"/>
              </a:rPr>
              <a:t> </a:t>
            </a:r>
            <a:r>
              <a:rPr lang="en-US" sz="1100" spc="86" dirty="0">
                <a:solidFill>
                  <a:srgbClr val="0100CC"/>
                </a:solidFill>
                <a:latin typeface="Arial MT"/>
                <a:cs typeface="Arial MT"/>
              </a:rPr>
              <a:t>identified</a:t>
            </a:r>
            <a:r>
              <a:rPr lang="en-US" sz="1100" spc="18" dirty="0">
                <a:solidFill>
                  <a:srgbClr val="0100CC"/>
                </a:solidFill>
                <a:latin typeface="Arial MT"/>
                <a:cs typeface="Arial MT"/>
              </a:rPr>
              <a:t> </a:t>
            </a:r>
            <a:r>
              <a:rPr lang="en-US" sz="1100" u="heavy" spc="68" dirty="0">
                <a:uFill>
                  <a:solidFill>
                    <a:srgbClr val="039044"/>
                  </a:solidFill>
                </a:uFill>
                <a:latin typeface="Arial MT"/>
                <a:cs typeface="Arial MT"/>
              </a:rPr>
              <a:t>or</a:t>
            </a:r>
            <a:endParaRPr lang="en-US" sz="1100" dirty="0">
              <a:latin typeface="Arial MT"/>
              <a:cs typeface="Arial MT"/>
            </a:endParaRPr>
          </a:p>
          <a:p>
            <a:pPr marL="14408">
              <a:lnSpc>
                <a:spcPts val="2845"/>
              </a:lnSpc>
            </a:pPr>
            <a:r>
              <a:rPr lang="en-US" sz="1200" spc="-9" dirty="0">
                <a:latin typeface="Arial MT"/>
                <a:cs typeface="Arial MT"/>
              </a:rPr>
              <a:t>unknown.</a:t>
            </a:r>
            <a:endParaRPr lang="en-US" sz="1200" dirty="0">
              <a:latin typeface="Arial MT"/>
              <a:cs typeface="Arial MT"/>
            </a:endParaRPr>
          </a:p>
          <a:p>
            <a:pPr marL="11527">
              <a:spcBef>
                <a:spcPts val="1184"/>
              </a:spcBef>
              <a:tabLst>
                <a:tab pos="2262080" algn="l"/>
                <a:tab pos="3079886" algn="l"/>
                <a:tab pos="4122460" algn="l"/>
                <a:tab pos="4862462" algn="l"/>
              </a:tabLst>
            </a:pPr>
            <a:r>
              <a:rPr lang="en-US" sz="1100" spc="86" dirty="0">
                <a:latin typeface="Arial MT"/>
                <a:cs typeface="Arial MT"/>
              </a:rPr>
              <a:t>For</a:t>
            </a:r>
            <a:r>
              <a:rPr lang="en-US" sz="1100" spc="73" dirty="0">
                <a:latin typeface="Arial MT"/>
                <a:cs typeface="Arial MT"/>
              </a:rPr>
              <a:t> </a:t>
            </a:r>
            <a:r>
              <a:rPr lang="en-US" sz="1100" spc="118" dirty="0">
                <a:latin typeface="Arial MT"/>
                <a:cs typeface="Arial MT"/>
              </a:rPr>
              <a:t>control</a:t>
            </a:r>
            <a:r>
              <a:rPr lang="en-US" sz="1100" dirty="0">
                <a:latin typeface="Arial MT"/>
                <a:cs typeface="Arial MT"/>
              </a:rPr>
              <a:t>	</a:t>
            </a:r>
            <a:r>
              <a:rPr lang="en-US" sz="1100" spc="64" dirty="0" err="1">
                <a:latin typeface="Arial MT"/>
                <a:cs typeface="Arial MT"/>
              </a:rPr>
              <a:t>oses</a:t>
            </a:r>
            <a:r>
              <a:rPr lang="en-US" sz="1100" dirty="0">
                <a:latin typeface="Arial MT"/>
                <a:cs typeface="Arial MT"/>
              </a:rPr>
              <a:t>	</a:t>
            </a:r>
            <a:r>
              <a:rPr lang="en-US" sz="1100" spc="113" dirty="0" err="1">
                <a:latin typeface="Arial MT"/>
                <a:cs typeface="Arial MT"/>
              </a:rPr>
              <a:t>contin</a:t>
            </a:r>
            <a:r>
              <a:rPr lang="en-US" sz="1100" dirty="0">
                <a:latin typeface="Arial MT"/>
                <a:cs typeface="Arial MT"/>
              </a:rPr>
              <a:t>	</a:t>
            </a:r>
            <a:r>
              <a:rPr lang="en-US" sz="1100" spc="59" dirty="0">
                <a:latin typeface="Arial MT"/>
                <a:cs typeface="Arial MT"/>
              </a:rPr>
              <a:t>enc</a:t>
            </a:r>
            <a:r>
              <a:rPr lang="en-US" sz="1100" dirty="0">
                <a:latin typeface="Arial MT"/>
                <a:cs typeface="Arial MT"/>
              </a:rPr>
              <a:t>	</a:t>
            </a:r>
            <a:r>
              <a:rPr lang="en-US" sz="1100" spc="127" dirty="0">
                <a:latin typeface="Arial MT"/>
                <a:cs typeface="Arial MT"/>
              </a:rPr>
              <a:t>funds</a:t>
            </a:r>
            <a:r>
              <a:rPr lang="en-US" sz="1100" spc="150" dirty="0">
                <a:latin typeface="Arial MT"/>
                <a:cs typeface="Arial MT"/>
              </a:rPr>
              <a:t> </a:t>
            </a:r>
            <a:r>
              <a:rPr lang="en-US" sz="1100" dirty="0">
                <a:latin typeface="Arial MT"/>
                <a:cs typeface="Arial MT"/>
              </a:rPr>
              <a:t>are</a:t>
            </a:r>
            <a:r>
              <a:rPr lang="en-US" sz="1100" spc="127" dirty="0">
                <a:latin typeface="Arial MT"/>
                <a:cs typeface="Arial MT"/>
              </a:rPr>
              <a:t> </a:t>
            </a:r>
            <a:r>
              <a:rPr lang="en-US" sz="1100" spc="103" dirty="0">
                <a:latin typeface="Arial MT"/>
                <a:cs typeface="Arial MT"/>
              </a:rPr>
              <a:t>divided</a:t>
            </a:r>
            <a:r>
              <a:rPr lang="en-US" sz="1100" spc="163" dirty="0">
                <a:latin typeface="Arial MT"/>
                <a:cs typeface="Arial MT"/>
              </a:rPr>
              <a:t> </a:t>
            </a:r>
            <a:r>
              <a:rPr lang="en-US" sz="1100" spc="118" dirty="0">
                <a:latin typeface="Arial MT"/>
                <a:cs typeface="Arial MT"/>
              </a:rPr>
              <a:t>into:</a:t>
            </a:r>
            <a:endParaRPr lang="en-US" sz="1100" dirty="0">
              <a:latin typeface="Arial MT"/>
              <a:cs typeface="Arial MT"/>
            </a:endParaRPr>
          </a:p>
          <a:p>
            <a:pPr marL="291621" marR="197103" indent="-278942">
              <a:lnSpc>
                <a:spcPct val="100400"/>
              </a:lnSpc>
              <a:spcBef>
                <a:spcPts val="1148"/>
              </a:spcBef>
              <a:buClr>
                <a:srgbClr val="FD0000"/>
              </a:buClr>
              <a:buChar char="•"/>
              <a:tabLst>
                <a:tab pos="292774" algn="l"/>
                <a:tab pos="2122609" algn="l"/>
              </a:tabLst>
            </a:pPr>
            <a:r>
              <a:rPr lang="en-US" sz="1100" u="heavy" spc="59" dirty="0" err="1">
                <a:solidFill>
                  <a:srgbClr val="FD0005"/>
                </a:solidFill>
                <a:uFill>
                  <a:solidFill>
                    <a:srgbClr val="901F44"/>
                  </a:solidFill>
                </a:uFill>
                <a:latin typeface="Arial MT"/>
                <a:cs typeface="Arial MT"/>
              </a:rPr>
              <a:t>Continqencv</a:t>
            </a:r>
            <a:r>
              <a:rPr lang="en-US" sz="1100" u="heavy" dirty="0">
                <a:solidFill>
                  <a:srgbClr val="FD0005"/>
                </a:solidFill>
                <a:uFill>
                  <a:solidFill>
                    <a:srgbClr val="901F44"/>
                  </a:solidFill>
                </a:uFill>
                <a:latin typeface="Arial MT"/>
                <a:cs typeface="Arial MT"/>
              </a:rPr>
              <a:t>	</a:t>
            </a:r>
            <a:r>
              <a:rPr lang="en-US" sz="1100" u="heavy" spc="54" dirty="0">
                <a:solidFill>
                  <a:srgbClr val="FB0101"/>
                </a:solidFill>
                <a:uFill>
                  <a:solidFill>
                    <a:srgbClr val="901F44"/>
                  </a:solidFill>
                </a:uFill>
                <a:latin typeface="Arial MT"/>
                <a:cs typeface="Arial MT"/>
              </a:rPr>
              <a:t>reserves:</a:t>
            </a:r>
            <a:r>
              <a:rPr lang="en-US" sz="1100" spc="213" dirty="0">
                <a:solidFill>
                  <a:srgbClr val="FB0101"/>
                </a:solidFill>
                <a:latin typeface="Arial MT"/>
                <a:cs typeface="Arial MT"/>
              </a:rPr>
              <a:t> </a:t>
            </a:r>
            <a:r>
              <a:rPr lang="en-US" sz="1100" u="heavy" spc="77" dirty="0">
                <a:solidFill>
                  <a:srgbClr val="00B34D"/>
                </a:solidFill>
                <a:uFill>
                  <a:solidFill>
                    <a:srgbClr val="901F44"/>
                  </a:solidFill>
                </a:uFill>
                <a:latin typeface="Arial MT"/>
                <a:cs typeface="Arial MT"/>
              </a:rPr>
              <a:t>cover</a:t>
            </a:r>
            <a:r>
              <a:rPr lang="en-US" sz="1100" spc="109" dirty="0">
                <a:solidFill>
                  <a:srgbClr val="00B34D"/>
                </a:solidFill>
                <a:latin typeface="Arial MT"/>
                <a:cs typeface="Arial MT"/>
              </a:rPr>
              <a:t> </a:t>
            </a:r>
            <a:r>
              <a:rPr lang="en-US" sz="1100" u="heavy" spc="86" dirty="0">
                <a:solidFill>
                  <a:srgbClr val="0000D4"/>
                </a:solidFill>
                <a:uFill>
                  <a:solidFill>
                    <a:srgbClr val="901F44"/>
                  </a:solidFill>
                </a:uFill>
                <a:latin typeface="Arial MT"/>
                <a:cs typeface="Arial MT"/>
              </a:rPr>
              <a:t>identified</a:t>
            </a:r>
            <a:r>
              <a:rPr lang="en-US" sz="1100" spc="41" dirty="0">
                <a:solidFill>
                  <a:srgbClr val="0000D4"/>
                </a:solidFill>
                <a:latin typeface="Arial MT"/>
                <a:cs typeface="Arial MT"/>
              </a:rPr>
              <a:t> </a:t>
            </a:r>
            <a:r>
              <a:rPr lang="en-US" sz="1100" spc="109" dirty="0">
                <a:solidFill>
                  <a:srgbClr val="0001CA"/>
                </a:solidFill>
                <a:latin typeface="Arial MT"/>
                <a:cs typeface="Arial MT"/>
              </a:rPr>
              <a:t>risks</a:t>
            </a:r>
            <a:r>
              <a:rPr lang="en-US" sz="1100" spc="73" dirty="0">
                <a:solidFill>
                  <a:srgbClr val="0001CA"/>
                </a:solidFill>
                <a:latin typeface="Arial MT"/>
                <a:cs typeface="Arial MT"/>
              </a:rPr>
              <a:t> </a:t>
            </a:r>
            <a:r>
              <a:rPr lang="en-US" sz="1100" dirty="0">
                <a:latin typeface="Arial MT"/>
                <a:cs typeface="Arial MT"/>
              </a:rPr>
              <a:t>and</a:t>
            </a:r>
            <a:r>
              <a:rPr lang="en-US" sz="1100" spc="86" dirty="0">
                <a:latin typeface="Arial MT"/>
                <a:cs typeface="Arial MT"/>
              </a:rPr>
              <a:t> </a:t>
            </a:r>
            <a:r>
              <a:rPr lang="en-US" sz="1100" spc="-23" dirty="0">
                <a:latin typeface="Arial MT"/>
                <a:cs typeface="Arial MT"/>
              </a:rPr>
              <a:t>are 	</a:t>
            </a:r>
            <a:r>
              <a:rPr lang="en-US" sz="1100" u="heavy" spc="54" dirty="0">
                <a:solidFill>
                  <a:srgbClr val="00AF4D"/>
                </a:solidFill>
                <a:uFill>
                  <a:solidFill>
                    <a:srgbClr val="034890"/>
                  </a:solidFill>
                </a:uFill>
                <a:latin typeface="Arial MT"/>
                <a:cs typeface="Arial MT"/>
              </a:rPr>
              <a:t>allocated</a:t>
            </a:r>
            <a:r>
              <a:rPr lang="en-US" sz="1100" spc="118" dirty="0">
                <a:solidFill>
                  <a:srgbClr val="00AF4D"/>
                </a:solidFill>
                <a:latin typeface="Arial MT"/>
                <a:cs typeface="Arial MT"/>
              </a:rPr>
              <a:t> </a:t>
            </a:r>
            <a:r>
              <a:rPr lang="en-US" sz="1100" dirty="0">
                <a:latin typeface="Arial MT"/>
                <a:cs typeface="Arial MT"/>
              </a:rPr>
              <a:t>to</a:t>
            </a:r>
            <a:r>
              <a:rPr lang="en-US" sz="1100" spc="-14" dirty="0">
                <a:latin typeface="Arial MT"/>
                <a:cs typeface="Arial MT"/>
              </a:rPr>
              <a:t> </a:t>
            </a:r>
            <a:r>
              <a:rPr lang="en-US" sz="1100" dirty="0">
                <a:latin typeface="Arial MT"/>
                <a:cs typeface="Arial MT"/>
              </a:rPr>
              <a:t>specific</a:t>
            </a:r>
            <a:r>
              <a:rPr lang="en-US" sz="1100" spc="77" dirty="0">
                <a:latin typeface="Arial MT"/>
                <a:cs typeface="Arial MT"/>
              </a:rPr>
              <a:t> </a:t>
            </a:r>
            <a:r>
              <a:rPr lang="en-US" sz="1100" dirty="0">
                <a:latin typeface="Arial MT"/>
                <a:cs typeface="Arial MT"/>
              </a:rPr>
              <a:t>segments</a:t>
            </a:r>
            <a:r>
              <a:rPr lang="en-US" sz="1100" spc="103" dirty="0">
                <a:latin typeface="Arial MT"/>
                <a:cs typeface="Arial MT"/>
              </a:rPr>
              <a:t> </a:t>
            </a:r>
            <a:r>
              <a:rPr lang="en-US" sz="1100" dirty="0">
                <a:latin typeface="Arial MT"/>
                <a:cs typeface="Arial MT"/>
              </a:rPr>
              <a:t>or</a:t>
            </a:r>
            <a:r>
              <a:rPr lang="en-US" sz="1100" spc="9" dirty="0">
                <a:latin typeface="Arial MT"/>
                <a:cs typeface="Arial MT"/>
              </a:rPr>
              <a:t> </a:t>
            </a:r>
            <a:r>
              <a:rPr lang="en-US" sz="1100" u="heavy" spc="59" dirty="0">
                <a:solidFill>
                  <a:srgbClr val="0000CD"/>
                </a:solidFill>
                <a:uFill>
                  <a:solidFill>
                    <a:srgbClr val="034890"/>
                  </a:solidFill>
                </a:uFill>
                <a:latin typeface="Arial MT"/>
                <a:cs typeface="Arial MT"/>
              </a:rPr>
              <a:t>deliverables</a:t>
            </a:r>
            <a:r>
              <a:rPr lang="en-US" sz="1100" spc="172" dirty="0">
                <a:solidFill>
                  <a:srgbClr val="0000CD"/>
                </a:solidFill>
                <a:latin typeface="Arial MT"/>
                <a:cs typeface="Arial MT"/>
              </a:rPr>
              <a:t> </a:t>
            </a:r>
            <a:r>
              <a:rPr lang="en-US" sz="1100" dirty="0">
                <a:latin typeface="Arial MT"/>
                <a:cs typeface="Arial MT"/>
              </a:rPr>
              <a:t>of</a:t>
            </a:r>
            <a:r>
              <a:rPr lang="en-US" sz="1100" spc="-9" dirty="0">
                <a:latin typeface="Arial MT"/>
                <a:cs typeface="Arial MT"/>
              </a:rPr>
              <a:t> </a:t>
            </a:r>
            <a:r>
              <a:rPr lang="en-US" sz="1100" spc="59" dirty="0">
                <a:latin typeface="Arial MT"/>
                <a:cs typeface="Arial MT"/>
              </a:rPr>
              <a:t>project.</a:t>
            </a:r>
            <a:endParaRPr lang="en-US" sz="1100" dirty="0">
              <a:latin typeface="Arial MT"/>
              <a:cs typeface="Arial MT"/>
            </a:endParaRPr>
          </a:p>
          <a:p>
            <a:pPr marL="290468" marR="149268" indent="-277789">
              <a:lnSpc>
                <a:spcPct val="100400"/>
              </a:lnSpc>
              <a:spcBef>
                <a:spcPts val="1144"/>
              </a:spcBef>
              <a:buClr>
                <a:srgbClr val="FD0100"/>
              </a:buClr>
              <a:buChar char="•"/>
              <a:tabLst>
                <a:tab pos="292774" algn="l"/>
                <a:tab pos="1204521" algn="l"/>
              </a:tabLst>
            </a:pPr>
            <a:r>
              <a:rPr lang="en-US" sz="1100" spc="-18" dirty="0">
                <a:solidFill>
                  <a:srgbClr val="FB0108"/>
                </a:solidFill>
                <a:latin typeface="Arial MT"/>
                <a:cs typeface="Arial MT"/>
              </a:rPr>
              <a:t>Mana</a:t>
            </a:r>
            <a:r>
              <a:rPr lang="en-US" sz="1100" dirty="0">
                <a:solidFill>
                  <a:srgbClr val="FB0108"/>
                </a:solidFill>
                <a:latin typeface="Arial MT"/>
                <a:cs typeface="Arial MT"/>
              </a:rPr>
              <a:t>	</a:t>
            </a:r>
            <a:r>
              <a:rPr lang="en-US" sz="1100" spc="45" dirty="0" err="1">
                <a:solidFill>
                  <a:srgbClr val="F60500"/>
                </a:solidFill>
                <a:latin typeface="Arial MT"/>
                <a:cs typeface="Arial MT"/>
              </a:rPr>
              <a:t>ement</a:t>
            </a:r>
            <a:r>
              <a:rPr lang="en-US" sz="1100" spc="159" dirty="0">
                <a:solidFill>
                  <a:srgbClr val="F60500"/>
                </a:solidFill>
                <a:latin typeface="Arial MT"/>
                <a:cs typeface="Arial MT"/>
              </a:rPr>
              <a:t> </a:t>
            </a:r>
            <a:r>
              <a:rPr lang="en-US" sz="1100" spc="54" dirty="0">
                <a:solidFill>
                  <a:srgbClr val="FD0100"/>
                </a:solidFill>
                <a:latin typeface="Arial MT"/>
                <a:cs typeface="Arial MT"/>
              </a:rPr>
              <a:t>reserves:</a:t>
            </a:r>
            <a:r>
              <a:rPr lang="en-US" sz="1100" spc="195" dirty="0">
                <a:solidFill>
                  <a:srgbClr val="FD0100"/>
                </a:solidFill>
                <a:latin typeface="Arial MT"/>
                <a:cs typeface="Arial MT"/>
              </a:rPr>
              <a:t> </a:t>
            </a:r>
            <a:r>
              <a:rPr lang="en-US" sz="1100" spc="77" dirty="0">
                <a:solidFill>
                  <a:srgbClr val="00B154"/>
                </a:solidFill>
                <a:latin typeface="Arial MT"/>
                <a:cs typeface="Arial MT"/>
              </a:rPr>
              <a:t>cover</a:t>
            </a:r>
            <a:r>
              <a:rPr lang="en-US" sz="1100" spc="118" dirty="0">
                <a:solidFill>
                  <a:srgbClr val="00B154"/>
                </a:solidFill>
                <a:latin typeface="Arial MT"/>
                <a:cs typeface="Arial MT"/>
              </a:rPr>
              <a:t> </a:t>
            </a:r>
            <a:r>
              <a:rPr lang="en-US" sz="1100" spc="82" dirty="0">
                <a:solidFill>
                  <a:srgbClr val="0000D3"/>
                </a:solidFill>
                <a:latin typeface="Arial MT"/>
                <a:cs typeface="Arial MT"/>
              </a:rPr>
              <a:t>unidentified</a:t>
            </a:r>
            <a:r>
              <a:rPr lang="en-US" sz="1100" spc="145" dirty="0">
                <a:solidFill>
                  <a:srgbClr val="0000D3"/>
                </a:solidFill>
                <a:latin typeface="Arial MT"/>
                <a:cs typeface="Arial MT"/>
              </a:rPr>
              <a:t> </a:t>
            </a:r>
            <a:r>
              <a:rPr lang="en-US" sz="1100" spc="109" dirty="0">
                <a:solidFill>
                  <a:srgbClr val="0001C8"/>
                </a:solidFill>
                <a:latin typeface="Arial MT"/>
                <a:cs typeface="Arial MT"/>
              </a:rPr>
              <a:t>risks</a:t>
            </a:r>
            <a:r>
              <a:rPr lang="en-US" sz="1100" spc="73" dirty="0">
                <a:solidFill>
                  <a:srgbClr val="0001C8"/>
                </a:solidFill>
                <a:latin typeface="Arial MT"/>
                <a:cs typeface="Arial MT"/>
              </a:rPr>
              <a:t> </a:t>
            </a:r>
            <a:r>
              <a:rPr lang="en-US" sz="1100" dirty="0">
                <a:latin typeface="Arial MT"/>
                <a:cs typeface="Arial MT"/>
              </a:rPr>
              <a:t>and</a:t>
            </a:r>
            <a:r>
              <a:rPr lang="en-US" sz="1100" spc="113" dirty="0">
                <a:latin typeface="Arial MT"/>
                <a:cs typeface="Arial MT"/>
              </a:rPr>
              <a:t> </a:t>
            </a:r>
            <a:r>
              <a:rPr lang="en-US" sz="1100" spc="-23" dirty="0">
                <a:latin typeface="Arial MT"/>
                <a:cs typeface="Arial MT"/>
              </a:rPr>
              <a:t>are 	</a:t>
            </a:r>
            <a:r>
              <a:rPr lang="en-US" sz="1100" u="heavy" spc="54" dirty="0">
                <a:solidFill>
                  <a:srgbClr val="00AF4D"/>
                </a:solidFill>
                <a:uFill>
                  <a:solidFill>
                    <a:srgbClr val="03647C"/>
                  </a:solidFill>
                </a:uFill>
                <a:latin typeface="Arial MT"/>
                <a:cs typeface="Arial MT"/>
              </a:rPr>
              <a:t>allocated</a:t>
            </a:r>
            <a:r>
              <a:rPr lang="en-US" sz="1100" spc="123" dirty="0">
                <a:solidFill>
                  <a:srgbClr val="00AF4D"/>
                </a:solidFill>
                <a:latin typeface="Arial MT"/>
                <a:cs typeface="Arial MT"/>
              </a:rPr>
              <a:t> </a:t>
            </a:r>
            <a:r>
              <a:rPr lang="en-US" sz="1100" dirty="0">
                <a:latin typeface="Arial MT"/>
                <a:cs typeface="Arial MT"/>
              </a:rPr>
              <a:t>to </a:t>
            </a:r>
            <a:r>
              <a:rPr lang="en-US" sz="1100" spc="100" dirty="0">
                <a:solidFill>
                  <a:srgbClr val="0003C4"/>
                </a:solidFill>
                <a:latin typeface="Arial MT"/>
                <a:cs typeface="Arial MT"/>
              </a:rPr>
              <a:t>risks</a:t>
            </a:r>
            <a:r>
              <a:rPr lang="en-US" sz="1100" spc="45" dirty="0">
                <a:solidFill>
                  <a:srgbClr val="0003C4"/>
                </a:solidFill>
                <a:latin typeface="Arial MT"/>
                <a:cs typeface="Arial MT"/>
              </a:rPr>
              <a:t> </a:t>
            </a:r>
            <a:r>
              <a:rPr lang="en-US" sz="1100" dirty="0">
                <a:latin typeface="Arial MT"/>
                <a:cs typeface="Arial MT"/>
              </a:rPr>
              <a:t>associated</a:t>
            </a:r>
            <a:r>
              <a:rPr lang="en-US" sz="1100" spc="127" dirty="0">
                <a:latin typeface="Arial MT"/>
                <a:cs typeface="Arial MT"/>
              </a:rPr>
              <a:t> </a:t>
            </a:r>
            <a:r>
              <a:rPr lang="en-US" sz="1100" dirty="0">
                <a:latin typeface="Arial MT"/>
                <a:cs typeface="Arial MT"/>
              </a:rPr>
              <a:t>with</a:t>
            </a:r>
            <a:r>
              <a:rPr lang="en-US" sz="1100" spc="50" dirty="0">
                <a:latin typeface="Arial MT"/>
                <a:cs typeface="Arial MT"/>
              </a:rPr>
              <a:t> </a:t>
            </a:r>
            <a:r>
              <a:rPr lang="en-US" sz="1100" u="heavy" spc="77" dirty="0">
                <a:solidFill>
                  <a:srgbClr val="0000CD"/>
                </a:solidFill>
                <a:uFill>
                  <a:solidFill>
                    <a:srgbClr val="03647C"/>
                  </a:solidFill>
                </a:uFill>
                <a:latin typeface="Arial MT"/>
                <a:cs typeface="Arial MT"/>
              </a:rPr>
              <a:t>whole</a:t>
            </a:r>
            <a:r>
              <a:rPr lang="en-US" sz="1100" spc="-9" dirty="0">
                <a:solidFill>
                  <a:srgbClr val="0000CD"/>
                </a:solidFill>
                <a:latin typeface="Arial MT"/>
                <a:cs typeface="Arial MT"/>
              </a:rPr>
              <a:t> </a:t>
            </a:r>
            <a:r>
              <a:rPr lang="en-US" sz="1100" spc="68" dirty="0">
                <a:latin typeface="Arial MT"/>
                <a:cs typeface="Arial MT"/>
              </a:rPr>
              <a:t>project.</a:t>
            </a:r>
            <a:endParaRPr lang="en-US" sz="11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24</a:t>
            </a:fld>
            <a:endParaRPr lang="en-US"/>
          </a:p>
        </p:txBody>
      </p:sp>
    </p:spTree>
    <p:extLst>
      <p:ext uri="{BB962C8B-B14F-4D97-AF65-F5344CB8AC3E}">
        <p14:creationId xmlns:p14="http://schemas.microsoft.com/office/powerpoint/2010/main" val="281207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9019">
              <a:spcBef>
                <a:spcPts val="1289"/>
              </a:spcBef>
              <a:tabLst>
                <a:tab pos="2285133" algn="l"/>
                <a:tab pos="3840636" algn="l"/>
              </a:tabLst>
            </a:pPr>
            <a:r>
              <a:rPr lang="en-US" sz="1200" spc="145" dirty="0">
                <a:solidFill>
                  <a:srgbClr val="BA0101"/>
                </a:solidFill>
                <a:latin typeface="Calibri"/>
                <a:cs typeface="Calibri"/>
              </a:rPr>
              <a:t>Time</a:t>
            </a:r>
            <a:r>
              <a:rPr lang="en-US" sz="1200" spc="118" dirty="0">
                <a:solidFill>
                  <a:srgbClr val="BA0101"/>
                </a:solidFill>
                <a:latin typeface="Calibri"/>
                <a:cs typeface="Calibri"/>
              </a:rPr>
              <a:t> </a:t>
            </a:r>
            <a:r>
              <a:rPr lang="en-US" sz="1200" spc="168" dirty="0">
                <a:solidFill>
                  <a:srgbClr val="C10000"/>
                </a:solidFill>
                <a:latin typeface="Calibri"/>
                <a:cs typeface="Calibri"/>
              </a:rPr>
              <a:t>Buffers</a:t>
            </a:r>
            <a:r>
              <a:rPr lang="en-US" sz="1200" dirty="0">
                <a:solidFill>
                  <a:srgbClr val="C10000"/>
                </a:solidFill>
                <a:latin typeface="Calibri"/>
                <a:cs typeface="Calibri"/>
              </a:rPr>
              <a:t>	</a:t>
            </a:r>
            <a:r>
              <a:rPr lang="en-US" sz="1200" spc="91" dirty="0">
                <a:solidFill>
                  <a:srgbClr val="BC0003"/>
                </a:solidFill>
                <a:latin typeface="Calibri"/>
                <a:cs typeface="Calibri"/>
              </a:rPr>
              <a:t>To</a:t>
            </a:r>
            <a:r>
              <a:rPr lang="en-US" sz="1200" spc="95" dirty="0">
                <a:solidFill>
                  <a:srgbClr val="BC0003"/>
                </a:solidFill>
                <a:latin typeface="Calibri"/>
                <a:cs typeface="Calibri"/>
              </a:rPr>
              <a:t> </a:t>
            </a:r>
            <a:r>
              <a:rPr lang="en-US" sz="1200" spc="168" dirty="0">
                <a:solidFill>
                  <a:srgbClr val="C10000"/>
                </a:solidFill>
                <a:latin typeface="Calibri"/>
                <a:cs typeface="Calibri"/>
              </a:rPr>
              <a:t>mana</a:t>
            </a:r>
            <a:r>
              <a:rPr lang="en-US" sz="1200" dirty="0">
                <a:solidFill>
                  <a:srgbClr val="C10000"/>
                </a:solidFill>
                <a:latin typeface="Calibri"/>
                <a:cs typeface="Calibri"/>
              </a:rPr>
              <a:t>	</a:t>
            </a:r>
            <a:r>
              <a:rPr lang="en-US" sz="1200" spc="172" dirty="0">
                <a:solidFill>
                  <a:srgbClr val="C60808"/>
                </a:solidFill>
                <a:latin typeface="Calibri"/>
                <a:cs typeface="Calibri"/>
              </a:rPr>
              <a:t>e</a:t>
            </a:r>
            <a:r>
              <a:rPr lang="en-US" sz="1200" spc="103" dirty="0">
                <a:solidFill>
                  <a:srgbClr val="C60808"/>
                </a:solidFill>
                <a:latin typeface="Calibri"/>
                <a:cs typeface="Calibri"/>
              </a:rPr>
              <a:t> </a:t>
            </a:r>
            <a:r>
              <a:rPr lang="en-US" sz="1200" spc="191" dirty="0">
                <a:solidFill>
                  <a:srgbClr val="BA0103"/>
                </a:solidFill>
                <a:latin typeface="Calibri"/>
                <a:cs typeface="Calibri"/>
              </a:rPr>
              <a:t>schedule</a:t>
            </a:r>
            <a:r>
              <a:rPr lang="en-US" sz="1200" spc="290" dirty="0">
                <a:solidFill>
                  <a:srgbClr val="BA0103"/>
                </a:solidFill>
                <a:latin typeface="Calibri"/>
                <a:cs typeface="Calibri"/>
              </a:rPr>
              <a:t> </a:t>
            </a:r>
            <a:r>
              <a:rPr lang="en-US" sz="1200" spc="241" dirty="0">
                <a:solidFill>
                  <a:srgbClr val="C10005"/>
                </a:solidFill>
                <a:latin typeface="Calibri"/>
                <a:cs typeface="Calibri"/>
              </a:rPr>
              <a:t>risks</a:t>
            </a:r>
            <a:endParaRPr lang="en-US" sz="1200" dirty="0">
              <a:latin typeface="Calibri"/>
              <a:cs typeface="Calibri"/>
            </a:endParaRPr>
          </a:p>
          <a:p>
            <a:pPr marL="13255" marR="584971">
              <a:lnSpc>
                <a:spcPts val="2732"/>
              </a:lnSpc>
              <a:spcBef>
                <a:spcPts val="1234"/>
              </a:spcBef>
            </a:pPr>
            <a:r>
              <a:rPr lang="en-US" sz="1100" spc="-9" dirty="0">
                <a:latin typeface="Arial MT"/>
                <a:cs typeface="Arial MT"/>
              </a:rPr>
              <a:t>Are</a:t>
            </a:r>
            <a:r>
              <a:rPr lang="en-US" sz="1100" spc="-50" dirty="0">
                <a:latin typeface="Arial MT"/>
                <a:cs typeface="Arial MT"/>
              </a:rPr>
              <a:t> </a:t>
            </a:r>
            <a:r>
              <a:rPr lang="en-US" sz="1100" spc="-45" dirty="0">
                <a:latin typeface="Arial MT"/>
                <a:cs typeface="Arial MT"/>
              </a:rPr>
              <a:t>amounts</a:t>
            </a:r>
            <a:r>
              <a:rPr lang="en-US" sz="1100" spc="86" dirty="0">
                <a:latin typeface="Arial MT"/>
                <a:cs typeface="Arial MT"/>
              </a:rPr>
              <a:t> </a:t>
            </a:r>
            <a:r>
              <a:rPr lang="en-US" sz="1100" dirty="0">
                <a:latin typeface="Arial MT"/>
                <a:cs typeface="Arial MT"/>
              </a:rPr>
              <a:t>of</a:t>
            </a:r>
            <a:r>
              <a:rPr lang="en-US" sz="1100" spc="-68" dirty="0">
                <a:latin typeface="Arial MT"/>
                <a:cs typeface="Arial MT"/>
              </a:rPr>
              <a:t> </a:t>
            </a:r>
            <a:r>
              <a:rPr lang="en-US" sz="1100" dirty="0">
                <a:solidFill>
                  <a:srgbClr val="0000CD"/>
                </a:solidFill>
                <a:latin typeface="Arial MT"/>
                <a:cs typeface="Arial MT"/>
              </a:rPr>
              <a:t>time</a:t>
            </a:r>
            <a:r>
              <a:rPr lang="en-US" sz="1100" spc="-36" dirty="0">
                <a:solidFill>
                  <a:srgbClr val="0000CD"/>
                </a:solidFill>
                <a:latin typeface="Arial MT"/>
                <a:cs typeface="Arial MT"/>
              </a:rPr>
              <a:t> </a:t>
            </a:r>
            <a:r>
              <a:rPr lang="en-US" sz="1100" spc="-18" dirty="0">
                <a:latin typeface="Arial MT"/>
                <a:cs typeface="Arial MT"/>
              </a:rPr>
              <a:t>used</a:t>
            </a:r>
            <a:r>
              <a:rPr lang="en-US" sz="1100" spc="50" dirty="0">
                <a:latin typeface="Arial MT"/>
                <a:cs typeface="Arial MT"/>
              </a:rPr>
              <a:t> </a:t>
            </a:r>
            <a:r>
              <a:rPr lang="en-US" sz="1100" dirty="0">
                <a:latin typeface="Arial MT"/>
                <a:cs typeface="Arial MT"/>
              </a:rPr>
              <a:t>to</a:t>
            </a:r>
            <a:r>
              <a:rPr lang="en-US" sz="1100" spc="-45" dirty="0">
                <a:latin typeface="Arial MT"/>
                <a:cs typeface="Arial MT"/>
              </a:rPr>
              <a:t> </a:t>
            </a:r>
            <a:r>
              <a:rPr lang="en-US" sz="1100" u="heavy" dirty="0" err="1">
                <a:solidFill>
                  <a:srgbClr val="00B354"/>
                </a:solidFill>
                <a:uFill>
                  <a:solidFill>
                    <a:srgbClr val="08A84F"/>
                  </a:solidFill>
                </a:uFill>
                <a:latin typeface="Arial MT"/>
                <a:cs typeface="Arial MT"/>
              </a:rPr>
              <a:t>mitiqate</a:t>
            </a:r>
            <a:r>
              <a:rPr lang="en-US" sz="1100" spc="14" dirty="0">
                <a:solidFill>
                  <a:srgbClr val="00B354"/>
                </a:solidFill>
                <a:latin typeface="Arial MT"/>
                <a:cs typeface="Arial MT"/>
              </a:rPr>
              <a:t> </a:t>
            </a:r>
            <a:r>
              <a:rPr lang="en-US" sz="1100" spc="-36" dirty="0">
                <a:latin typeface="Arial MT"/>
                <a:cs typeface="Arial MT"/>
              </a:rPr>
              <a:t>potential</a:t>
            </a:r>
            <a:r>
              <a:rPr lang="en-US" sz="1100" spc="136" dirty="0">
                <a:latin typeface="Arial MT"/>
                <a:cs typeface="Arial MT"/>
              </a:rPr>
              <a:t> </a:t>
            </a:r>
            <a:r>
              <a:rPr lang="en-US" sz="1100" dirty="0">
                <a:solidFill>
                  <a:srgbClr val="0001D4"/>
                </a:solidFill>
                <a:latin typeface="Arial MT"/>
                <a:cs typeface="Arial MT"/>
              </a:rPr>
              <a:t>delays</a:t>
            </a:r>
            <a:r>
              <a:rPr lang="en-US" sz="1100" spc="68" dirty="0">
                <a:solidFill>
                  <a:srgbClr val="0001D4"/>
                </a:solidFill>
                <a:latin typeface="Arial MT"/>
                <a:cs typeface="Arial MT"/>
              </a:rPr>
              <a:t> </a:t>
            </a:r>
            <a:r>
              <a:rPr lang="en-US" sz="1100" u="heavy" spc="64" dirty="0">
                <a:solidFill>
                  <a:srgbClr val="11AC4D"/>
                </a:solidFill>
                <a:uFill>
                  <a:solidFill>
                    <a:srgbClr val="08A84F"/>
                  </a:solidFill>
                </a:uFill>
                <a:latin typeface="Arial MT"/>
                <a:cs typeface="Arial MT"/>
              </a:rPr>
              <a:t>in</a:t>
            </a:r>
            <a:r>
              <a:rPr lang="en-US" sz="1100" spc="64" dirty="0">
                <a:solidFill>
                  <a:srgbClr val="11AC4D"/>
                </a:solidFill>
                <a:latin typeface="Arial MT"/>
                <a:cs typeface="Arial MT"/>
              </a:rPr>
              <a:t> </a:t>
            </a:r>
            <a:r>
              <a:rPr lang="en-US" sz="1100" dirty="0">
                <a:latin typeface="Arial MT"/>
                <a:cs typeface="Arial MT"/>
              </a:rPr>
              <a:t>project,</a:t>
            </a:r>
            <a:r>
              <a:rPr lang="en-US" sz="1100" spc="250" dirty="0">
                <a:latin typeface="Arial MT"/>
                <a:cs typeface="Arial MT"/>
              </a:rPr>
              <a:t> </a:t>
            </a:r>
            <a:r>
              <a:rPr lang="en-US" sz="1100" u="heavy" spc="45" dirty="0">
                <a:solidFill>
                  <a:srgbClr val="03AE4D"/>
                </a:solidFill>
                <a:uFill>
                  <a:solidFill>
                    <a:srgbClr val="03A84F"/>
                  </a:solidFill>
                </a:uFill>
                <a:latin typeface="Arial MT"/>
                <a:cs typeface="Arial MT"/>
              </a:rPr>
              <a:t>such</a:t>
            </a:r>
            <a:r>
              <a:rPr lang="en-US" sz="1100" u="heavy" spc="236" dirty="0">
                <a:solidFill>
                  <a:srgbClr val="03AE4D"/>
                </a:solidFill>
                <a:uFill>
                  <a:solidFill>
                    <a:srgbClr val="03A84F"/>
                  </a:solidFill>
                </a:uFill>
                <a:latin typeface="Arial MT"/>
                <a:cs typeface="Arial MT"/>
              </a:rPr>
              <a:t> </a:t>
            </a:r>
            <a:r>
              <a:rPr lang="en-US" sz="1100" u="heavy" spc="-23" dirty="0">
                <a:solidFill>
                  <a:srgbClr val="00B34D"/>
                </a:solidFill>
                <a:uFill>
                  <a:solidFill>
                    <a:srgbClr val="03A84F"/>
                  </a:solidFill>
                </a:uFill>
                <a:latin typeface="Arial MT"/>
                <a:cs typeface="Arial MT"/>
              </a:rPr>
              <a:t>as:</a:t>
            </a:r>
            <a:endParaRPr lang="en-US" sz="1100" dirty="0">
              <a:latin typeface="Arial MT"/>
              <a:cs typeface="Arial MT"/>
            </a:endParaRPr>
          </a:p>
          <a:p>
            <a:pPr marL="291045" indent="-276636">
              <a:spcBef>
                <a:spcPts val="994"/>
              </a:spcBef>
              <a:buClr>
                <a:srgbClr val="03AC54"/>
              </a:buClr>
              <a:buChar char="•"/>
              <a:tabLst>
                <a:tab pos="291045" algn="l"/>
              </a:tabLst>
            </a:pPr>
            <a:r>
              <a:rPr lang="en-US" sz="1100" u="heavy" spc="64" dirty="0">
                <a:solidFill>
                  <a:srgbClr val="00B14D"/>
                </a:solidFill>
                <a:uFill>
                  <a:solidFill>
                    <a:srgbClr val="08A84F"/>
                  </a:solidFill>
                </a:uFill>
                <a:latin typeface="Arial MT"/>
                <a:cs typeface="Arial MT"/>
              </a:rPr>
              <a:t>Add</a:t>
            </a:r>
            <a:r>
              <a:rPr lang="en-US" sz="1100" spc="64" dirty="0">
                <a:solidFill>
                  <a:srgbClr val="00B14D"/>
                </a:solidFill>
                <a:latin typeface="Arial MT"/>
                <a:cs typeface="Arial MT"/>
              </a:rPr>
              <a:t> </a:t>
            </a:r>
            <a:r>
              <a:rPr lang="en-US" sz="1100" spc="59" dirty="0">
                <a:solidFill>
                  <a:srgbClr val="0000DB"/>
                </a:solidFill>
                <a:latin typeface="Arial MT"/>
                <a:cs typeface="Arial MT"/>
              </a:rPr>
              <a:t>time </a:t>
            </a:r>
            <a:r>
              <a:rPr lang="en-US" sz="1100" u="heavy" spc="82" dirty="0">
                <a:solidFill>
                  <a:srgbClr val="00B34D"/>
                </a:solidFill>
                <a:uFill>
                  <a:solidFill>
                    <a:srgbClr val="08A84F"/>
                  </a:solidFill>
                </a:uFill>
                <a:latin typeface="Arial MT"/>
                <a:cs typeface="Arial MT"/>
              </a:rPr>
              <a:t>to</a:t>
            </a:r>
            <a:r>
              <a:rPr lang="en-US" sz="1100" spc="50" dirty="0">
                <a:solidFill>
                  <a:srgbClr val="00B34D"/>
                </a:solidFill>
                <a:latin typeface="Arial MT"/>
                <a:cs typeface="Arial MT"/>
              </a:rPr>
              <a:t> </a:t>
            </a:r>
            <a:r>
              <a:rPr lang="en-US" sz="1100" spc="59" dirty="0">
                <a:solidFill>
                  <a:srgbClr val="0000D6"/>
                </a:solidFill>
                <a:latin typeface="Arial MT"/>
                <a:cs typeface="Arial MT"/>
              </a:rPr>
              <a:t>activities</a:t>
            </a:r>
            <a:r>
              <a:rPr lang="en-US" sz="1100" spc="245" dirty="0">
                <a:solidFill>
                  <a:srgbClr val="0000D6"/>
                </a:solidFill>
                <a:latin typeface="Arial MT"/>
                <a:cs typeface="Arial MT"/>
              </a:rPr>
              <a:t> </a:t>
            </a:r>
            <a:r>
              <a:rPr lang="en-US" sz="1100" u="heavy" spc="77" dirty="0">
                <a:solidFill>
                  <a:srgbClr val="01AE52"/>
                </a:solidFill>
                <a:uFill>
                  <a:solidFill>
                    <a:srgbClr val="08A84F"/>
                  </a:solidFill>
                </a:uFill>
                <a:latin typeface="Arial MT"/>
                <a:cs typeface="Arial MT"/>
              </a:rPr>
              <a:t>with</a:t>
            </a:r>
            <a:r>
              <a:rPr lang="en-US" sz="1100" spc="68" dirty="0">
                <a:solidFill>
                  <a:srgbClr val="01AE52"/>
                </a:solidFill>
                <a:latin typeface="Arial MT"/>
                <a:cs typeface="Arial MT"/>
              </a:rPr>
              <a:t> </a:t>
            </a:r>
            <a:r>
              <a:rPr lang="en-US" sz="1100" u="heavy" dirty="0">
                <a:solidFill>
                  <a:srgbClr val="0001CF"/>
                </a:solidFill>
                <a:uFill>
                  <a:solidFill>
                    <a:srgbClr val="0000BF"/>
                  </a:solidFill>
                </a:uFill>
                <a:latin typeface="Arial MT"/>
                <a:cs typeface="Arial MT"/>
              </a:rPr>
              <a:t>severe</a:t>
            </a:r>
            <a:r>
              <a:rPr lang="en-US" sz="1100" spc="141" dirty="0">
                <a:solidFill>
                  <a:srgbClr val="0001CF"/>
                </a:solidFill>
                <a:latin typeface="Arial MT"/>
                <a:cs typeface="Arial MT"/>
              </a:rPr>
              <a:t> </a:t>
            </a:r>
            <a:r>
              <a:rPr lang="en-US" sz="1100" spc="54" dirty="0">
                <a:latin typeface="Arial MT"/>
                <a:cs typeface="Arial MT"/>
              </a:rPr>
              <a:t>risks.</a:t>
            </a:r>
            <a:endParaRPr lang="en-US" sz="1100" dirty="0">
              <a:latin typeface="Arial MT"/>
              <a:cs typeface="Arial MT"/>
            </a:endParaRPr>
          </a:p>
          <a:p>
            <a:pPr marL="291045" indent="-279518">
              <a:spcBef>
                <a:spcPts val="1076"/>
              </a:spcBef>
              <a:buChar char="•"/>
              <a:tabLst>
                <a:tab pos="291045" algn="l"/>
              </a:tabLst>
            </a:pPr>
            <a:r>
              <a:rPr lang="en-US" sz="1100" spc="-23" dirty="0">
                <a:latin typeface="Arial MT"/>
                <a:cs typeface="Arial MT"/>
              </a:rPr>
              <a:t>Add</a:t>
            </a:r>
            <a:r>
              <a:rPr lang="en-US" sz="1100" spc="9" dirty="0">
                <a:latin typeface="Arial MT"/>
                <a:cs typeface="Arial MT"/>
              </a:rPr>
              <a:t> </a:t>
            </a:r>
            <a:r>
              <a:rPr lang="en-US" sz="1100" spc="-18" dirty="0">
                <a:latin typeface="Arial MT"/>
                <a:cs typeface="Arial MT"/>
              </a:rPr>
              <a:t>time</a:t>
            </a:r>
            <a:r>
              <a:rPr lang="en-US" sz="1100" spc="41" dirty="0">
                <a:latin typeface="Arial MT"/>
                <a:cs typeface="Arial MT"/>
              </a:rPr>
              <a:t> </a:t>
            </a:r>
            <a:r>
              <a:rPr lang="en-US" sz="1100" dirty="0">
                <a:latin typeface="Arial MT"/>
                <a:cs typeface="Arial MT"/>
              </a:rPr>
              <a:t>to</a:t>
            </a:r>
            <a:r>
              <a:rPr lang="en-US" sz="1100" spc="-50" dirty="0">
                <a:latin typeface="Arial MT"/>
                <a:cs typeface="Arial MT"/>
              </a:rPr>
              <a:t> </a:t>
            </a:r>
            <a:r>
              <a:rPr lang="en-US" sz="1100" u="heavy" dirty="0" err="1">
                <a:solidFill>
                  <a:srgbClr val="0000B1"/>
                </a:solidFill>
                <a:uFill>
                  <a:solidFill>
                    <a:srgbClr val="036080"/>
                  </a:solidFill>
                </a:uFill>
                <a:latin typeface="Arial MT"/>
                <a:cs typeface="Arial MT"/>
              </a:rPr>
              <a:t>merqe</a:t>
            </a:r>
            <a:r>
              <a:rPr lang="en-US" sz="1100" spc="23" dirty="0">
                <a:solidFill>
                  <a:srgbClr val="0000B1"/>
                </a:solidFill>
                <a:latin typeface="Arial MT"/>
                <a:cs typeface="Arial MT"/>
              </a:rPr>
              <a:t> </a:t>
            </a:r>
            <a:r>
              <a:rPr lang="en-US" sz="1100" dirty="0">
                <a:solidFill>
                  <a:srgbClr val="0100D1"/>
                </a:solidFill>
                <a:latin typeface="Arial MT"/>
                <a:cs typeface="Arial MT"/>
              </a:rPr>
              <a:t>activities</a:t>
            </a:r>
            <a:r>
              <a:rPr lang="en-US" sz="1100" spc="136" dirty="0">
                <a:solidFill>
                  <a:srgbClr val="0100D1"/>
                </a:solidFill>
                <a:latin typeface="Arial MT"/>
                <a:cs typeface="Arial MT"/>
              </a:rPr>
              <a:t> </a:t>
            </a:r>
            <a:r>
              <a:rPr lang="en-US" sz="1100" spc="-9" dirty="0">
                <a:latin typeface="Arial MT"/>
                <a:cs typeface="Arial MT"/>
              </a:rPr>
              <a:t>that</a:t>
            </a:r>
            <a:r>
              <a:rPr lang="en-US" sz="1100" spc="18" dirty="0">
                <a:latin typeface="Arial MT"/>
                <a:cs typeface="Arial MT"/>
              </a:rPr>
              <a:t> </a:t>
            </a:r>
            <a:r>
              <a:rPr lang="en-US" sz="1100" dirty="0">
                <a:latin typeface="Arial MT"/>
                <a:cs typeface="Arial MT"/>
              </a:rPr>
              <a:t>are</a:t>
            </a:r>
            <a:r>
              <a:rPr lang="en-US" sz="1100" spc="95" dirty="0">
                <a:latin typeface="Arial MT"/>
                <a:cs typeface="Arial MT"/>
              </a:rPr>
              <a:t> </a:t>
            </a:r>
            <a:r>
              <a:rPr lang="en-US" sz="1100" u="heavy" dirty="0" err="1">
                <a:solidFill>
                  <a:srgbClr val="01B554"/>
                </a:solidFill>
                <a:uFill>
                  <a:solidFill>
                    <a:srgbClr val="036080"/>
                  </a:solidFill>
                </a:uFill>
                <a:latin typeface="Arial MT"/>
                <a:cs typeface="Arial MT"/>
              </a:rPr>
              <a:t>grone</a:t>
            </a:r>
            <a:r>
              <a:rPr lang="en-US" sz="1100" u="heavy" spc="50" dirty="0">
                <a:solidFill>
                  <a:srgbClr val="01B554"/>
                </a:solidFill>
                <a:uFill>
                  <a:solidFill>
                    <a:srgbClr val="036080"/>
                  </a:solidFill>
                </a:uFill>
                <a:latin typeface="Arial MT"/>
                <a:cs typeface="Arial MT"/>
              </a:rPr>
              <a:t> </a:t>
            </a:r>
            <a:r>
              <a:rPr lang="en-US" sz="1100" u="heavy" spc="64" dirty="0">
                <a:solidFill>
                  <a:srgbClr val="00AF4D"/>
                </a:solidFill>
                <a:uFill>
                  <a:solidFill>
                    <a:srgbClr val="036080"/>
                  </a:solidFill>
                </a:uFill>
                <a:latin typeface="Arial MT"/>
                <a:cs typeface="Arial MT"/>
              </a:rPr>
              <a:t>to</a:t>
            </a:r>
            <a:r>
              <a:rPr lang="en-US" sz="1100" spc="-27" dirty="0">
                <a:solidFill>
                  <a:srgbClr val="00AF4D"/>
                </a:solidFill>
                <a:latin typeface="Arial MT"/>
                <a:cs typeface="Arial MT"/>
              </a:rPr>
              <a:t> </a:t>
            </a:r>
            <a:r>
              <a:rPr lang="en-US" sz="1100" spc="-9" dirty="0">
                <a:latin typeface="Arial MT"/>
                <a:cs typeface="Arial MT"/>
              </a:rPr>
              <a:t>delays.</a:t>
            </a:r>
            <a:endParaRPr lang="en-US" sz="1100" dirty="0">
              <a:latin typeface="Arial MT"/>
              <a:cs typeface="Arial MT"/>
            </a:endParaRPr>
          </a:p>
          <a:p>
            <a:pPr marL="291045" indent="-279518">
              <a:spcBef>
                <a:spcPts val="1044"/>
              </a:spcBef>
              <a:buChar char="•"/>
              <a:tabLst>
                <a:tab pos="291045" algn="l"/>
              </a:tabLst>
            </a:pPr>
            <a:r>
              <a:rPr lang="en-US" sz="1100" spc="-23" dirty="0">
                <a:latin typeface="Arial MT"/>
                <a:cs typeface="Arial MT"/>
              </a:rPr>
              <a:t>Add</a:t>
            </a:r>
            <a:r>
              <a:rPr lang="en-US" sz="1100" spc="54" dirty="0">
                <a:latin typeface="Arial MT"/>
                <a:cs typeface="Arial MT"/>
              </a:rPr>
              <a:t> </a:t>
            </a:r>
            <a:r>
              <a:rPr lang="en-US" sz="1100" spc="-18" dirty="0">
                <a:latin typeface="Arial MT"/>
                <a:cs typeface="Arial MT"/>
              </a:rPr>
              <a:t>time</a:t>
            </a:r>
            <a:r>
              <a:rPr lang="en-US" sz="1100" spc="91" dirty="0">
                <a:latin typeface="Arial MT"/>
                <a:cs typeface="Arial MT"/>
              </a:rPr>
              <a:t> </a:t>
            </a:r>
            <a:r>
              <a:rPr lang="en-US" sz="1100" dirty="0">
                <a:latin typeface="Arial MT"/>
                <a:cs typeface="Arial MT"/>
              </a:rPr>
              <a:t>to</a:t>
            </a:r>
            <a:r>
              <a:rPr lang="en-US" sz="1100" spc="23" dirty="0">
                <a:latin typeface="Arial MT"/>
                <a:cs typeface="Arial MT"/>
              </a:rPr>
              <a:t> </a:t>
            </a:r>
            <a:r>
              <a:rPr lang="en-US" sz="1100" dirty="0">
                <a:solidFill>
                  <a:srgbClr val="070CDA"/>
                </a:solidFill>
                <a:latin typeface="Arial MT"/>
                <a:cs typeface="Arial MT"/>
              </a:rPr>
              <a:t>activities</a:t>
            </a:r>
            <a:r>
              <a:rPr lang="en-US" sz="1100" spc="191" dirty="0">
                <a:solidFill>
                  <a:srgbClr val="070CDA"/>
                </a:solidFill>
                <a:latin typeface="Arial MT"/>
                <a:cs typeface="Arial MT"/>
              </a:rPr>
              <a:t> </a:t>
            </a:r>
            <a:r>
              <a:rPr lang="en-US" sz="1100" spc="-9" dirty="0">
                <a:latin typeface="Arial MT"/>
                <a:cs typeface="Arial MT"/>
              </a:rPr>
              <a:t>that</a:t>
            </a:r>
            <a:r>
              <a:rPr lang="en-US" sz="1100" spc="64" dirty="0">
                <a:latin typeface="Arial MT"/>
                <a:cs typeface="Arial MT"/>
              </a:rPr>
              <a:t> </a:t>
            </a:r>
            <a:r>
              <a:rPr lang="en-US" sz="1100" u="heavy" dirty="0">
                <a:solidFill>
                  <a:srgbClr val="07AC4D"/>
                </a:solidFill>
                <a:uFill>
                  <a:solidFill>
                    <a:srgbClr val="08A854"/>
                  </a:solidFill>
                </a:uFill>
                <a:latin typeface="Arial MT"/>
                <a:cs typeface="Arial MT"/>
              </a:rPr>
              <a:t>require</a:t>
            </a:r>
            <a:r>
              <a:rPr lang="en-US" sz="1100" spc="103" dirty="0">
                <a:solidFill>
                  <a:srgbClr val="07AC4D"/>
                </a:solidFill>
                <a:latin typeface="Arial MT"/>
                <a:cs typeface="Arial MT"/>
              </a:rPr>
              <a:t> </a:t>
            </a:r>
            <a:r>
              <a:rPr lang="en-US" sz="1100" dirty="0">
                <a:solidFill>
                  <a:srgbClr val="0003D4"/>
                </a:solidFill>
                <a:latin typeface="Arial MT"/>
                <a:cs typeface="Arial MT"/>
              </a:rPr>
              <a:t>scarce</a:t>
            </a:r>
            <a:r>
              <a:rPr lang="en-US" sz="1100" spc="100" dirty="0">
                <a:solidFill>
                  <a:srgbClr val="0003D4"/>
                </a:solidFill>
                <a:latin typeface="Arial MT"/>
                <a:cs typeface="Arial MT"/>
              </a:rPr>
              <a:t> </a:t>
            </a:r>
            <a:r>
              <a:rPr lang="en-US" sz="1100" spc="-9" dirty="0">
                <a:latin typeface="Arial MT"/>
                <a:cs typeface="Arial MT"/>
              </a:rPr>
              <a:t>resources.</a:t>
            </a:r>
            <a:endParaRPr lang="en-US" sz="1100" dirty="0">
              <a:latin typeface="Arial MT"/>
              <a:cs typeface="Arial MT"/>
            </a:endParaRPr>
          </a:p>
          <a:p>
            <a:pPr marL="291045" marR="4611" indent="-280094">
              <a:lnSpc>
                <a:spcPts val="2732"/>
              </a:lnSpc>
              <a:spcBef>
                <a:spcPts val="1216"/>
              </a:spcBef>
              <a:buChar char="•"/>
              <a:tabLst>
                <a:tab pos="291045" algn="l"/>
              </a:tabLst>
            </a:pPr>
            <a:r>
              <a:rPr lang="en-US" sz="1100" spc="-23" dirty="0">
                <a:latin typeface="Arial MT"/>
                <a:cs typeface="Arial MT"/>
              </a:rPr>
              <a:t>Add</a:t>
            </a:r>
            <a:r>
              <a:rPr lang="en-US" sz="1100" spc="41" dirty="0">
                <a:latin typeface="Arial MT"/>
                <a:cs typeface="Arial MT"/>
              </a:rPr>
              <a:t> </a:t>
            </a:r>
            <a:r>
              <a:rPr lang="en-US" sz="1100" spc="-18" dirty="0">
                <a:latin typeface="Arial MT"/>
                <a:cs typeface="Arial MT"/>
              </a:rPr>
              <a:t>time</a:t>
            </a:r>
            <a:r>
              <a:rPr lang="en-US" sz="1100" spc="73" dirty="0">
                <a:latin typeface="Arial MT"/>
                <a:cs typeface="Arial MT"/>
              </a:rPr>
              <a:t> </a:t>
            </a:r>
            <a:r>
              <a:rPr lang="en-US" sz="1100" dirty="0">
                <a:latin typeface="Arial MT"/>
                <a:cs typeface="Arial MT"/>
              </a:rPr>
              <a:t>to</a:t>
            </a:r>
            <a:r>
              <a:rPr lang="en-US" sz="1100" spc="5" dirty="0">
                <a:latin typeface="Arial MT"/>
                <a:cs typeface="Arial MT"/>
              </a:rPr>
              <a:t> </a:t>
            </a:r>
            <a:r>
              <a:rPr lang="en-US" sz="1100" u="heavy" spc="50" dirty="0">
                <a:solidFill>
                  <a:srgbClr val="0001CF"/>
                </a:solidFill>
                <a:uFill>
                  <a:solidFill>
                    <a:srgbClr val="0000BF"/>
                  </a:solidFill>
                </a:uFill>
                <a:latin typeface="Arial MT"/>
                <a:cs typeface="Arial MT"/>
              </a:rPr>
              <a:t>noncritical</a:t>
            </a:r>
            <a:r>
              <a:rPr lang="en-US" sz="1100" spc="172" dirty="0">
                <a:solidFill>
                  <a:srgbClr val="0001CF"/>
                </a:solidFill>
                <a:latin typeface="Arial MT"/>
                <a:cs typeface="Arial MT"/>
              </a:rPr>
              <a:t> </a:t>
            </a:r>
            <a:r>
              <a:rPr lang="en-US" sz="1100" dirty="0">
                <a:solidFill>
                  <a:srgbClr val="0100CA"/>
                </a:solidFill>
                <a:latin typeface="Arial MT"/>
                <a:cs typeface="Arial MT"/>
              </a:rPr>
              <a:t>activities</a:t>
            </a:r>
            <a:r>
              <a:rPr lang="en-US" sz="1100" spc="177" dirty="0">
                <a:solidFill>
                  <a:srgbClr val="0100CA"/>
                </a:solidFill>
                <a:latin typeface="Arial MT"/>
                <a:cs typeface="Arial MT"/>
              </a:rPr>
              <a:t> </a:t>
            </a:r>
            <a:r>
              <a:rPr lang="en-US" sz="1100" dirty="0">
                <a:latin typeface="Arial MT"/>
                <a:cs typeface="Arial MT"/>
              </a:rPr>
              <a:t>to</a:t>
            </a:r>
            <a:r>
              <a:rPr lang="en-US" sz="1100" spc="9" dirty="0">
                <a:latin typeface="Arial MT"/>
                <a:cs typeface="Arial MT"/>
              </a:rPr>
              <a:t> </a:t>
            </a:r>
            <a:r>
              <a:rPr lang="en-US" sz="1100" u="heavy" dirty="0">
                <a:solidFill>
                  <a:srgbClr val="00AF52"/>
                </a:solidFill>
                <a:uFill>
                  <a:solidFill>
                    <a:srgbClr val="08A84F"/>
                  </a:solidFill>
                </a:uFill>
                <a:latin typeface="Arial MT"/>
                <a:cs typeface="Arial MT"/>
              </a:rPr>
              <a:t>reduce</a:t>
            </a:r>
            <a:r>
              <a:rPr lang="en-US" sz="1100" spc="109" dirty="0">
                <a:solidFill>
                  <a:srgbClr val="00AF52"/>
                </a:solidFill>
                <a:latin typeface="Arial MT"/>
                <a:cs typeface="Arial MT"/>
              </a:rPr>
              <a:t> </a:t>
            </a:r>
            <a:r>
              <a:rPr lang="en-US" sz="1100" spc="54" dirty="0">
                <a:solidFill>
                  <a:srgbClr val="0001DA"/>
                </a:solidFill>
                <a:latin typeface="Arial MT"/>
                <a:cs typeface="Arial MT"/>
              </a:rPr>
              <a:t>likelihood</a:t>
            </a:r>
            <a:r>
              <a:rPr lang="en-US" sz="1100" spc="113" dirty="0">
                <a:solidFill>
                  <a:srgbClr val="0001DA"/>
                </a:solidFill>
                <a:latin typeface="Arial MT"/>
                <a:cs typeface="Arial MT"/>
              </a:rPr>
              <a:t> </a:t>
            </a:r>
            <a:r>
              <a:rPr lang="en-US" sz="1100" spc="-18" dirty="0">
                <a:latin typeface="Arial MT"/>
                <a:cs typeface="Arial MT"/>
              </a:rPr>
              <a:t>that they</a:t>
            </a:r>
            <a:r>
              <a:rPr lang="en-US" sz="1100" spc="5" dirty="0">
                <a:latin typeface="Arial MT"/>
                <a:cs typeface="Arial MT"/>
              </a:rPr>
              <a:t> </a:t>
            </a:r>
            <a:r>
              <a:rPr lang="en-US" sz="1100" dirty="0">
                <a:latin typeface="Arial MT"/>
                <a:cs typeface="Arial MT"/>
              </a:rPr>
              <a:t>will</a:t>
            </a:r>
            <a:r>
              <a:rPr lang="en-US" sz="1100" spc="36" dirty="0">
                <a:latin typeface="Arial MT"/>
                <a:cs typeface="Arial MT"/>
              </a:rPr>
              <a:t> </a:t>
            </a:r>
            <a:r>
              <a:rPr lang="en-US" sz="1100" u="heavy" dirty="0">
                <a:solidFill>
                  <a:srgbClr val="01AE52"/>
                </a:solidFill>
                <a:uFill>
                  <a:solidFill>
                    <a:srgbClr val="034B90"/>
                  </a:solidFill>
                </a:uFill>
                <a:latin typeface="Arial MT"/>
                <a:cs typeface="Arial MT"/>
              </a:rPr>
              <a:t>create</a:t>
            </a:r>
            <a:r>
              <a:rPr lang="en-US" sz="1100" spc="77" dirty="0">
                <a:solidFill>
                  <a:srgbClr val="01AE52"/>
                </a:solidFill>
                <a:latin typeface="Arial MT"/>
                <a:cs typeface="Arial MT"/>
              </a:rPr>
              <a:t> </a:t>
            </a:r>
            <a:r>
              <a:rPr lang="en-US" sz="1100" u="heavy" dirty="0">
                <a:solidFill>
                  <a:srgbClr val="0001C6"/>
                </a:solidFill>
                <a:uFill>
                  <a:solidFill>
                    <a:srgbClr val="034B90"/>
                  </a:solidFill>
                </a:uFill>
                <a:latin typeface="Arial MT"/>
                <a:cs typeface="Arial MT"/>
              </a:rPr>
              <a:t>another</a:t>
            </a:r>
            <a:r>
              <a:rPr lang="en-US" sz="1100" spc="73" dirty="0">
                <a:solidFill>
                  <a:srgbClr val="0001C6"/>
                </a:solidFill>
                <a:latin typeface="Arial MT"/>
                <a:cs typeface="Arial MT"/>
              </a:rPr>
              <a:t> </a:t>
            </a:r>
            <a:r>
              <a:rPr lang="en-US" sz="1100" spc="59" dirty="0">
                <a:solidFill>
                  <a:srgbClr val="0003C8"/>
                </a:solidFill>
                <a:latin typeface="Arial MT"/>
                <a:cs typeface="Arial MT"/>
              </a:rPr>
              <a:t>critical</a:t>
            </a:r>
            <a:r>
              <a:rPr lang="en-US" sz="1100" spc="23" dirty="0">
                <a:solidFill>
                  <a:srgbClr val="0003C8"/>
                </a:solidFill>
                <a:latin typeface="Arial MT"/>
                <a:cs typeface="Arial MT"/>
              </a:rPr>
              <a:t> </a:t>
            </a:r>
            <a:r>
              <a:rPr lang="en-US" sz="1100" spc="-9" dirty="0">
                <a:latin typeface="Arial MT"/>
                <a:cs typeface="Arial MT"/>
              </a:rPr>
              <a:t>path.</a:t>
            </a:r>
            <a:endParaRPr lang="en-US" sz="11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25</a:t>
            </a:fld>
            <a:endParaRPr lang="en-US"/>
          </a:p>
        </p:txBody>
      </p:sp>
    </p:spTree>
    <p:extLst>
      <p:ext uri="{BB962C8B-B14F-4D97-AF65-F5344CB8AC3E}">
        <p14:creationId xmlns:p14="http://schemas.microsoft.com/office/powerpoint/2010/main" val="1413032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527">
              <a:spcBef>
                <a:spcPts val="1493"/>
              </a:spcBef>
            </a:pPr>
            <a:r>
              <a:rPr lang="en-US" sz="1400" spc="50" dirty="0">
                <a:solidFill>
                  <a:srgbClr val="F70300"/>
                </a:solidFill>
                <a:latin typeface="Arial MT"/>
                <a:cs typeface="Arial MT"/>
              </a:rPr>
              <a:t>Risk</a:t>
            </a:r>
            <a:r>
              <a:rPr lang="en-US" sz="1400" spc="82" dirty="0">
                <a:solidFill>
                  <a:srgbClr val="F70300"/>
                </a:solidFill>
                <a:latin typeface="Arial MT"/>
                <a:cs typeface="Arial MT"/>
              </a:rPr>
              <a:t> </a:t>
            </a:r>
            <a:r>
              <a:rPr lang="en-US" sz="1400" spc="-9" dirty="0" err="1">
                <a:solidFill>
                  <a:srgbClr val="FD0100"/>
                </a:solidFill>
                <a:latin typeface="Arial MT"/>
                <a:cs typeface="Arial MT"/>
              </a:rPr>
              <a:t>Reaister</a:t>
            </a:r>
            <a:r>
              <a:rPr lang="en-US" sz="1400" spc="-9" dirty="0">
                <a:solidFill>
                  <a:srgbClr val="FD0100"/>
                </a:solidFill>
                <a:latin typeface="Arial MT"/>
                <a:cs typeface="Arial MT"/>
              </a:rPr>
              <a:t>:</a:t>
            </a:r>
            <a:endParaRPr lang="en-US" sz="1400" dirty="0">
              <a:latin typeface="Arial MT"/>
              <a:cs typeface="Arial MT"/>
            </a:endParaRPr>
          </a:p>
          <a:p>
            <a:pPr marL="288739" marR="4611" indent="-274331">
              <a:lnSpc>
                <a:spcPct val="100899"/>
              </a:lnSpc>
              <a:spcBef>
                <a:spcPts val="1103"/>
              </a:spcBef>
              <a:buClr>
                <a:srgbClr val="00B154"/>
              </a:buClr>
              <a:buChar char="•"/>
              <a:tabLst>
                <a:tab pos="291045" algn="l"/>
              </a:tabLst>
            </a:pPr>
            <a:r>
              <a:rPr lang="en-US" sz="1200" u="heavy" dirty="0">
                <a:solidFill>
                  <a:srgbClr val="00AF4F"/>
                </a:solidFill>
                <a:uFill>
                  <a:solidFill>
                    <a:srgbClr val="039360"/>
                  </a:solidFill>
                </a:uFill>
                <a:latin typeface="Arial MT"/>
                <a:cs typeface="Arial MT"/>
              </a:rPr>
              <a:t>Detail</a:t>
            </a:r>
            <a:r>
              <a:rPr lang="en-US" sz="1200" spc="185" dirty="0">
                <a:solidFill>
                  <a:srgbClr val="00AF4F"/>
                </a:solidFill>
                <a:latin typeface="Arial MT"/>
                <a:cs typeface="Arial MT"/>
              </a:rPr>
              <a:t> </a:t>
            </a:r>
            <a:r>
              <a:rPr lang="en-US" sz="1200" u="heavy" dirty="0">
                <a:solidFill>
                  <a:srgbClr val="0100CD"/>
                </a:solidFill>
                <a:uFill>
                  <a:solidFill>
                    <a:srgbClr val="039360"/>
                  </a:solidFill>
                </a:uFill>
                <a:latin typeface="Arial MT"/>
                <a:cs typeface="Arial MT"/>
              </a:rPr>
              <a:t>all</a:t>
            </a:r>
            <a:r>
              <a:rPr lang="en-US" sz="1200" spc="204" dirty="0">
                <a:solidFill>
                  <a:srgbClr val="0100CD"/>
                </a:solidFill>
                <a:latin typeface="Arial MT"/>
                <a:cs typeface="Arial MT"/>
              </a:rPr>
              <a:t> </a:t>
            </a:r>
            <a:r>
              <a:rPr lang="en-US" sz="1200" spc="86" dirty="0">
                <a:solidFill>
                  <a:srgbClr val="0001C6"/>
                </a:solidFill>
                <a:latin typeface="Arial MT"/>
                <a:cs typeface="Arial MT"/>
              </a:rPr>
              <a:t>identified</a:t>
            </a:r>
            <a:r>
              <a:rPr lang="en-US" sz="1200" spc="123" dirty="0">
                <a:solidFill>
                  <a:srgbClr val="0001C6"/>
                </a:solidFill>
                <a:latin typeface="Arial MT"/>
                <a:cs typeface="Arial MT"/>
              </a:rPr>
              <a:t> </a:t>
            </a:r>
            <a:r>
              <a:rPr lang="en-US" sz="1200" spc="91" dirty="0">
                <a:latin typeface="Arial MT"/>
                <a:cs typeface="Arial MT"/>
              </a:rPr>
              <a:t>risks,</a:t>
            </a:r>
            <a:r>
              <a:rPr lang="en-US" sz="1200" spc="182" dirty="0">
                <a:latin typeface="Arial MT"/>
                <a:cs typeface="Arial MT"/>
              </a:rPr>
              <a:t> </a:t>
            </a:r>
            <a:r>
              <a:rPr lang="en-US" sz="1200" u="heavy" spc="100" dirty="0" err="1">
                <a:solidFill>
                  <a:srgbClr val="03AF4D"/>
                </a:solidFill>
                <a:uFill>
                  <a:solidFill>
                    <a:srgbClr val="039360"/>
                  </a:solidFill>
                </a:uFill>
                <a:latin typeface="Arial MT"/>
                <a:cs typeface="Arial MT"/>
              </a:rPr>
              <a:t>includinq</a:t>
            </a:r>
            <a:r>
              <a:rPr lang="en-US" sz="1200" u="heavy" spc="100" dirty="0">
                <a:solidFill>
                  <a:srgbClr val="03AF4D"/>
                </a:solidFill>
                <a:uFill>
                  <a:solidFill>
                    <a:srgbClr val="039360"/>
                  </a:solidFill>
                </a:uFill>
                <a:latin typeface="Arial MT"/>
                <a:cs typeface="Arial MT"/>
              </a:rPr>
              <a:t>:</a:t>
            </a:r>
            <a:r>
              <a:rPr lang="en-US" sz="1200" spc="281" dirty="0">
                <a:solidFill>
                  <a:srgbClr val="03AF4D"/>
                </a:solidFill>
                <a:latin typeface="Arial MT"/>
                <a:cs typeface="Arial MT"/>
              </a:rPr>
              <a:t> </a:t>
            </a:r>
            <a:r>
              <a:rPr lang="en-US" sz="1200" spc="73" dirty="0">
                <a:solidFill>
                  <a:srgbClr val="0000D6"/>
                </a:solidFill>
                <a:latin typeface="Arial MT"/>
                <a:cs typeface="Arial MT"/>
              </a:rPr>
              <a:t>descriptions, 	</a:t>
            </a:r>
            <a:r>
              <a:rPr lang="en-US" sz="1200" spc="45" dirty="0">
                <a:solidFill>
                  <a:srgbClr val="0000CC"/>
                </a:solidFill>
                <a:latin typeface="Arial MT"/>
                <a:cs typeface="Arial MT"/>
              </a:rPr>
              <a:t>category,</a:t>
            </a:r>
            <a:r>
              <a:rPr lang="en-US" sz="1200" spc="64" dirty="0">
                <a:solidFill>
                  <a:srgbClr val="0000CC"/>
                </a:solidFill>
                <a:latin typeface="Arial MT"/>
                <a:cs typeface="Arial MT"/>
              </a:rPr>
              <a:t> </a:t>
            </a:r>
            <a:r>
              <a:rPr lang="en-US" sz="1200" spc="91" dirty="0">
                <a:solidFill>
                  <a:srgbClr val="0001CC"/>
                </a:solidFill>
                <a:latin typeface="Arial MT"/>
                <a:cs typeface="Arial MT"/>
              </a:rPr>
              <a:t>probability</a:t>
            </a:r>
            <a:r>
              <a:rPr lang="en-US" sz="1200" spc="150" dirty="0">
                <a:solidFill>
                  <a:srgbClr val="0001CC"/>
                </a:solidFill>
                <a:latin typeface="Arial MT"/>
                <a:cs typeface="Arial MT"/>
              </a:rPr>
              <a:t> </a:t>
            </a:r>
            <a:r>
              <a:rPr lang="en-US" sz="1200" dirty="0">
                <a:latin typeface="Arial MT"/>
                <a:cs typeface="Arial MT"/>
              </a:rPr>
              <a:t>of</a:t>
            </a:r>
            <a:r>
              <a:rPr lang="en-US" sz="1200" spc="9" dirty="0">
                <a:latin typeface="Arial MT"/>
                <a:cs typeface="Arial MT"/>
              </a:rPr>
              <a:t> </a:t>
            </a:r>
            <a:r>
              <a:rPr lang="en-US" sz="1200" dirty="0">
                <a:latin typeface="Arial MT"/>
                <a:cs typeface="Arial MT"/>
              </a:rPr>
              <a:t>occurring,</a:t>
            </a:r>
            <a:r>
              <a:rPr lang="en-US" sz="1200" spc="163" dirty="0">
                <a:latin typeface="Arial MT"/>
                <a:cs typeface="Arial MT"/>
              </a:rPr>
              <a:t> </a:t>
            </a:r>
            <a:r>
              <a:rPr lang="en-US" sz="1200" spc="68" dirty="0">
                <a:solidFill>
                  <a:srgbClr val="0100CC"/>
                </a:solidFill>
                <a:latin typeface="Arial MT"/>
                <a:cs typeface="Arial MT"/>
              </a:rPr>
              <a:t>impact,</a:t>
            </a:r>
            <a:r>
              <a:rPr lang="en-US" sz="1200" spc="64" dirty="0">
                <a:solidFill>
                  <a:srgbClr val="0100CC"/>
                </a:solidFill>
                <a:latin typeface="Arial MT"/>
                <a:cs typeface="Arial MT"/>
              </a:rPr>
              <a:t> </a:t>
            </a:r>
            <a:r>
              <a:rPr lang="en-US" sz="1200" spc="50" dirty="0">
                <a:solidFill>
                  <a:srgbClr val="0003C4"/>
                </a:solidFill>
                <a:latin typeface="Arial MT"/>
                <a:cs typeface="Arial MT"/>
              </a:rPr>
              <a:t>responses, 	</a:t>
            </a:r>
            <a:r>
              <a:rPr lang="en-US" sz="1200" spc="86" dirty="0">
                <a:solidFill>
                  <a:srgbClr val="0100CF"/>
                </a:solidFill>
                <a:latin typeface="Arial MT"/>
                <a:cs typeface="Arial MT"/>
              </a:rPr>
              <a:t>contingency</a:t>
            </a:r>
            <a:r>
              <a:rPr lang="en-US" sz="1200" spc="195" dirty="0">
                <a:solidFill>
                  <a:srgbClr val="0100CF"/>
                </a:solidFill>
                <a:latin typeface="Arial MT"/>
                <a:cs typeface="Arial MT"/>
              </a:rPr>
              <a:t> </a:t>
            </a:r>
            <a:r>
              <a:rPr lang="en-US" sz="1200" spc="73" dirty="0">
                <a:solidFill>
                  <a:srgbClr val="0001CA"/>
                </a:solidFill>
                <a:latin typeface="Arial MT"/>
                <a:cs typeface="Arial MT"/>
              </a:rPr>
              <a:t>plans,</a:t>
            </a:r>
            <a:r>
              <a:rPr lang="en-US" sz="1200" dirty="0">
                <a:solidFill>
                  <a:srgbClr val="0001CA"/>
                </a:solidFill>
                <a:latin typeface="Arial MT"/>
                <a:cs typeface="Arial MT"/>
              </a:rPr>
              <a:t> </a:t>
            </a:r>
            <a:r>
              <a:rPr lang="en-US" sz="1200" spc="64" dirty="0">
                <a:latin typeface="Arial MT"/>
                <a:cs typeface="Arial MT"/>
              </a:rPr>
              <a:t>owners,</a:t>
            </a:r>
            <a:r>
              <a:rPr lang="en-US" sz="1200" spc="95" dirty="0">
                <a:latin typeface="Arial MT"/>
                <a:cs typeface="Arial MT"/>
              </a:rPr>
              <a:t> </a:t>
            </a:r>
            <a:r>
              <a:rPr lang="en-US" sz="1200" dirty="0">
                <a:latin typeface="Arial MT"/>
                <a:cs typeface="Arial MT"/>
              </a:rPr>
              <a:t>and</a:t>
            </a:r>
            <a:r>
              <a:rPr lang="en-US" sz="1200" spc="36" dirty="0">
                <a:latin typeface="Arial MT"/>
                <a:cs typeface="Arial MT"/>
              </a:rPr>
              <a:t> </a:t>
            </a:r>
            <a:r>
              <a:rPr lang="en-US" sz="1200" dirty="0">
                <a:latin typeface="Arial MT"/>
                <a:cs typeface="Arial MT"/>
              </a:rPr>
              <a:t>current</a:t>
            </a:r>
            <a:r>
              <a:rPr lang="en-US" sz="1200" spc="118" dirty="0">
                <a:latin typeface="Arial MT"/>
                <a:cs typeface="Arial MT"/>
              </a:rPr>
              <a:t> </a:t>
            </a:r>
            <a:r>
              <a:rPr lang="en-US" sz="1200" spc="-9" dirty="0">
                <a:latin typeface="Arial MT"/>
                <a:cs typeface="Arial MT"/>
              </a:rPr>
              <a:t>status.</a:t>
            </a:r>
            <a:endParaRPr lang="en-US" sz="1200" dirty="0">
              <a:latin typeface="Arial MT"/>
              <a:cs typeface="Arial MT"/>
            </a:endParaRPr>
          </a:p>
          <a:p>
            <a:pPr marL="11527">
              <a:spcBef>
                <a:spcPts val="1062"/>
              </a:spcBef>
            </a:pPr>
            <a:r>
              <a:rPr lang="en-US" sz="1400" spc="50" dirty="0">
                <a:solidFill>
                  <a:srgbClr val="F60305"/>
                </a:solidFill>
                <a:latin typeface="Arial MT"/>
                <a:cs typeface="Arial MT"/>
              </a:rPr>
              <a:t>Risk</a:t>
            </a:r>
            <a:r>
              <a:rPr lang="en-US" sz="1400" spc="100" dirty="0">
                <a:solidFill>
                  <a:srgbClr val="F60305"/>
                </a:solidFill>
                <a:latin typeface="Arial MT"/>
                <a:cs typeface="Arial MT"/>
              </a:rPr>
              <a:t> </a:t>
            </a:r>
            <a:r>
              <a:rPr lang="en-US" sz="1400" spc="68" dirty="0">
                <a:solidFill>
                  <a:srgbClr val="FB0005"/>
                </a:solidFill>
                <a:latin typeface="Arial MT"/>
                <a:cs typeface="Arial MT"/>
              </a:rPr>
              <a:t>Control</a:t>
            </a:r>
            <a:r>
              <a:rPr lang="en-US" sz="1400" spc="172" dirty="0">
                <a:solidFill>
                  <a:srgbClr val="FB0005"/>
                </a:solidFill>
                <a:latin typeface="Arial MT"/>
                <a:cs typeface="Arial MT"/>
              </a:rPr>
              <a:t> </a:t>
            </a:r>
            <a:r>
              <a:rPr lang="en-US" sz="1400" spc="68" dirty="0">
                <a:solidFill>
                  <a:srgbClr val="F60308"/>
                </a:solidFill>
                <a:latin typeface="Arial MT"/>
                <a:cs typeface="Arial MT"/>
              </a:rPr>
              <a:t>involves:</a:t>
            </a:r>
            <a:endParaRPr lang="en-US" sz="1400" dirty="0">
              <a:latin typeface="Arial MT"/>
              <a:cs typeface="Arial MT"/>
            </a:endParaRPr>
          </a:p>
          <a:p>
            <a:pPr marL="289316" indent="-274331">
              <a:spcBef>
                <a:spcPts val="1130"/>
              </a:spcBef>
              <a:buClr>
                <a:srgbClr val="00B354"/>
              </a:buClr>
              <a:buChar char="•"/>
              <a:tabLst>
                <a:tab pos="289316" algn="l"/>
              </a:tabLst>
            </a:pPr>
            <a:r>
              <a:rPr lang="en-US" sz="1200" u="heavy" spc="91" dirty="0" err="1">
                <a:solidFill>
                  <a:srgbClr val="00AF4F"/>
                </a:solidFill>
                <a:uFill>
                  <a:solidFill>
                    <a:srgbClr val="005787"/>
                  </a:solidFill>
                </a:uFill>
                <a:latin typeface="Arial MT"/>
                <a:cs typeface="Arial MT"/>
              </a:rPr>
              <a:t>Monitorinq</a:t>
            </a:r>
            <a:r>
              <a:rPr lang="en-US" sz="1200" spc="136" dirty="0">
                <a:solidFill>
                  <a:srgbClr val="00AF4F"/>
                </a:solidFill>
                <a:latin typeface="Arial MT"/>
                <a:cs typeface="Arial MT"/>
              </a:rPr>
              <a:t> </a:t>
            </a:r>
            <a:r>
              <a:rPr lang="en-US" sz="1200" u="heavy" spc="100" dirty="0" err="1">
                <a:solidFill>
                  <a:srgbClr val="0100CA"/>
                </a:solidFill>
                <a:uFill>
                  <a:solidFill>
                    <a:srgbClr val="005787"/>
                  </a:solidFill>
                </a:uFill>
                <a:latin typeface="Arial MT"/>
                <a:cs typeface="Arial MT"/>
              </a:rPr>
              <a:t>triqqerinq</a:t>
            </a:r>
            <a:r>
              <a:rPr lang="en-US" sz="1200" spc="91" dirty="0">
                <a:solidFill>
                  <a:srgbClr val="0100CA"/>
                </a:solidFill>
                <a:latin typeface="Arial MT"/>
                <a:cs typeface="Arial MT"/>
              </a:rPr>
              <a:t> </a:t>
            </a:r>
            <a:r>
              <a:rPr lang="en-US" sz="1200" spc="45" dirty="0">
                <a:latin typeface="Arial MT"/>
                <a:cs typeface="Arial MT"/>
              </a:rPr>
              <a:t>events.</a:t>
            </a:r>
            <a:r>
              <a:rPr lang="en-US" sz="1200" spc="245" dirty="0">
                <a:latin typeface="Arial MT"/>
                <a:cs typeface="Arial MT"/>
              </a:rPr>
              <a:t> </a:t>
            </a:r>
            <a:r>
              <a:rPr lang="en-US" sz="1200" spc="23" dirty="0">
                <a:latin typeface="Arial MT"/>
                <a:cs typeface="Arial MT"/>
              </a:rPr>
              <a:t>0’</a:t>
            </a:r>
            <a:endParaRPr lang="en-US" sz="1200" dirty="0">
              <a:latin typeface="Arial MT"/>
              <a:cs typeface="Arial MT"/>
            </a:endParaRPr>
          </a:p>
          <a:p>
            <a:pPr marL="291045" indent="-276060">
              <a:spcBef>
                <a:spcPts val="1198"/>
              </a:spcBef>
              <a:buClr>
                <a:srgbClr val="00B34F"/>
              </a:buClr>
              <a:buChar char="•"/>
              <a:tabLst>
                <a:tab pos="291045" algn="l"/>
              </a:tabLst>
            </a:pPr>
            <a:r>
              <a:rPr lang="en-US" sz="1200" u="heavy" spc="91" dirty="0" err="1">
                <a:solidFill>
                  <a:srgbClr val="00AF4F"/>
                </a:solidFill>
                <a:uFill>
                  <a:solidFill>
                    <a:srgbClr val="08A84F"/>
                  </a:solidFill>
                </a:uFill>
                <a:latin typeface="Arial MT"/>
                <a:cs typeface="Arial MT"/>
              </a:rPr>
              <a:t>Executinq</a:t>
            </a:r>
            <a:r>
              <a:rPr lang="en-US" sz="1200" spc="208" dirty="0">
                <a:solidFill>
                  <a:srgbClr val="00AF4F"/>
                </a:solidFill>
                <a:latin typeface="Arial MT"/>
                <a:cs typeface="Arial MT"/>
              </a:rPr>
              <a:t> </a:t>
            </a:r>
            <a:r>
              <a:rPr lang="en-US" sz="1200" spc="118" dirty="0">
                <a:solidFill>
                  <a:srgbClr val="0001C6"/>
                </a:solidFill>
                <a:latin typeface="Arial MT"/>
                <a:cs typeface="Arial MT"/>
              </a:rPr>
              <a:t>risk</a:t>
            </a:r>
            <a:r>
              <a:rPr lang="en-US" sz="1200" spc="100" dirty="0">
                <a:solidFill>
                  <a:srgbClr val="0001C6"/>
                </a:solidFill>
                <a:latin typeface="Arial MT"/>
                <a:cs typeface="Arial MT"/>
              </a:rPr>
              <a:t> </a:t>
            </a:r>
            <a:r>
              <a:rPr lang="en-US" sz="1200" spc="86" dirty="0">
                <a:solidFill>
                  <a:srgbClr val="0001CC"/>
                </a:solidFill>
                <a:latin typeface="Arial MT"/>
                <a:cs typeface="Arial MT"/>
              </a:rPr>
              <a:t>response</a:t>
            </a:r>
            <a:r>
              <a:rPr lang="en-US" sz="1200" spc="213" dirty="0">
                <a:solidFill>
                  <a:srgbClr val="0001CC"/>
                </a:solidFill>
                <a:latin typeface="Arial MT"/>
                <a:cs typeface="Arial MT"/>
              </a:rPr>
              <a:t> </a:t>
            </a:r>
            <a:r>
              <a:rPr lang="en-US" sz="1200" spc="50" dirty="0">
                <a:solidFill>
                  <a:srgbClr val="0000CD"/>
                </a:solidFill>
                <a:latin typeface="Arial MT"/>
                <a:cs typeface="Arial MT"/>
              </a:rPr>
              <a:t>strategy.</a:t>
            </a:r>
            <a:endParaRPr lang="en-US" sz="1200" dirty="0">
              <a:latin typeface="Arial MT"/>
              <a:cs typeface="Arial MT"/>
            </a:endParaRPr>
          </a:p>
          <a:p>
            <a:pPr marL="292774" indent="-277789">
              <a:spcBef>
                <a:spcPts val="1207"/>
              </a:spcBef>
              <a:buClr>
                <a:srgbClr val="00B34F"/>
              </a:buClr>
              <a:buChar char="•"/>
              <a:tabLst>
                <a:tab pos="292774" algn="l"/>
              </a:tabLst>
            </a:pPr>
            <a:r>
              <a:rPr lang="en-US" sz="1200" u="heavy" spc="109" dirty="0" err="1">
                <a:solidFill>
                  <a:srgbClr val="0AAA4D"/>
                </a:solidFill>
                <a:uFill>
                  <a:solidFill>
                    <a:srgbClr val="03A84F"/>
                  </a:solidFill>
                </a:uFill>
                <a:latin typeface="Arial MT"/>
                <a:cs typeface="Arial MT"/>
              </a:rPr>
              <a:t>lnitiatinq</a:t>
            </a:r>
            <a:r>
              <a:rPr lang="en-US" sz="1200" spc="132" dirty="0">
                <a:solidFill>
                  <a:srgbClr val="0AAA4D"/>
                </a:solidFill>
                <a:latin typeface="Arial MT"/>
                <a:cs typeface="Arial MT"/>
              </a:rPr>
              <a:t> </a:t>
            </a:r>
            <a:r>
              <a:rPr lang="en-US" sz="1200" spc="103" dirty="0">
                <a:solidFill>
                  <a:srgbClr val="0001C8"/>
                </a:solidFill>
                <a:latin typeface="Arial MT"/>
                <a:cs typeface="Arial MT"/>
              </a:rPr>
              <a:t>contingency</a:t>
            </a:r>
            <a:r>
              <a:rPr lang="en-US" sz="1200" spc="336" dirty="0">
                <a:solidFill>
                  <a:srgbClr val="0001C8"/>
                </a:solidFill>
                <a:latin typeface="Arial MT"/>
                <a:cs typeface="Arial MT"/>
              </a:rPr>
              <a:t> </a:t>
            </a:r>
            <a:r>
              <a:rPr lang="en-US" sz="1200" spc="73" dirty="0">
                <a:latin typeface="Arial MT"/>
                <a:cs typeface="Arial MT"/>
              </a:rPr>
              <a:t>plans.</a:t>
            </a:r>
            <a:endParaRPr lang="en-US" sz="1200" dirty="0">
              <a:latin typeface="Arial MT"/>
              <a:cs typeface="Arial MT"/>
            </a:endParaRPr>
          </a:p>
          <a:p>
            <a:pPr marL="289892" indent="-274908">
              <a:spcBef>
                <a:spcPts val="1203"/>
              </a:spcBef>
              <a:buClr>
                <a:srgbClr val="07AA54"/>
              </a:buClr>
              <a:buChar char="•"/>
              <a:tabLst>
                <a:tab pos="289892" algn="l"/>
              </a:tabLst>
            </a:pPr>
            <a:r>
              <a:rPr lang="en-US" sz="1200" u="heavy" spc="77" dirty="0" err="1">
                <a:solidFill>
                  <a:srgbClr val="00AF4F"/>
                </a:solidFill>
                <a:uFill>
                  <a:solidFill>
                    <a:srgbClr val="037774"/>
                  </a:solidFill>
                </a:uFill>
                <a:latin typeface="Arial MT"/>
                <a:cs typeface="Arial MT"/>
              </a:rPr>
              <a:t>Watchinq</a:t>
            </a:r>
            <a:r>
              <a:rPr lang="en-US" sz="1200" spc="200" dirty="0">
                <a:solidFill>
                  <a:srgbClr val="00AF4F"/>
                </a:solidFill>
                <a:latin typeface="Arial MT"/>
                <a:cs typeface="Arial MT"/>
              </a:rPr>
              <a:t> </a:t>
            </a:r>
            <a:r>
              <a:rPr lang="en-US" sz="1200" spc="59" dirty="0">
                <a:solidFill>
                  <a:srgbClr val="00B14D"/>
                </a:solidFill>
                <a:latin typeface="Arial MT"/>
                <a:cs typeface="Arial MT"/>
              </a:rPr>
              <a:t>for</a:t>
            </a:r>
            <a:r>
              <a:rPr lang="en-US" sz="1200" spc="268" dirty="0">
                <a:solidFill>
                  <a:srgbClr val="00B14D"/>
                </a:solidFill>
                <a:latin typeface="Arial MT"/>
                <a:cs typeface="Arial MT"/>
              </a:rPr>
              <a:t> </a:t>
            </a:r>
            <a:r>
              <a:rPr lang="en-US" sz="1200" u="heavy" spc="91" dirty="0">
                <a:solidFill>
                  <a:srgbClr val="0000C8"/>
                </a:solidFill>
                <a:uFill>
                  <a:solidFill>
                    <a:srgbClr val="037774"/>
                  </a:solidFill>
                </a:uFill>
                <a:latin typeface="Arial MT"/>
                <a:cs typeface="Arial MT"/>
              </a:rPr>
              <a:t>new</a:t>
            </a:r>
            <a:r>
              <a:rPr lang="en-US" sz="1200" spc="54" dirty="0">
                <a:solidFill>
                  <a:srgbClr val="0000C8"/>
                </a:solidFill>
                <a:latin typeface="Arial MT"/>
                <a:cs typeface="Arial MT"/>
              </a:rPr>
              <a:t> </a:t>
            </a:r>
            <a:r>
              <a:rPr lang="en-US" sz="1200" spc="95" dirty="0">
                <a:solidFill>
                  <a:srgbClr val="0000CD"/>
                </a:solidFill>
                <a:latin typeface="Arial MT"/>
                <a:cs typeface="Arial MT"/>
              </a:rPr>
              <a:t>risks.</a:t>
            </a:r>
            <a:endParaRPr lang="en-US" sz="1200" dirty="0">
              <a:latin typeface="Arial MT"/>
              <a:cs typeface="Arial MT"/>
            </a:endParaRPr>
          </a:p>
          <a:p>
            <a:pPr marL="291045" indent="-276060">
              <a:spcBef>
                <a:spcPts val="1230"/>
              </a:spcBef>
              <a:buClr>
                <a:srgbClr val="00B154"/>
              </a:buClr>
              <a:buChar char="•"/>
              <a:tabLst>
                <a:tab pos="291045" algn="l"/>
                <a:tab pos="6522281" algn="l"/>
              </a:tabLst>
            </a:pPr>
            <a:r>
              <a:rPr lang="en-US" sz="1200" u="heavy" spc="103" dirty="0" err="1">
                <a:solidFill>
                  <a:srgbClr val="00AF4F"/>
                </a:solidFill>
                <a:uFill>
                  <a:solidFill>
                    <a:srgbClr val="03AC4F"/>
                  </a:solidFill>
                </a:uFill>
                <a:latin typeface="Arial MT"/>
                <a:cs typeface="Arial MT"/>
              </a:rPr>
              <a:t>Establishinq</a:t>
            </a:r>
            <a:r>
              <a:rPr lang="en-US" sz="1200" u="heavy" spc="163" dirty="0">
                <a:solidFill>
                  <a:srgbClr val="00AF4F"/>
                </a:solidFill>
                <a:uFill>
                  <a:solidFill>
                    <a:srgbClr val="03AC4F"/>
                  </a:solidFill>
                </a:uFill>
                <a:latin typeface="Arial MT"/>
                <a:cs typeface="Arial MT"/>
              </a:rPr>
              <a:t> </a:t>
            </a:r>
            <a:r>
              <a:rPr lang="en-US" sz="1200" dirty="0">
                <a:latin typeface="Arial MT"/>
                <a:cs typeface="Arial MT"/>
              </a:rPr>
              <a:t>a</a:t>
            </a:r>
            <a:r>
              <a:rPr lang="en-US" sz="1200" spc="50" dirty="0">
                <a:latin typeface="Arial MT"/>
                <a:cs typeface="Arial MT"/>
              </a:rPr>
              <a:t> </a:t>
            </a:r>
            <a:r>
              <a:rPr lang="en-US" sz="1200" spc="59" dirty="0">
                <a:solidFill>
                  <a:srgbClr val="0100D1"/>
                </a:solidFill>
                <a:latin typeface="Arial MT"/>
                <a:cs typeface="Arial MT"/>
              </a:rPr>
              <a:t>Change</a:t>
            </a:r>
            <a:r>
              <a:rPr lang="en-US" sz="1200" spc="136" dirty="0">
                <a:solidFill>
                  <a:srgbClr val="0100D1"/>
                </a:solidFill>
                <a:latin typeface="Arial MT"/>
                <a:cs typeface="Arial MT"/>
              </a:rPr>
              <a:t> </a:t>
            </a:r>
            <a:r>
              <a:rPr lang="en-US" sz="1200" spc="59" dirty="0">
                <a:solidFill>
                  <a:srgbClr val="0103D1"/>
                </a:solidFill>
                <a:latin typeface="Arial MT"/>
                <a:cs typeface="Arial MT"/>
              </a:rPr>
              <a:t>Management</a:t>
            </a:r>
            <a:r>
              <a:rPr lang="en-US" sz="1200" spc="254" dirty="0">
                <a:solidFill>
                  <a:srgbClr val="0103D1"/>
                </a:solidFill>
                <a:latin typeface="Arial MT"/>
                <a:cs typeface="Arial MT"/>
              </a:rPr>
              <a:t> </a:t>
            </a:r>
            <a:r>
              <a:rPr lang="en-US" sz="1200" spc="54" dirty="0">
                <a:latin typeface="Arial MT"/>
                <a:cs typeface="Arial MT"/>
              </a:rPr>
              <a:t>System.</a:t>
            </a:r>
            <a:r>
              <a:rPr lang="en-US" sz="1200" dirty="0">
                <a:latin typeface="Arial MT"/>
                <a:cs typeface="Arial MT"/>
              </a:rPr>
              <a:t>	</a:t>
            </a:r>
            <a:r>
              <a:rPr lang="en-US" sz="1200" spc="23" dirty="0">
                <a:latin typeface="Arial MT"/>
                <a:cs typeface="Arial MT"/>
              </a:rPr>
              <a:t>0’</a:t>
            </a:r>
            <a:endParaRPr lang="en-US" sz="12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39BA3F67-982C-4EB4-9E60-4ABFD53D9EAB}" type="slidenum">
              <a:rPr lang="en-US" smtClean="0"/>
              <a:t>26</a:t>
            </a:fld>
            <a:endParaRPr lang="en-US"/>
          </a:p>
        </p:txBody>
      </p:sp>
    </p:spTree>
    <p:extLst>
      <p:ext uri="{BB962C8B-B14F-4D97-AF65-F5344CB8AC3E}">
        <p14:creationId xmlns:p14="http://schemas.microsoft.com/office/powerpoint/2010/main" val="2305478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10631358" y="58331"/>
            <a:ext cx="1491574" cy="534930"/>
          </a:xfrm>
          <a:prstGeom prst="rect">
            <a:avLst/>
          </a:prstGeom>
        </p:spPr>
      </p:pic>
      <p:pic>
        <p:nvPicPr>
          <p:cNvPr id="18" name="bg object 18"/>
          <p:cNvPicPr/>
          <p:nvPr/>
        </p:nvPicPr>
        <p:blipFill>
          <a:blip r:embed="rId3" cstate="print"/>
          <a:stretch>
            <a:fillRect/>
          </a:stretch>
        </p:blipFill>
        <p:spPr>
          <a:xfrm>
            <a:off x="2730939" y="2507707"/>
            <a:ext cx="7842972" cy="4307077"/>
          </a:xfrm>
          <a:prstGeom prst="rect">
            <a:avLst/>
          </a:prstGeom>
        </p:spPr>
      </p:pic>
      <p:sp>
        <p:nvSpPr>
          <p:cNvPr id="2" name="Holder 2"/>
          <p:cNvSpPr>
            <a:spLocks noGrp="1"/>
          </p:cNvSpPr>
          <p:nvPr>
            <p:ph type="ctrTitle"/>
          </p:nvPr>
        </p:nvSpPr>
        <p:spPr>
          <a:xfrm>
            <a:off x="916939" y="618843"/>
            <a:ext cx="5081905" cy="68326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10631358" y="58331"/>
            <a:ext cx="1491574" cy="534930"/>
          </a:xfrm>
          <a:prstGeom prst="rect">
            <a:avLst/>
          </a:prstGeom>
        </p:spPr>
      </p:pic>
      <p:pic>
        <p:nvPicPr>
          <p:cNvPr id="18" name="bg object 18"/>
          <p:cNvPicPr/>
          <p:nvPr/>
        </p:nvPicPr>
        <p:blipFill>
          <a:blip r:embed="rId3" cstate="print"/>
          <a:stretch>
            <a:fillRect/>
          </a:stretch>
        </p:blipFill>
        <p:spPr>
          <a:xfrm>
            <a:off x="4365096" y="1551301"/>
            <a:ext cx="3696606" cy="5306698"/>
          </a:xfrm>
          <a:prstGeom prst="rect">
            <a:avLst/>
          </a:prstGeom>
        </p:spPr>
      </p:pic>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9" y="615856"/>
            <a:ext cx="9651365" cy="686247"/>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495044"/>
            <a:ext cx="10358755" cy="496862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7612" y="1642991"/>
            <a:ext cx="4624705" cy="922019"/>
          </a:xfrm>
          <a:prstGeom prst="rect">
            <a:avLst/>
          </a:prstGeom>
        </p:spPr>
        <p:txBody>
          <a:bodyPr vert="horz" wrap="square" lIns="0" tIns="16510" rIns="0" bIns="0" rtlCol="0">
            <a:spAutoFit/>
          </a:bodyPr>
          <a:lstStyle/>
          <a:p>
            <a:pPr marL="12700">
              <a:lnSpc>
                <a:spcPct val="100000"/>
              </a:lnSpc>
              <a:spcBef>
                <a:spcPts val="130"/>
              </a:spcBef>
            </a:pPr>
            <a:r>
              <a:rPr sz="5850" spc="160" dirty="0">
                <a:solidFill>
                  <a:srgbClr val="C00000"/>
                </a:solidFill>
              </a:rPr>
              <a:t>Managing</a:t>
            </a:r>
            <a:r>
              <a:rPr sz="5850" spc="190" dirty="0">
                <a:solidFill>
                  <a:srgbClr val="C00000"/>
                </a:solidFill>
              </a:rPr>
              <a:t> </a:t>
            </a:r>
            <a:r>
              <a:rPr sz="5850" spc="140" dirty="0">
                <a:solidFill>
                  <a:srgbClr val="C00000"/>
                </a:solidFill>
              </a:rPr>
              <a:t>Risk</a:t>
            </a:r>
            <a:endParaRPr sz="5850" dirty="0"/>
          </a:p>
        </p:txBody>
      </p:sp>
      <p:sp>
        <p:nvSpPr>
          <p:cNvPr id="3" name="object 3"/>
          <p:cNvSpPr txBox="1"/>
          <p:nvPr/>
        </p:nvSpPr>
        <p:spPr>
          <a:xfrm>
            <a:off x="4425886" y="2366661"/>
            <a:ext cx="3340735" cy="2192908"/>
          </a:xfrm>
          <a:prstGeom prst="rect">
            <a:avLst/>
          </a:prstGeom>
        </p:spPr>
        <p:txBody>
          <a:bodyPr vert="horz" wrap="square" lIns="0" tIns="187960" rIns="0" bIns="0" rtlCol="0">
            <a:spAutoFit/>
          </a:bodyPr>
          <a:lstStyle/>
          <a:p>
            <a:pPr marL="66675" algn="ctr">
              <a:spcBef>
                <a:spcPts val="1480"/>
              </a:spcBef>
            </a:pPr>
            <a:r>
              <a:rPr sz="2650" spc="65" dirty="0">
                <a:latin typeface="Calibri Light"/>
                <a:cs typeface="Calibri Light"/>
              </a:rPr>
              <a:t>(</a:t>
            </a:r>
            <a:r>
              <a:rPr lang="en-US" sz="2650" spc="65" dirty="0">
                <a:latin typeface="Calibri Light"/>
                <a:cs typeface="Calibri Light"/>
              </a:rPr>
              <a:t>25CPE4602</a:t>
            </a:r>
            <a:r>
              <a:rPr sz="2650" spc="65" dirty="0">
                <a:latin typeface="Calibri Light"/>
                <a:cs typeface="Calibri Light"/>
              </a:rPr>
              <a:t>)</a:t>
            </a:r>
            <a:endParaRPr sz="2650" dirty="0">
              <a:latin typeface="Calibri Light"/>
              <a:cs typeface="Calibri Light"/>
            </a:endParaRPr>
          </a:p>
          <a:p>
            <a:pPr marL="66675" algn="ctr">
              <a:lnSpc>
                <a:spcPct val="100000"/>
              </a:lnSpc>
              <a:spcBef>
                <a:spcPts val="2305"/>
              </a:spcBef>
            </a:pPr>
            <a:r>
              <a:rPr sz="4400" b="1" dirty="0">
                <a:solidFill>
                  <a:srgbClr val="2F5597"/>
                </a:solidFill>
                <a:latin typeface="Calibri"/>
                <a:cs typeface="Calibri"/>
              </a:rPr>
              <a:t>Lecture</a:t>
            </a:r>
            <a:r>
              <a:rPr sz="4400" b="1" spc="-80" dirty="0">
                <a:solidFill>
                  <a:srgbClr val="2F5597"/>
                </a:solidFill>
                <a:latin typeface="Calibri"/>
                <a:cs typeface="Calibri"/>
              </a:rPr>
              <a:t> </a:t>
            </a:r>
            <a:r>
              <a:rPr sz="4400" b="1" spc="-50" dirty="0">
                <a:solidFill>
                  <a:srgbClr val="2F5597"/>
                </a:solidFill>
                <a:latin typeface="Calibri"/>
                <a:cs typeface="Calibri"/>
              </a:rPr>
              <a:t>7</a:t>
            </a:r>
            <a:endParaRPr sz="4400" dirty="0">
              <a:latin typeface="Calibri"/>
              <a:cs typeface="Calibri"/>
            </a:endParaRPr>
          </a:p>
          <a:p>
            <a:pPr algn="ctr">
              <a:lnSpc>
                <a:spcPct val="100000"/>
              </a:lnSpc>
              <a:spcBef>
                <a:spcPts val="1500"/>
              </a:spcBef>
            </a:pPr>
            <a:r>
              <a:rPr sz="2800" spc="150" dirty="0">
                <a:latin typeface="Georgia"/>
                <a:cs typeface="Georgia"/>
              </a:rPr>
              <a:t>Dr.</a:t>
            </a:r>
            <a:r>
              <a:rPr sz="2800" spc="254" dirty="0">
                <a:latin typeface="Georgia"/>
                <a:cs typeface="Georgia"/>
              </a:rPr>
              <a:t> </a:t>
            </a:r>
            <a:r>
              <a:rPr lang="en-US" sz="2800" spc="254" dirty="0">
                <a:latin typeface="Georgia"/>
                <a:cs typeface="Georgia"/>
              </a:rPr>
              <a:t>Zahraa Ismail </a:t>
            </a:r>
            <a:endParaRPr sz="2800" dirty="0">
              <a:latin typeface="Georgia"/>
              <a:cs typeface="Georgia"/>
            </a:endParaRPr>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6" name="Picture 5">
            <a:extLst>
              <a:ext uri="{FF2B5EF4-FFF2-40B4-BE49-F238E27FC236}">
                <a16:creationId xmlns:a16="http://schemas.microsoft.com/office/drawing/2014/main" id="{F358EEAF-FE4D-4AC6-0D4F-C3D27E7DD8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9706" y="62074"/>
            <a:ext cx="2639293" cy="15809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0135392" y="6546452"/>
            <a:ext cx="73767" cy="117517"/>
          </a:xfrm>
          <a:prstGeom prst="rect">
            <a:avLst/>
          </a:prstGeom>
        </p:spPr>
        <p:txBody>
          <a:bodyPr vert="horz" wrap="square" lIns="0" tIns="5763" rIns="0" bIns="0" rtlCol="0">
            <a:spAutoFit/>
          </a:bodyPr>
          <a:lstStyle/>
          <a:p>
            <a:pPr marL="11527">
              <a:spcBef>
                <a:spcPts val="45"/>
              </a:spcBef>
            </a:pPr>
            <a:r>
              <a:rPr sz="726" spc="-45" dirty="0">
                <a:latin typeface="Arial MT"/>
                <a:cs typeface="Arial MT"/>
              </a:rPr>
              <a:t>3</a:t>
            </a:r>
            <a:endParaRPr sz="726">
              <a:latin typeface="Arial MT"/>
              <a:cs typeface="Arial MT"/>
            </a:endParaRPr>
          </a:p>
        </p:txBody>
      </p:sp>
      <p:sp>
        <p:nvSpPr>
          <p:cNvPr id="2" name="object 2"/>
          <p:cNvSpPr txBox="1">
            <a:spLocks noGrp="1"/>
          </p:cNvSpPr>
          <p:nvPr>
            <p:ph type="title"/>
          </p:nvPr>
        </p:nvSpPr>
        <p:spPr>
          <a:xfrm>
            <a:off x="2075713" y="558928"/>
            <a:ext cx="8759222" cy="611671"/>
          </a:xfrm>
          <a:prstGeom prst="rect">
            <a:avLst/>
          </a:prstGeom>
        </p:spPr>
        <p:txBody>
          <a:bodyPr vert="horz" wrap="square" lIns="0" tIns="10950" rIns="0" bIns="0" rtlCol="0">
            <a:spAutoFit/>
          </a:bodyPr>
          <a:lstStyle/>
          <a:p>
            <a:pPr marL="11527">
              <a:spcBef>
                <a:spcPts val="86"/>
              </a:spcBef>
            </a:pPr>
            <a:r>
              <a:rPr sz="3903" spc="-9" dirty="0"/>
              <a:t>Contents</a:t>
            </a:r>
            <a:endParaRPr sz="3903"/>
          </a:p>
        </p:txBody>
      </p:sp>
      <p:sp>
        <p:nvSpPr>
          <p:cNvPr id="3" name="object 3"/>
          <p:cNvSpPr txBox="1">
            <a:spLocks noGrp="1"/>
          </p:cNvSpPr>
          <p:nvPr>
            <p:ph type="body" idx="1"/>
          </p:nvPr>
        </p:nvSpPr>
        <p:spPr>
          <a:xfrm>
            <a:off x="1395388" y="1828800"/>
            <a:ext cx="9401223" cy="1739153"/>
          </a:xfrm>
          <a:prstGeom prst="rect">
            <a:avLst/>
          </a:prstGeom>
        </p:spPr>
        <p:txBody>
          <a:bodyPr vert="horz" wrap="square" lIns="0" tIns="10373" rIns="0" bIns="0" rtlCol="0">
            <a:spAutoFit/>
          </a:bodyPr>
          <a:lstStyle/>
          <a:p>
            <a:pPr marL="334269" indent="-322743">
              <a:spcBef>
                <a:spcPts val="82"/>
              </a:spcBef>
              <a:buChar char="•"/>
              <a:tabLst>
                <a:tab pos="334269" algn="l"/>
              </a:tabLst>
            </a:pPr>
            <a:r>
              <a:rPr dirty="0"/>
              <a:t>Risk</a:t>
            </a:r>
            <a:r>
              <a:rPr spc="-68" dirty="0"/>
              <a:t> </a:t>
            </a:r>
            <a:r>
              <a:rPr dirty="0"/>
              <a:t>Management</a:t>
            </a:r>
            <a:r>
              <a:rPr spc="50" dirty="0"/>
              <a:t> </a:t>
            </a:r>
            <a:r>
              <a:rPr spc="-9" dirty="0"/>
              <a:t>Process</a:t>
            </a:r>
          </a:p>
          <a:p>
            <a:pPr marL="331964" indent="-320437">
              <a:spcBef>
                <a:spcPts val="1743"/>
              </a:spcBef>
              <a:buChar char="•"/>
              <a:tabLst>
                <a:tab pos="331964" algn="l"/>
              </a:tabLst>
            </a:pPr>
            <a:r>
              <a:rPr u="heavy" dirty="0">
                <a:solidFill>
                  <a:srgbClr val="FF0000"/>
                </a:solidFill>
                <a:uFill>
                  <a:solidFill>
                    <a:srgbClr val="000000"/>
                  </a:solidFill>
                </a:uFill>
              </a:rPr>
              <a:t>Step</a:t>
            </a:r>
            <a:r>
              <a:rPr u="heavy" spc="77" dirty="0">
                <a:solidFill>
                  <a:srgbClr val="FF0000"/>
                </a:solidFill>
                <a:uFill>
                  <a:solidFill>
                    <a:srgbClr val="000000"/>
                  </a:solidFill>
                </a:uFill>
              </a:rPr>
              <a:t> </a:t>
            </a:r>
            <a:r>
              <a:rPr u="heavy" spc="82" dirty="0">
                <a:solidFill>
                  <a:srgbClr val="FF0000"/>
                </a:solidFill>
                <a:uFill>
                  <a:solidFill>
                    <a:srgbClr val="000000"/>
                  </a:solidFill>
                </a:uFill>
              </a:rPr>
              <a:t>1</a:t>
            </a:r>
            <a:r>
              <a:rPr u="heavy" spc="82" dirty="0">
                <a:uFill>
                  <a:solidFill>
                    <a:srgbClr val="000000"/>
                  </a:solidFill>
                </a:uFill>
              </a:rPr>
              <a:t>:</a:t>
            </a:r>
            <a:r>
              <a:rPr spc="45" dirty="0"/>
              <a:t> </a:t>
            </a:r>
            <a:r>
              <a:rPr spc="73" dirty="0"/>
              <a:t>Risk</a:t>
            </a:r>
            <a:r>
              <a:rPr spc="100" dirty="0"/>
              <a:t> </a:t>
            </a:r>
            <a:r>
              <a:rPr spc="95" dirty="0"/>
              <a:t>Identification</a:t>
            </a:r>
          </a:p>
          <a:p>
            <a:pPr marL="332540" indent="-321014">
              <a:spcBef>
                <a:spcPts val="1743"/>
              </a:spcBef>
              <a:buChar char="•"/>
              <a:tabLst>
                <a:tab pos="332540" algn="l"/>
              </a:tabLst>
            </a:pPr>
            <a:r>
              <a:rPr u="heavy" dirty="0">
                <a:solidFill>
                  <a:srgbClr val="FF0000"/>
                </a:solidFill>
                <a:uFill>
                  <a:solidFill>
                    <a:srgbClr val="000000"/>
                  </a:solidFill>
                </a:uFill>
              </a:rPr>
              <a:t>Step</a:t>
            </a:r>
            <a:r>
              <a:rPr u="heavy" spc="172" dirty="0">
                <a:solidFill>
                  <a:srgbClr val="FF0000"/>
                </a:solidFill>
                <a:uFill>
                  <a:solidFill>
                    <a:srgbClr val="000000"/>
                  </a:solidFill>
                </a:uFill>
              </a:rPr>
              <a:t> </a:t>
            </a:r>
            <a:r>
              <a:rPr u="heavy" dirty="0">
                <a:solidFill>
                  <a:srgbClr val="FF0000"/>
                </a:solidFill>
                <a:uFill>
                  <a:solidFill>
                    <a:srgbClr val="000000"/>
                  </a:solidFill>
                </a:uFill>
              </a:rPr>
              <a:t>2</a:t>
            </a:r>
            <a:r>
              <a:rPr u="heavy" dirty="0">
                <a:uFill>
                  <a:solidFill>
                    <a:srgbClr val="000000"/>
                  </a:solidFill>
                </a:uFill>
              </a:rPr>
              <a:t>:</a:t>
            </a:r>
            <a:r>
              <a:rPr spc="100" dirty="0"/>
              <a:t> </a:t>
            </a:r>
            <a:r>
              <a:rPr spc="86" dirty="0"/>
              <a:t>Risk</a:t>
            </a:r>
            <a:r>
              <a:rPr spc="54" dirty="0"/>
              <a:t> </a:t>
            </a:r>
            <a:r>
              <a:rPr spc="59" dirty="0"/>
              <a:t>Assessment</a:t>
            </a:r>
          </a:p>
        </p:txBody>
      </p:sp>
      <p:pic>
        <p:nvPicPr>
          <p:cNvPr id="7" name="Picture 6">
            <a:extLst>
              <a:ext uri="{FF2B5EF4-FFF2-40B4-BE49-F238E27FC236}">
                <a16:creationId xmlns:a16="http://schemas.microsoft.com/office/drawing/2014/main" id="{B21F4EB5-263F-5EF9-1896-EC8669424F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Risk</a:t>
            </a:r>
            <a:r>
              <a:rPr spc="114" dirty="0"/>
              <a:t> </a:t>
            </a:r>
            <a:r>
              <a:rPr spc="105" dirty="0"/>
              <a:t>Management</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a:t>
            </a:fld>
            <a:endParaRPr spc="-50" dirty="0"/>
          </a:p>
        </p:txBody>
      </p:sp>
      <p:sp>
        <p:nvSpPr>
          <p:cNvPr id="3" name="object 3"/>
          <p:cNvSpPr txBox="1"/>
          <p:nvPr/>
        </p:nvSpPr>
        <p:spPr>
          <a:xfrm>
            <a:off x="916939" y="1581403"/>
            <a:ext cx="10358120" cy="4749634"/>
          </a:xfrm>
          <a:prstGeom prst="rect">
            <a:avLst/>
          </a:prstGeom>
        </p:spPr>
        <p:txBody>
          <a:bodyPr vert="horz" wrap="square" lIns="0" tIns="53975" rIns="0" bIns="0" rtlCol="0">
            <a:spAutoFit/>
          </a:bodyPr>
          <a:lstStyle/>
          <a:p>
            <a:pPr marL="240029" marR="6350" indent="-227329" algn="just">
              <a:lnSpc>
                <a:spcPts val="2590"/>
              </a:lnSpc>
              <a:spcBef>
                <a:spcPts val="425"/>
              </a:spcBef>
              <a:buFont typeface="Arial MT"/>
              <a:buChar char="•"/>
              <a:tabLst>
                <a:tab pos="241300" algn="l"/>
              </a:tabLst>
            </a:pPr>
            <a:r>
              <a:rPr sz="2400" b="1" dirty="0">
                <a:latin typeface="Calibri"/>
                <a:cs typeface="Calibri"/>
              </a:rPr>
              <a:t>Risk:</a:t>
            </a:r>
            <a:r>
              <a:rPr sz="2400" b="1" spc="-40"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an</a:t>
            </a:r>
            <a:r>
              <a:rPr sz="2400" spc="-35" dirty="0">
                <a:latin typeface="Calibri"/>
                <a:cs typeface="Calibri"/>
              </a:rPr>
              <a:t> </a:t>
            </a:r>
            <a:r>
              <a:rPr sz="2400" dirty="0">
                <a:latin typeface="Calibri"/>
                <a:cs typeface="Calibri"/>
              </a:rPr>
              <a:t>uncertain</a:t>
            </a:r>
            <a:r>
              <a:rPr sz="2400" spc="-35" dirty="0">
                <a:latin typeface="Calibri"/>
                <a:cs typeface="Calibri"/>
              </a:rPr>
              <a:t> </a:t>
            </a:r>
            <a:r>
              <a:rPr sz="2400" dirty="0">
                <a:latin typeface="Calibri"/>
                <a:cs typeface="Calibri"/>
              </a:rPr>
              <a:t>event</a:t>
            </a:r>
            <a:r>
              <a:rPr sz="2400" spc="-40" dirty="0">
                <a:latin typeface="Calibri"/>
                <a:cs typeface="Calibri"/>
              </a:rPr>
              <a:t> </a:t>
            </a:r>
            <a:r>
              <a:rPr sz="2400" dirty="0">
                <a:latin typeface="Calibri"/>
                <a:cs typeface="Calibri"/>
              </a:rPr>
              <a:t>or</a:t>
            </a:r>
            <a:r>
              <a:rPr sz="2400" spc="-40" dirty="0">
                <a:latin typeface="Calibri"/>
                <a:cs typeface="Calibri"/>
              </a:rPr>
              <a:t> </a:t>
            </a:r>
            <a:r>
              <a:rPr sz="2400" dirty="0">
                <a:latin typeface="Calibri"/>
                <a:cs typeface="Calibri"/>
              </a:rPr>
              <a:t>condition</a:t>
            </a:r>
            <a:r>
              <a:rPr sz="2400" spc="-35" dirty="0">
                <a:latin typeface="Calibri"/>
                <a:cs typeface="Calibri"/>
              </a:rPr>
              <a:t> </a:t>
            </a:r>
            <a:r>
              <a:rPr sz="2400" dirty="0">
                <a:latin typeface="Calibri"/>
                <a:cs typeface="Calibri"/>
              </a:rPr>
              <a:t>that,</a:t>
            </a:r>
            <a:r>
              <a:rPr sz="2400" spc="-40" dirty="0">
                <a:latin typeface="Calibri"/>
                <a:cs typeface="Calibri"/>
              </a:rPr>
              <a:t> </a:t>
            </a:r>
            <a:r>
              <a:rPr sz="2400" dirty="0">
                <a:latin typeface="Calibri"/>
                <a:cs typeface="Calibri"/>
              </a:rPr>
              <a:t>if</a:t>
            </a:r>
            <a:r>
              <a:rPr sz="2400" spc="-35" dirty="0">
                <a:latin typeface="Calibri"/>
                <a:cs typeface="Calibri"/>
              </a:rPr>
              <a:t> </a:t>
            </a:r>
            <a:r>
              <a:rPr sz="2400" dirty="0">
                <a:latin typeface="Calibri"/>
                <a:cs typeface="Calibri"/>
              </a:rPr>
              <a:t>it</a:t>
            </a:r>
            <a:r>
              <a:rPr sz="2400" spc="-45" dirty="0">
                <a:latin typeface="Calibri"/>
                <a:cs typeface="Calibri"/>
              </a:rPr>
              <a:t> </a:t>
            </a:r>
            <a:r>
              <a:rPr sz="2400" dirty="0">
                <a:latin typeface="Calibri"/>
                <a:cs typeface="Calibri"/>
              </a:rPr>
              <a:t>occurs,</a:t>
            </a:r>
            <a:r>
              <a:rPr sz="2400" spc="-35" dirty="0">
                <a:latin typeface="Calibri"/>
                <a:cs typeface="Calibri"/>
              </a:rPr>
              <a:t> </a:t>
            </a:r>
            <a:r>
              <a:rPr sz="2400" dirty="0">
                <a:latin typeface="Calibri"/>
                <a:cs typeface="Calibri"/>
              </a:rPr>
              <a:t>has</a:t>
            </a:r>
            <a:r>
              <a:rPr sz="2400" spc="-40" dirty="0">
                <a:latin typeface="Calibri"/>
                <a:cs typeface="Calibri"/>
              </a:rPr>
              <a:t> </a:t>
            </a:r>
            <a:r>
              <a:rPr sz="2400" dirty="0">
                <a:latin typeface="Calibri"/>
                <a:cs typeface="Calibri"/>
              </a:rPr>
              <a:t>a</a:t>
            </a:r>
            <a:r>
              <a:rPr sz="2400" spc="-35" dirty="0">
                <a:latin typeface="Calibri"/>
                <a:cs typeface="Calibri"/>
              </a:rPr>
              <a:t> </a:t>
            </a:r>
            <a:r>
              <a:rPr sz="2400" dirty="0">
                <a:latin typeface="Calibri"/>
                <a:cs typeface="Calibri"/>
              </a:rPr>
              <a:t>positive</a:t>
            </a:r>
            <a:r>
              <a:rPr sz="2400" spc="-30" dirty="0">
                <a:latin typeface="Calibri"/>
                <a:cs typeface="Calibri"/>
              </a:rPr>
              <a:t> </a:t>
            </a:r>
            <a:r>
              <a:rPr sz="2400" dirty="0">
                <a:latin typeface="Calibri"/>
                <a:cs typeface="Calibri"/>
              </a:rPr>
              <a:t>or</a:t>
            </a:r>
            <a:r>
              <a:rPr sz="2400" spc="-35" dirty="0">
                <a:latin typeface="Calibri"/>
                <a:cs typeface="Calibri"/>
              </a:rPr>
              <a:t> </a:t>
            </a:r>
            <a:r>
              <a:rPr sz="2400" spc="-10" dirty="0">
                <a:latin typeface="Calibri"/>
                <a:cs typeface="Calibri"/>
              </a:rPr>
              <a:t>negative 	effect</a:t>
            </a:r>
            <a:r>
              <a:rPr sz="2400" spc="-50" dirty="0">
                <a:latin typeface="Calibri"/>
                <a:cs typeface="Calibri"/>
              </a:rPr>
              <a:t> </a:t>
            </a:r>
            <a:r>
              <a:rPr sz="2400" dirty="0">
                <a:latin typeface="Calibri"/>
                <a:cs typeface="Calibri"/>
              </a:rPr>
              <a:t>on</a:t>
            </a:r>
            <a:r>
              <a:rPr sz="2400" spc="-40" dirty="0">
                <a:latin typeface="Calibri"/>
                <a:cs typeface="Calibri"/>
              </a:rPr>
              <a:t> </a:t>
            </a:r>
            <a:r>
              <a:rPr sz="2400" dirty="0">
                <a:latin typeface="Calibri"/>
                <a:cs typeface="Calibri"/>
              </a:rPr>
              <a:t>project</a:t>
            </a:r>
            <a:r>
              <a:rPr sz="2400" spc="-50" dirty="0">
                <a:latin typeface="Calibri"/>
                <a:cs typeface="Calibri"/>
              </a:rPr>
              <a:t> </a:t>
            </a:r>
            <a:r>
              <a:rPr sz="2400" dirty="0">
                <a:latin typeface="Calibri"/>
                <a:cs typeface="Calibri"/>
              </a:rPr>
              <a:t>objectives.</a:t>
            </a:r>
            <a:r>
              <a:rPr sz="2400" spc="-50"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risk</a:t>
            </a:r>
            <a:r>
              <a:rPr sz="2400" spc="-45" dirty="0">
                <a:latin typeface="Calibri"/>
                <a:cs typeface="Calibri"/>
              </a:rPr>
              <a:t> </a:t>
            </a:r>
            <a:r>
              <a:rPr sz="2400" dirty="0">
                <a:latin typeface="Calibri"/>
                <a:cs typeface="Calibri"/>
              </a:rPr>
              <a:t>has</a:t>
            </a:r>
            <a:r>
              <a:rPr sz="2400" spc="-45" dirty="0">
                <a:latin typeface="Calibri"/>
                <a:cs typeface="Calibri"/>
              </a:rPr>
              <a:t> </a:t>
            </a:r>
            <a:r>
              <a:rPr sz="2400" dirty="0">
                <a:latin typeface="Calibri"/>
                <a:cs typeface="Calibri"/>
              </a:rPr>
              <a:t>a</a:t>
            </a:r>
            <a:r>
              <a:rPr sz="2400" spc="-40" dirty="0">
                <a:latin typeface="Calibri"/>
                <a:cs typeface="Calibri"/>
              </a:rPr>
              <a:t> </a:t>
            </a:r>
            <a:r>
              <a:rPr sz="2400" dirty="0">
                <a:latin typeface="Calibri"/>
                <a:cs typeface="Calibri"/>
              </a:rPr>
              <a:t>cause</a:t>
            </a:r>
            <a:r>
              <a:rPr sz="2400" spc="-40" dirty="0">
                <a:latin typeface="Calibri"/>
                <a:cs typeface="Calibri"/>
              </a:rPr>
              <a:t> </a:t>
            </a:r>
            <a:r>
              <a:rPr sz="2400" dirty="0">
                <a:latin typeface="Calibri"/>
                <a:cs typeface="Calibri"/>
              </a:rPr>
              <a:t>and,</a:t>
            </a:r>
            <a:r>
              <a:rPr sz="2400" spc="-40" dirty="0">
                <a:latin typeface="Calibri"/>
                <a:cs typeface="Calibri"/>
              </a:rPr>
              <a:t> </a:t>
            </a:r>
            <a:r>
              <a:rPr sz="2400" dirty="0">
                <a:latin typeface="Calibri"/>
                <a:cs typeface="Calibri"/>
              </a:rPr>
              <a:t>if</a:t>
            </a:r>
            <a:r>
              <a:rPr sz="2400" spc="-40" dirty="0">
                <a:latin typeface="Calibri"/>
                <a:cs typeface="Calibri"/>
              </a:rPr>
              <a:t> </a:t>
            </a:r>
            <a:r>
              <a:rPr sz="2400" dirty="0">
                <a:latin typeface="Calibri"/>
                <a:cs typeface="Calibri"/>
              </a:rPr>
              <a:t>it</a:t>
            </a:r>
            <a:r>
              <a:rPr sz="2400" spc="-50" dirty="0">
                <a:latin typeface="Calibri"/>
                <a:cs typeface="Calibri"/>
              </a:rPr>
              <a:t> </a:t>
            </a:r>
            <a:r>
              <a:rPr sz="2400" dirty="0">
                <a:latin typeface="Calibri"/>
                <a:cs typeface="Calibri"/>
              </a:rPr>
              <a:t>occurs,</a:t>
            </a:r>
            <a:r>
              <a:rPr sz="2400" spc="-40" dirty="0">
                <a:latin typeface="Calibri"/>
                <a:cs typeface="Calibri"/>
              </a:rPr>
              <a:t> </a:t>
            </a:r>
            <a:r>
              <a:rPr sz="2400" dirty="0">
                <a:latin typeface="Calibri"/>
                <a:cs typeface="Calibri"/>
              </a:rPr>
              <a:t>a</a:t>
            </a:r>
            <a:r>
              <a:rPr sz="2400" spc="-40" dirty="0">
                <a:latin typeface="Calibri"/>
                <a:cs typeface="Calibri"/>
              </a:rPr>
              <a:t> </a:t>
            </a:r>
            <a:r>
              <a:rPr sz="2400" spc="-10" dirty="0">
                <a:latin typeface="Calibri"/>
                <a:cs typeface="Calibri"/>
              </a:rPr>
              <a:t>consequence.</a:t>
            </a:r>
            <a:endParaRPr sz="2400" dirty="0">
              <a:latin typeface="Calibri"/>
              <a:cs typeface="Calibri"/>
            </a:endParaRPr>
          </a:p>
          <a:p>
            <a:pPr marL="240029" marR="5080" indent="-227329" algn="just">
              <a:lnSpc>
                <a:spcPct val="90300"/>
              </a:lnSpc>
              <a:spcBef>
                <a:spcPts val="869"/>
              </a:spcBef>
              <a:buFont typeface="Arial MT"/>
              <a:buChar char="•"/>
              <a:tabLst>
                <a:tab pos="241300" algn="l"/>
              </a:tabLst>
            </a:pPr>
            <a:r>
              <a:rPr sz="2400" dirty="0">
                <a:solidFill>
                  <a:srgbClr val="262EA4"/>
                </a:solidFill>
                <a:latin typeface="Calibri"/>
                <a:cs typeface="Calibri"/>
              </a:rPr>
              <a:t>Some</a:t>
            </a:r>
            <a:r>
              <a:rPr sz="2400" spc="245" dirty="0">
                <a:solidFill>
                  <a:srgbClr val="262EA4"/>
                </a:solidFill>
                <a:latin typeface="Calibri"/>
                <a:cs typeface="Calibri"/>
              </a:rPr>
              <a:t> </a:t>
            </a:r>
            <a:r>
              <a:rPr sz="2400" dirty="0">
                <a:solidFill>
                  <a:srgbClr val="262EA4"/>
                </a:solidFill>
                <a:latin typeface="Calibri"/>
                <a:cs typeface="Calibri"/>
              </a:rPr>
              <a:t>potential</a:t>
            </a:r>
            <a:r>
              <a:rPr sz="2400" spc="245" dirty="0">
                <a:solidFill>
                  <a:srgbClr val="262EA4"/>
                </a:solidFill>
                <a:latin typeface="Calibri"/>
                <a:cs typeface="Calibri"/>
              </a:rPr>
              <a:t> </a:t>
            </a:r>
            <a:r>
              <a:rPr sz="2400" dirty="0">
                <a:solidFill>
                  <a:srgbClr val="262EA4"/>
                </a:solidFill>
                <a:latin typeface="Calibri"/>
                <a:cs typeface="Calibri"/>
              </a:rPr>
              <a:t>risk</a:t>
            </a:r>
            <a:r>
              <a:rPr sz="2400" spc="245" dirty="0">
                <a:solidFill>
                  <a:srgbClr val="262EA4"/>
                </a:solidFill>
                <a:latin typeface="Calibri"/>
                <a:cs typeface="Calibri"/>
              </a:rPr>
              <a:t> </a:t>
            </a:r>
            <a:r>
              <a:rPr sz="2400" dirty="0">
                <a:solidFill>
                  <a:srgbClr val="262EA4"/>
                </a:solidFill>
                <a:latin typeface="Calibri"/>
                <a:cs typeface="Calibri"/>
              </a:rPr>
              <a:t>events</a:t>
            </a:r>
            <a:r>
              <a:rPr sz="2400" spc="250" dirty="0">
                <a:solidFill>
                  <a:srgbClr val="262EA4"/>
                </a:solidFill>
                <a:latin typeface="Calibri"/>
                <a:cs typeface="Calibri"/>
              </a:rPr>
              <a:t> </a:t>
            </a:r>
            <a:r>
              <a:rPr sz="2400" dirty="0">
                <a:solidFill>
                  <a:srgbClr val="262EA4"/>
                </a:solidFill>
                <a:latin typeface="Calibri"/>
                <a:cs typeface="Calibri"/>
              </a:rPr>
              <a:t>can</a:t>
            </a:r>
            <a:r>
              <a:rPr sz="2400" spc="245" dirty="0">
                <a:solidFill>
                  <a:srgbClr val="262EA4"/>
                </a:solidFill>
                <a:latin typeface="Calibri"/>
                <a:cs typeface="Calibri"/>
              </a:rPr>
              <a:t> </a:t>
            </a:r>
            <a:r>
              <a:rPr sz="2400" dirty="0">
                <a:solidFill>
                  <a:srgbClr val="262EA4"/>
                </a:solidFill>
                <a:latin typeface="Calibri"/>
                <a:cs typeface="Calibri"/>
              </a:rPr>
              <a:t>be</a:t>
            </a:r>
            <a:r>
              <a:rPr sz="2400" spc="250" dirty="0">
                <a:solidFill>
                  <a:srgbClr val="262EA4"/>
                </a:solidFill>
                <a:latin typeface="Calibri"/>
                <a:cs typeface="Calibri"/>
              </a:rPr>
              <a:t> </a:t>
            </a:r>
            <a:r>
              <a:rPr sz="2400" dirty="0">
                <a:solidFill>
                  <a:srgbClr val="262EA4"/>
                </a:solidFill>
                <a:latin typeface="Calibri"/>
                <a:cs typeface="Calibri"/>
              </a:rPr>
              <a:t>identified</a:t>
            </a:r>
            <a:r>
              <a:rPr sz="2400" spc="245" dirty="0">
                <a:solidFill>
                  <a:srgbClr val="262EA4"/>
                </a:solidFill>
                <a:latin typeface="Calibri"/>
                <a:cs typeface="Calibri"/>
              </a:rPr>
              <a:t> </a:t>
            </a:r>
            <a:r>
              <a:rPr sz="2400" dirty="0">
                <a:solidFill>
                  <a:srgbClr val="262EA4"/>
                </a:solidFill>
                <a:latin typeface="Calibri"/>
                <a:cs typeface="Calibri"/>
              </a:rPr>
              <a:t>before</a:t>
            </a:r>
            <a:r>
              <a:rPr sz="2400" spc="254" dirty="0">
                <a:solidFill>
                  <a:srgbClr val="262EA4"/>
                </a:solidFill>
                <a:latin typeface="Calibri"/>
                <a:cs typeface="Calibri"/>
              </a:rPr>
              <a:t> </a:t>
            </a:r>
            <a:r>
              <a:rPr sz="2400" dirty="0">
                <a:solidFill>
                  <a:srgbClr val="262EA4"/>
                </a:solidFill>
                <a:latin typeface="Calibri"/>
                <a:cs typeface="Calibri"/>
              </a:rPr>
              <a:t>the</a:t>
            </a:r>
            <a:r>
              <a:rPr sz="2400" spc="250" dirty="0">
                <a:solidFill>
                  <a:srgbClr val="262EA4"/>
                </a:solidFill>
                <a:latin typeface="Calibri"/>
                <a:cs typeface="Calibri"/>
              </a:rPr>
              <a:t> </a:t>
            </a:r>
            <a:r>
              <a:rPr sz="2400" dirty="0">
                <a:solidFill>
                  <a:srgbClr val="262EA4"/>
                </a:solidFill>
                <a:latin typeface="Calibri"/>
                <a:cs typeface="Calibri"/>
              </a:rPr>
              <a:t>project</a:t>
            </a:r>
            <a:r>
              <a:rPr sz="2400" spc="235" dirty="0">
                <a:solidFill>
                  <a:srgbClr val="262EA4"/>
                </a:solidFill>
                <a:latin typeface="Calibri"/>
                <a:cs typeface="Calibri"/>
              </a:rPr>
              <a:t> </a:t>
            </a:r>
            <a:r>
              <a:rPr sz="2400" dirty="0">
                <a:solidFill>
                  <a:srgbClr val="262EA4"/>
                </a:solidFill>
                <a:latin typeface="Calibri"/>
                <a:cs typeface="Calibri"/>
              </a:rPr>
              <a:t>starts;</a:t>
            </a:r>
            <a:r>
              <a:rPr sz="2400" spc="245" dirty="0">
                <a:solidFill>
                  <a:srgbClr val="262EA4"/>
                </a:solidFill>
                <a:latin typeface="Calibri"/>
                <a:cs typeface="Calibri"/>
              </a:rPr>
              <a:t> </a:t>
            </a:r>
            <a:r>
              <a:rPr sz="2400" dirty="0">
                <a:solidFill>
                  <a:srgbClr val="262EA4"/>
                </a:solidFill>
                <a:latin typeface="Calibri"/>
                <a:cs typeface="Calibri"/>
              </a:rPr>
              <a:t>such</a:t>
            </a:r>
            <a:r>
              <a:rPr sz="2400" spc="250" dirty="0">
                <a:solidFill>
                  <a:srgbClr val="262EA4"/>
                </a:solidFill>
                <a:latin typeface="Calibri"/>
                <a:cs typeface="Calibri"/>
              </a:rPr>
              <a:t> </a:t>
            </a:r>
            <a:r>
              <a:rPr sz="2400" spc="-25" dirty="0">
                <a:solidFill>
                  <a:srgbClr val="262EA4"/>
                </a:solidFill>
                <a:latin typeface="Calibri"/>
                <a:cs typeface="Calibri"/>
              </a:rPr>
              <a:t>as: 	</a:t>
            </a:r>
            <a:r>
              <a:rPr sz="2400" dirty="0">
                <a:solidFill>
                  <a:srgbClr val="262EA4"/>
                </a:solidFill>
                <a:latin typeface="Calibri"/>
                <a:cs typeface="Calibri"/>
              </a:rPr>
              <a:t>equipment</a:t>
            </a:r>
            <a:r>
              <a:rPr sz="2400" spc="135" dirty="0">
                <a:solidFill>
                  <a:srgbClr val="262EA4"/>
                </a:solidFill>
                <a:latin typeface="Calibri"/>
                <a:cs typeface="Calibri"/>
              </a:rPr>
              <a:t>  </a:t>
            </a:r>
            <a:r>
              <a:rPr sz="2400" dirty="0">
                <a:solidFill>
                  <a:srgbClr val="262EA4"/>
                </a:solidFill>
                <a:latin typeface="Calibri"/>
                <a:cs typeface="Calibri"/>
              </a:rPr>
              <a:t>malfunction</a:t>
            </a:r>
            <a:r>
              <a:rPr sz="2400" spc="145" dirty="0">
                <a:solidFill>
                  <a:srgbClr val="262EA4"/>
                </a:solidFill>
                <a:latin typeface="Calibri"/>
                <a:cs typeface="Calibri"/>
              </a:rPr>
              <a:t>  </a:t>
            </a:r>
            <a:r>
              <a:rPr sz="2400" dirty="0">
                <a:solidFill>
                  <a:srgbClr val="262EA4"/>
                </a:solidFill>
                <a:latin typeface="Calibri"/>
                <a:cs typeface="Calibri"/>
              </a:rPr>
              <a:t>or</a:t>
            </a:r>
            <a:r>
              <a:rPr sz="2400" spc="140" dirty="0">
                <a:solidFill>
                  <a:srgbClr val="262EA4"/>
                </a:solidFill>
                <a:latin typeface="Calibri"/>
                <a:cs typeface="Calibri"/>
              </a:rPr>
              <a:t>  </a:t>
            </a:r>
            <a:r>
              <a:rPr sz="2400" dirty="0">
                <a:solidFill>
                  <a:srgbClr val="262EA4"/>
                </a:solidFill>
                <a:latin typeface="Calibri"/>
                <a:cs typeface="Calibri"/>
              </a:rPr>
              <a:t>change</a:t>
            </a:r>
            <a:r>
              <a:rPr sz="2400" spc="140" dirty="0">
                <a:solidFill>
                  <a:srgbClr val="262EA4"/>
                </a:solidFill>
                <a:latin typeface="Calibri"/>
                <a:cs typeface="Calibri"/>
              </a:rPr>
              <a:t>  </a:t>
            </a:r>
            <a:r>
              <a:rPr sz="2400" dirty="0">
                <a:solidFill>
                  <a:srgbClr val="262EA4"/>
                </a:solidFill>
                <a:latin typeface="Calibri"/>
                <a:cs typeface="Calibri"/>
              </a:rPr>
              <a:t>in</a:t>
            </a:r>
            <a:r>
              <a:rPr sz="2400" spc="140" dirty="0">
                <a:solidFill>
                  <a:srgbClr val="262EA4"/>
                </a:solidFill>
                <a:latin typeface="Calibri"/>
                <a:cs typeface="Calibri"/>
              </a:rPr>
              <a:t>  </a:t>
            </a:r>
            <a:r>
              <a:rPr sz="2400" dirty="0">
                <a:solidFill>
                  <a:srgbClr val="262EA4"/>
                </a:solidFill>
                <a:latin typeface="Calibri"/>
                <a:cs typeface="Calibri"/>
              </a:rPr>
              <a:t>technical</a:t>
            </a:r>
            <a:r>
              <a:rPr sz="2400" spc="140" dirty="0">
                <a:solidFill>
                  <a:srgbClr val="262EA4"/>
                </a:solidFill>
                <a:latin typeface="Calibri"/>
                <a:cs typeface="Calibri"/>
              </a:rPr>
              <a:t>  </a:t>
            </a:r>
            <a:r>
              <a:rPr sz="2400" dirty="0">
                <a:solidFill>
                  <a:srgbClr val="262EA4"/>
                </a:solidFill>
                <a:latin typeface="Calibri"/>
                <a:cs typeface="Calibri"/>
              </a:rPr>
              <a:t>requirements.</a:t>
            </a:r>
            <a:r>
              <a:rPr sz="2400" spc="135" dirty="0">
                <a:solidFill>
                  <a:srgbClr val="262EA4"/>
                </a:solidFill>
                <a:latin typeface="Calibri"/>
                <a:cs typeface="Calibri"/>
              </a:rPr>
              <a:t>  </a:t>
            </a:r>
            <a:r>
              <a:rPr sz="2400" dirty="0">
                <a:solidFill>
                  <a:srgbClr val="262EA4"/>
                </a:solidFill>
                <a:latin typeface="Calibri"/>
                <a:cs typeface="Calibri"/>
              </a:rPr>
              <a:t>Risks</a:t>
            </a:r>
            <a:r>
              <a:rPr sz="2400" spc="140" dirty="0">
                <a:solidFill>
                  <a:srgbClr val="262EA4"/>
                </a:solidFill>
                <a:latin typeface="Calibri"/>
                <a:cs typeface="Calibri"/>
              </a:rPr>
              <a:t>  </a:t>
            </a:r>
            <a:r>
              <a:rPr sz="2400" dirty="0">
                <a:solidFill>
                  <a:srgbClr val="262EA4"/>
                </a:solidFill>
                <a:latin typeface="Calibri"/>
                <a:cs typeface="Calibri"/>
              </a:rPr>
              <a:t>can</a:t>
            </a:r>
            <a:r>
              <a:rPr sz="2400" spc="135" dirty="0">
                <a:solidFill>
                  <a:srgbClr val="262EA4"/>
                </a:solidFill>
                <a:latin typeface="Calibri"/>
                <a:cs typeface="Calibri"/>
              </a:rPr>
              <a:t>  </a:t>
            </a:r>
            <a:r>
              <a:rPr sz="2400" spc="-25" dirty="0">
                <a:solidFill>
                  <a:srgbClr val="262EA4"/>
                </a:solidFill>
                <a:latin typeface="Calibri"/>
                <a:cs typeface="Calibri"/>
              </a:rPr>
              <a:t>be 	</a:t>
            </a:r>
            <a:r>
              <a:rPr sz="2400" dirty="0">
                <a:solidFill>
                  <a:srgbClr val="262EA4"/>
                </a:solidFill>
                <a:latin typeface="Calibri"/>
                <a:cs typeface="Calibri"/>
              </a:rPr>
              <a:t>anticipated</a:t>
            </a:r>
            <a:r>
              <a:rPr sz="2400" spc="65" dirty="0">
                <a:solidFill>
                  <a:srgbClr val="262EA4"/>
                </a:solidFill>
                <a:latin typeface="Calibri"/>
                <a:cs typeface="Calibri"/>
              </a:rPr>
              <a:t> </a:t>
            </a:r>
            <a:r>
              <a:rPr sz="2400" dirty="0">
                <a:solidFill>
                  <a:srgbClr val="262EA4"/>
                </a:solidFill>
                <a:latin typeface="Calibri"/>
                <a:cs typeface="Calibri"/>
              </a:rPr>
              <a:t>consequences,</a:t>
            </a:r>
            <a:r>
              <a:rPr sz="2400" spc="60" dirty="0">
                <a:solidFill>
                  <a:srgbClr val="262EA4"/>
                </a:solidFill>
                <a:latin typeface="Calibri"/>
                <a:cs typeface="Calibri"/>
              </a:rPr>
              <a:t> </a:t>
            </a:r>
            <a:r>
              <a:rPr sz="2400" dirty="0">
                <a:solidFill>
                  <a:srgbClr val="262EA4"/>
                </a:solidFill>
                <a:latin typeface="Calibri"/>
                <a:cs typeface="Calibri"/>
              </a:rPr>
              <a:t>like</a:t>
            </a:r>
            <a:r>
              <a:rPr sz="2400" spc="65" dirty="0">
                <a:solidFill>
                  <a:srgbClr val="262EA4"/>
                </a:solidFill>
                <a:latin typeface="Calibri"/>
                <a:cs typeface="Calibri"/>
              </a:rPr>
              <a:t> </a:t>
            </a:r>
            <a:r>
              <a:rPr sz="2400" dirty="0">
                <a:solidFill>
                  <a:srgbClr val="262EA4"/>
                </a:solidFill>
                <a:latin typeface="Calibri"/>
                <a:cs typeface="Calibri"/>
              </a:rPr>
              <a:t>schedule</a:t>
            </a:r>
            <a:r>
              <a:rPr sz="2400" spc="75" dirty="0">
                <a:solidFill>
                  <a:srgbClr val="262EA4"/>
                </a:solidFill>
                <a:latin typeface="Calibri"/>
                <a:cs typeface="Calibri"/>
              </a:rPr>
              <a:t> </a:t>
            </a:r>
            <a:r>
              <a:rPr sz="2400" dirty="0">
                <a:solidFill>
                  <a:srgbClr val="262EA4"/>
                </a:solidFill>
                <a:latin typeface="Calibri"/>
                <a:cs typeface="Calibri"/>
              </a:rPr>
              <a:t>slippages</a:t>
            </a:r>
            <a:r>
              <a:rPr sz="2400" spc="65" dirty="0">
                <a:solidFill>
                  <a:srgbClr val="262EA4"/>
                </a:solidFill>
                <a:latin typeface="Calibri"/>
                <a:cs typeface="Calibri"/>
              </a:rPr>
              <a:t> </a:t>
            </a:r>
            <a:r>
              <a:rPr sz="2400" dirty="0">
                <a:solidFill>
                  <a:srgbClr val="262EA4"/>
                </a:solidFill>
                <a:latin typeface="Calibri"/>
                <a:cs typeface="Calibri"/>
              </a:rPr>
              <a:t>or</a:t>
            </a:r>
            <a:r>
              <a:rPr sz="2400" spc="65" dirty="0">
                <a:solidFill>
                  <a:srgbClr val="262EA4"/>
                </a:solidFill>
                <a:latin typeface="Calibri"/>
                <a:cs typeface="Calibri"/>
              </a:rPr>
              <a:t> </a:t>
            </a:r>
            <a:r>
              <a:rPr sz="2400" dirty="0">
                <a:solidFill>
                  <a:srgbClr val="262EA4"/>
                </a:solidFill>
                <a:latin typeface="Calibri"/>
                <a:cs typeface="Calibri"/>
              </a:rPr>
              <a:t>cost</a:t>
            </a:r>
            <a:r>
              <a:rPr sz="2400" spc="60" dirty="0">
                <a:solidFill>
                  <a:srgbClr val="262EA4"/>
                </a:solidFill>
                <a:latin typeface="Calibri"/>
                <a:cs typeface="Calibri"/>
              </a:rPr>
              <a:t> </a:t>
            </a:r>
            <a:r>
              <a:rPr sz="2400" dirty="0">
                <a:solidFill>
                  <a:srgbClr val="262EA4"/>
                </a:solidFill>
                <a:latin typeface="Calibri"/>
                <a:cs typeface="Calibri"/>
              </a:rPr>
              <a:t>overruns.</a:t>
            </a:r>
            <a:r>
              <a:rPr sz="2400" spc="60" dirty="0">
                <a:solidFill>
                  <a:srgbClr val="262EA4"/>
                </a:solidFill>
                <a:latin typeface="Calibri"/>
                <a:cs typeface="Calibri"/>
              </a:rPr>
              <a:t> </a:t>
            </a:r>
            <a:r>
              <a:rPr sz="2400" dirty="0">
                <a:solidFill>
                  <a:srgbClr val="262EA4"/>
                </a:solidFill>
                <a:latin typeface="Calibri"/>
                <a:cs typeface="Calibri"/>
              </a:rPr>
              <a:t>Other</a:t>
            </a:r>
            <a:r>
              <a:rPr sz="2400" spc="65" dirty="0">
                <a:solidFill>
                  <a:srgbClr val="262EA4"/>
                </a:solidFill>
                <a:latin typeface="Calibri"/>
                <a:cs typeface="Calibri"/>
              </a:rPr>
              <a:t> </a:t>
            </a:r>
            <a:r>
              <a:rPr sz="2400" spc="-10" dirty="0">
                <a:solidFill>
                  <a:srgbClr val="262EA4"/>
                </a:solidFill>
                <a:latin typeface="Calibri"/>
                <a:cs typeface="Calibri"/>
              </a:rPr>
              <a:t>times, 	</a:t>
            </a:r>
            <a:r>
              <a:rPr sz="2400" dirty="0">
                <a:solidFill>
                  <a:srgbClr val="262EA4"/>
                </a:solidFill>
                <a:latin typeface="Calibri"/>
                <a:cs typeface="Calibri"/>
              </a:rPr>
              <a:t>risks</a:t>
            </a:r>
            <a:r>
              <a:rPr sz="2400" spc="-65" dirty="0">
                <a:solidFill>
                  <a:srgbClr val="262EA4"/>
                </a:solidFill>
                <a:latin typeface="Calibri"/>
                <a:cs typeface="Calibri"/>
              </a:rPr>
              <a:t> </a:t>
            </a:r>
            <a:r>
              <a:rPr sz="2400" dirty="0">
                <a:solidFill>
                  <a:srgbClr val="262EA4"/>
                </a:solidFill>
                <a:latin typeface="Calibri"/>
                <a:cs typeface="Calibri"/>
              </a:rPr>
              <a:t>can</a:t>
            </a:r>
            <a:r>
              <a:rPr sz="2400" spc="-65" dirty="0">
                <a:solidFill>
                  <a:srgbClr val="262EA4"/>
                </a:solidFill>
                <a:latin typeface="Calibri"/>
                <a:cs typeface="Calibri"/>
              </a:rPr>
              <a:t> </a:t>
            </a:r>
            <a:r>
              <a:rPr sz="2400" dirty="0">
                <a:solidFill>
                  <a:srgbClr val="262EA4"/>
                </a:solidFill>
                <a:latin typeface="Calibri"/>
                <a:cs typeface="Calibri"/>
              </a:rPr>
              <a:t>be</a:t>
            </a:r>
            <a:r>
              <a:rPr sz="2400" spc="-65" dirty="0">
                <a:solidFill>
                  <a:srgbClr val="262EA4"/>
                </a:solidFill>
                <a:latin typeface="Calibri"/>
                <a:cs typeface="Calibri"/>
              </a:rPr>
              <a:t> </a:t>
            </a:r>
            <a:r>
              <a:rPr sz="2400" dirty="0">
                <a:solidFill>
                  <a:srgbClr val="262EA4"/>
                </a:solidFill>
                <a:latin typeface="Calibri"/>
                <a:cs typeface="Calibri"/>
              </a:rPr>
              <a:t>beyond</a:t>
            </a:r>
            <a:r>
              <a:rPr sz="2400" spc="-65" dirty="0">
                <a:solidFill>
                  <a:srgbClr val="262EA4"/>
                </a:solidFill>
                <a:latin typeface="Calibri"/>
                <a:cs typeface="Calibri"/>
              </a:rPr>
              <a:t> </a:t>
            </a:r>
            <a:r>
              <a:rPr sz="2400" dirty="0">
                <a:solidFill>
                  <a:srgbClr val="262EA4"/>
                </a:solidFill>
                <a:latin typeface="Calibri"/>
                <a:cs typeface="Calibri"/>
              </a:rPr>
              <a:t>imagination</a:t>
            </a:r>
            <a:r>
              <a:rPr sz="2400" spc="-70" dirty="0">
                <a:solidFill>
                  <a:srgbClr val="262EA4"/>
                </a:solidFill>
                <a:latin typeface="Calibri"/>
                <a:cs typeface="Calibri"/>
              </a:rPr>
              <a:t> </a:t>
            </a:r>
            <a:r>
              <a:rPr sz="2400" dirty="0">
                <a:solidFill>
                  <a:srgbClr val="262EA4"/>
                </a:solidFill>
                <a:latin typeface="Calibri"/>
                <a:cs typeface="Calibri"/>
              </a:rPr>
              <a:t>like</a:t>
            </a:r>
            <a:r>
              <a:rPr sz="2400" spc="-65" dirty="0">
                <a:solidFill>
                  <a:srgbClr val="262EA4"/>
                </a:solidFill>
                <a:latin typeface="Calibri"/>
                <a:cs typeface="Calibri"/>
              </a:rPr>
              <a:t> </a:t>
            </a:r>
            <a:r>
              <a:rPr sz="2400" dirty="0">
                <a:solidFill>
                  <a:srgbClr val="262EA4"/>
                </a:solidFill>
                <a:latin typeface="Calibri"/>
                <a:cs typeface="Calibri"/>
              </a:rPr>
              <a:t>the</a:t>
            </a:r>
            <a:r>
              <a:rPr sz="2400" spc="-60" dirty="0">
                <a:solidFill>
                  <a:srgbClr val="262EA4"/>
                </a:solidFill>
                <a:latin typeface="Calibri"/>
                <a:cs typeface="Calibri"/>
              </a:rPr>
              <a:t> </a:t>
            </a:r>
            <a:r>
              <a:rPr sz="2400" dirty="0">
                <a:solidFill>
                  <a:srgbClr val="262EA4"/>
                </a:solidFill>
                <a:latin typeface="Calibri"/>
                <a:cs typeface="Calibri"/>
              </a:rPr>
              <a:t>Covid19</a:t>
            </a:r>
            <a:r>
              <a:rPr sz="2400" spc="-70" dirty="0">
                <a:solidFill>
                  <a:srgbClr val="262EA4"/>
                </a:solidFill>
                <a:latin typeface="Calibri"/>
                <a:cs typeface="Calibri"/>
              </a:rPr>
              <a:t> </a:t>
            </a:r>
            <a:r>
              <a:rPr sz="2400" spc="-10" dirty="0">
                <a:solidFill>
                  <a:srgbClr val="262EA4"/>
                </a:solidFill>
                <a:latin typeface="Calibri"/>
                <a:cs typeface="Calibri"/>
              </a:rPr>
              <a:t>international</a:t>
            </a:r>
            <a:r>
              <a:rPr sz="2400" spc="-65" dirty="0">
                <a:solidFill>
                  <a:srgbClr val="262EA4"/>
                </a:solidFill>
                <a:latin typeface="Calibri"/>
                <a:cs typeface="Calibri"/>
              </a:rPr>
              <a:t> </a:t>
            </a:r>
            <a:r>
              <a:rPr sz="2400" spc="-10" dirty="0">
                <a:solidFill>
                  <a:srgbClr val="262EA4"/>
                </a:solidFill>
                <a:latin typeface="Calibri"/>
                <a:cs typeface="Calibri"/>
              </a:rPr>
              <a:t>pandemic.</a:t>
            </a:r>
            <a:endParaRPr sz="2400" dirty="0">
              <a:latin typeface="Calibri"/>
              <a:cs typeface="Calibri"/>
            </a:endParaRPr>
          </a:p>
          <a:p>
            <a:pPr marL="240029" marR="5715" indent="-227329" algn="just">
              <a:lnSpc>
                <a:spcPct val="90400"/>
              </a:lnSpc>
              <a:spcBef>
                <a:spcPts val="994"/>
              </a:spcBef>
              <a:buFont typeface="Arial MT"/>
              <a:buChar char="•"/>
              <a:tabLst>
                <a:tab pos="241300" algn="l"/>
              </a:tabLst>
            </a:pPr>
            <a:r>
              <a:rPr sz="2400" dirty="0">
                <a:latin typeface="Calibri"/>
                <a:cs typeface="Calibri"/>
              </a:rPr>
              <a:t>While</a:t>
            </a:r>
            <a:r>
              <a:rPr sz="2400" spc="50" dirty="0">
                <a:latin typeface="Calibri"/>
                <a:cs typeface="Calibri"/>
              </a:rPr>
              <a:t> </a:t>
            </a:r>
            <a:r>
              <a:rPr sz="2400" dirty="0">
                <a:latin typeface="Calibri"/>
                <a:cs typeface="Calibri"/>
              </a:rPr>
              <a:t>risks</a:t>
            </a:r>
            <a:r>
              <a:rPr sz="2400" spc="60" dirty="0">
                <a:latin typeface="Calibri"/>
                <a:cs typeface="Calibri"/>
              </a:rPr>
              <a:t> </a:t>
            </a:r>
            <a:r>
              <a:rPr sz="2400" dirty="0">
                <a:latin typeface="Calibri"/>
                <a:cs typeface="Calibri"/>
              </a:rPr>
              <a:t>can</a:t>
            </a:r>
            <a:r>
              <a:rPr sz="2400" spc="55" dirty="0">
                <a:latin typeface="Calibri"/>
                <a:cs typeface="Calibri"/>
              </a:rPr>
              <a:t> </a:t>
            </a:r>
            <a:r>
              <a:rPr sz="2400" dirty="0">
                <a:latin typeface="Calibri"/>
                <a:cs typeface="Calibri"/>
              </a:rPr>
              <a:t>have</a:t>
            </a:r>
            <a:r>
              <a:rPr sz="2400" spc="65" dirty="0">
                <a:latin typeface="Calibri"/>
                <a:cs typeface="Calibri"/>
              </a:rPr>
              <a:t> </a:t>
            </a:r>
            <a:r>
              <a:rPr sz="2400" dirty="0">
                <a:latin typeface="Calibri"/>
                <a:cs typeface="Calibri"/>
              </a:rPr>
              <a:t>(+ve)</a:t>
            </a:r>
            <a:r>
              <a:rPr sz="2400" spc="50" dirty="0">
                <a:latin typeface="Calibri"/>
                <a:cs typeface="Calibri"/>
              </a:rPr>
              <a:t> </a:t>
            </a:r>
            <a:r>
              <a:rPr sz="2400" dirty="0">
                <a:latin typeface="Calibri"/>
                <a:cs typeface="Calibri"/>
              </a:rPr>
              <a:t>consequences;</a:t>
            </a:r>
            <a:r>
              <a:rPr sz="2400" spc="55" dirty="0">
                <a:latin typeface="Calibri"/>
                <a:cs typeface="Calibri"/>
              </a:rPr>
              <a:t> </a:t>
            </a:r>
            <a:r>
              <a:rPr sz="2400" dirty="0">
                <a:latin typeface="Calibri"/>
                <a:cs typeface="Calibri"/>
              </a:rPr>
              <a:t>such</a:t>
            </a:r>
            <a:r>
              <a:rPr sz="2400" spc="55" dirty="0">
                <a:latin typeface="Calibri"/>
                <a:cs typeface="Calibri"/>
              </a:rPr>
              <a:t> </a:t>
            </a:r>
            <a:r>
              <a:rPr sz="2400" dirty="0">
                <a:latin typeface="Calibri"/>
                <a:cs typeface="Calibri"/>
              </a:rPr>
              <a:t>as:</a:t>
            </a:r>
            <a:r>
              <a:rPr sz="2400" spc="55" dirty="0">
                <a:latin typeface="Calibri"/>
                <a:cs typeface="Calibri"/>
              </a:rPr>
              <a:t> </a:t>
            </a:r>
            <a:r>
              <a:rPr sz="2400" dirty="0">
                <a:latin typeface="Calibri"/>
                <a:cs typeface="Calibri"/>
              </a:rPr>
              <a:t>unexpected</a:t>
            </a:r>
            <a:r>
              <a:rPr sz="2400" spc="55" dirty="0">
                <a:latin typeface="Calibri"/>
                <a:cs typeface="Calibri"/>
              </a:rPr>
              <a:t> </a:t>
            </a:r>
            <a:r>
              <a:rPr sz="2400" dirty="0">
                <a:latin typeface="Calibri"/>
                <a:cs typeface="Calibri"/>
              </a:rPr>
              <a:t>price</a:t>
            </a:r>
            <a:r>
              <a:rPr sz="2400" spc="60" dirty="0">
                <a:latin typeface="Calibri"/>
                <a:cs typeface="Calibri"/>
              </a:rPr>
              <a:t> </a:t>
            </a:r>
            <a:r>
              <a:rPr sz="2400" dirty="0">
                <a:latin typeface="Calibri"/>
                <a:cs typeface="Calibri"/>
              </a:rPr>
              <a:t>reduction</a:t>
            </a:r>
            <a:r>
              <a:rPr sz="2400" spc="60" dirty="0">
                <a:latin typeface="Calibri"/>
                <a:cs typeface="Calibri"/>
              </a:rPr>
              <a:t> </a:t>
            </a:r>
            <a:r>
              <a:rPr sz="2400" spc="-25" dirty="0">
                <a:latin typeface="Calibri"/>
                <a:cs typeface="Calibri"/>
              </a:rPr>
              <a:t>in 	</a:t>
            </a:r>
            <a:r>
              <a:rPr sz="2400" dirty="0">
                <a:latin typeface="Calibri"/>
                <a:cs typeface="Calibri"/>
              </a:rPr>
              <a:t>materials,</a:t>
            </a:r>
            <a:r>
              <a:rPr sz="2400" spc="155" dirty="0">
                <a:latin typeface="Calibri"/>
                <a:cs typeface="Calibri"/>
              </a:rPr>
              <a:t> </a:t>
            </a:r>
            <a:r>
              <a:rPr sz="2400" dirty="0">
                <a:latin typeface="Calibri"/>
                <a:cs typeface="Calibri"/>
              </a:rPr>
              <a:t>our</a:t>
            </a:r>
            <a:r>
              <a:rPr sz="2400" spc="155" dirty="0">
                <a:latin typeface="Calibri"/>
                <a:cs typeface="Calibri"/>
              </a:rPr>
              <a:t> </a:t>
            </a:r>
            <a:r>
              <a:rPr sz="2400" dirty="0">
                <a:latin typeface="Calibri"/>
                <a:cs typeface="Calibri"/>
              </a:rPr>
              <a:t>primary</a:t>
            </a:r>
            <a:r>
              <a:rPr sz="2400" spc="155" dirty="0">
                <a:latin typeface="Calibri"/>
                <a:cs typeface="Calibri"/>
              </a:rPr>
              <a:t> </a:t>
            </a:r>
            <a:r>
              <a:rPr sz="2400" dirty="0">
                <a:latin typeface="Calibri"/>
                <a:cs typeface="Calibri"/>
              </a:rPr>
              <a:t>focus</a:t>
            </a:r>
            <a:r>
              <a:rPr sz="2400" spc="150" dirty="0">
                <a:latin typeface="Calibri"/>
                <a:cs typeface="Calibri"/>
              </a:rPr>
              <a:t> </a:t>
            </a:r>
            <a:r>
              <a:rPr sz="2400" dirty="0">
                <a:latin typeface="Calibri"/>
                <a:cs typeface="Calibri"/>
              </a:rPr>
              <a:t>is</a:t>
            </a:r>
            <a:r>
              <a:rPr sz="2400" spc="150" dirty="0">
                <a:latin typeface="Calibri"/>
                <a:cs typeface="Calibri"/>
              </a:rPr>
              <a:t> </a:t>
            </a:r>
            <a:r>
              <a:rPr sz="2400" dirty="0">
                <a:latin typeface="Calibri"/>
                <a:cs typeface="Calibri"/>
              </a:rPr>
              <a:t>on</a:t>
            </a:r>
            <a:r>
              <a:rPr sz="2400" spc="155" dirty="0">
                <a:latin typeface="Calibri"/>
                <a:cs typeface="Calibri"/>
              </a:rPr>
              <a:t> </a:t>
            </a:r>
            <a:r>
              <a:rPr sz="2400" dirty="0">
                <a:latin typeface="Calibri"/>
                <a:cs typeface="Calibri"/>
              </a:rPr>
              <a:t>what</a:t>
            </a:r>
            <a:r>
              <a:rPr sz="2400" spc="150" dirty="0">
                <a:latin typeface="Calibri"/>
                <a:cs typeface="Calibri"/>
              </a:rPr>
              <a:t> </a:t>
            </a:r>
            <a:r>
              <a:rPr sz="2400" dirty="0">
                <a:latin typeface="Calibri"/>
                <a:cs typeface="Calibri"/>
              </a:rPr>
              <a:t>can</a:t>
            </a:r>
            <a:r>
              <a:rPr sz="2400" spc="155" dirty="0">
                <a:latin typeface="Calibri"/>
                <a:cs typeface="Calibri"/>
              </a:rPr>
              <a:t> </a:t>
            </a:r>
            <a:r>
              <a:rPr sz="2400" dirty="0">
                <a:latin typeface="Calibri"/>
                <a:cs typeface="Calibri"/>
              </a:rPr>
              <a:t>go</a:t>
            </a:r>
            <a:r>
              <a:rPr sz="2400" spc="150" dirty="0">
                <a:latin typeface="Calibri"/>
                <a:cs typeface="Calibri"/>
              </a:rPr>
              <a:t> </a:t>
            </a:r>
            <a:r>
              <a:rPr sz="2400" dirty="0">
                <a:latin typeface="Calibri"/>
                <a:cs typeface="Calibri"/>
              </a:rPr>
              <a:t>wrong</a:t>
            </a:r>
            <a:r>
              <a:rPr sz="2400" spc="150" dirty="0">
                <a:latin typeface="Calibri"/>
                <a:cs typeface="Calibri"/>
              </a:rPr>
              <a:t> </a:t>
            </a:r>
            <a:r>
              <a:rPr sz="2400" dirty="0">
                <a:latin typeface="Calibri"/>
                <a:cs typeface="Calibri"/>
              </a:rPr>
              <a:t>and</a:t>
            </a:r>
            <a:r>
              <a:rPr sz="2400" spc="155" dirty="0">
                <a:latin typeface="Calibri"/>
                <a:cs typeface="Calibri"/>
              </a:rPr>
              <a:t> </a:t>
            </a:r>
            <a:r>
              <a:rPr sz="2400" dirty="0">
                <a:latin typeface="Calibri"/>
                <a:cs typeface="Calibri"/>
              </a:rPr>
              <a:t>the</a:t>
            </a:r>
            <a:r>
              <a:rPr sz="2400" spc="160" dirty="0">
                <a:latin typeface="Calibri"/>
                <a:cs typeface="Calibri"/>
              </a:rPr>
              <a:t> </a:t>
            </a:r>
            <a:r>
              <a:rPr sz="2400" dirty="0">
                <a:latin typeface="Calibri"/>
                <a:cs typeface="Calibri"/>
              </a:rPr>
              <a:t>risk</a:t>
            </a:r>
            <a:r>
              <a:rPr sz="2400" spc="150" dirty="0">
                <a:latin typeface="Calibri"/>
                <a:cs typeface="Calibri"/>
              </a:rPr>
              <a:t> </a:t>
            </a:r>
            <a:r>
              <a:rPr sz="2400" spc="-10" dirty="0">
                <a:latin typeface="Calibri"/>
                <a:cs typeface="Calibri"/>
              </a:rPr>
              <a:t>management 	process.</a:t>
            </a:r>
            <a:endParaRPr sz="2400" dirty="0">
              <a:latin typeface="Calibri"/>
              <a:cs typeface="Calibri"/>
            </a:endParaRPr>
          </a:p>
          <a:p>
            <a:pPr marL="240029" marR="5080" indent="-227329" algn="just">
              <a:lnSpc>
                <a:spcPct val="90300"/>
              </a:lnSpc>
              <a:spcBef>
                <a:spcPts val="1000"/>
              </a:spcBef>
              <a:buFont typeface="Arial MT"/>
              <a:buChar char="•"/>
              <a:tabLst>
                <a:tab pos="241300" algn="l"/>
              </a:tabLst>
            </a:pPr>
            <a:r>
              <a:rPr sz="2400" dirty="0">
                <a:solidFill>
                  <a:srgbClr val="262EA4"/>
                </a:solidFill>
                <a:latin typeface="Calibri"/>
                <a:cs typeface="Calibri"/>
              </a:rPr>
              <a:t>Risk</a:t>
            </a:r>
            <a:r>
              <a:rPr sz="2400" spc="515" dirty="0">
                <a:solidFill>
                  <a:srgbClr val="262EA4"/>
                </a:solidFill>
                <a:latin typeface="Calibri"/>
                <a:cs typeface="Calibri"/>
              </a:rPr>
              <a:t> </a:t>
            </a:r>
            <a:r>
              <a:rPr sz="2400" dirty="0">
                <a:solidFill>
                  <a:srgbClr val="262EA4"/>
                </a:solidFill>
                <a:latin typeface="Calibri"/>
                <a:cs typeface="Calibri"/>
              </a:rPr>
              <a:t>management</a:t>
            </a:r>
            <a:r>
              <a:rPr sz="2400" spc="515" dirty="0">
                <a:solidFill>
                  <a:srgbClr val="262EA4"/>
                </a:solidFill>
                <a:latin typeface="Calibri"/>
                <a:cs typeface="Calibri"/>
              </a:rPr>
              <a:t> </a:t>
            </a:r>
            <a:r>
              <a:rPr sz="2400" dirty="0">
                <a:solidFill>
                  <a:srgbClr val="262EA4"/>
                </a:solidFill>
                <a:latin typeface="Calibri"/>
                <a:cs typeface="Calibri"/>
              </a:rPr>
              <a:t>identifies</a:t>
            </a:r>
            <a:r>
              <a:rPr sz="2400" spc="520" dirty="0">
                <a:solidFill>
                  <a:srgbClr val="262EA4"/>
                </a:solidFill>
                <a:latin typeface="Calibri"/>
                <a:cs typeface="Calibri"/>
              </a:rPr>
              <a:t> </a:t>
            </a:r>
            <a:r>
              <a:rPr sz="2400" dirty="0">
                <a:solidFill>
                  <a:srgbClr val="262EA4"/>
                </a:solidFill>
                <a:latin typeface="Calibri"/>
                <a:cs typeface="Calibri"/>
              </a:rPr>
              <a:t>as</a:t>
            </a:r>
            <a:r>
              <a:rPr sz="2400" spc="515" dirty="0">
                <a:solidFill>
                  <a:srgbClr val="262EA4"/>
                </a:solidFill>
                <a:latin typeface="Calibri"/>
                <a:cs typeface="Calibri"/>
              </a:rPr>
              <a:t> </a:t>
            </a:r>
            <a:r>
              <a:rPr sz="2400" dirty="0">
                <a:solidFill>
                  <a:srgbClr val="262EA4"/>
                </a:solidFill>
                <a:latin typeface="Calibri"/>
                <a:cs typeface="Calibri"/>
              </a:rPr>
              <a:t>many</a:t>
            </a:r>
            <a:r>
              <a:rPr sz="2400" spc="525" dirty="0">
                <a:solidFill>
                  <a:srgbClr val="262EA4"/>
                </a:solidFill>
                <a:latin typeface="Calibri"/>
                <a:cs typeface="Calibri"/>
              </a:rPr>
              <a:t> </a:t>
            </a:r>
            <a:r>
              <a:rPr sz="2400" dirty="0">
                <a:solidFill>
                  <a:srgbClr val="262EA4"/>
                </a:solidFill>
                <a:latin typeface="Calibri"/>
                <a:cs typeface="Calibri"/>
              </a:rPr>
              <a:t>risk</a:t>
            </a:r>
            <a:r>
              <a:rPr sz="2400" spc="515" dirty="0">
                <a:solidFill>
                  <a:srgbClr val="262EA4"/>
                </a:solidFill>
                <a:latin typeface="Calibri"/>
                <a:cs typeface="Calibri"/>
              </a:rPr>
              <a:t> </a:t>
            </a:r>
            <a:r>
              <a:rPr sz="2400" dirty="0">
                <a:solidFill>
                  <a:srgbClr val="262EA4"/>
                </a:solidFill>
                <a:latin typeface="Calibri"/>
                <a:cs typeface="Calibri"/>
              </a:rPr>
              <a:t>events</a:t>
            </a:r>
            <a:r>
              <a:rPr sz="2400" spc="520" dirty="0">
                <a:solidFill>
                  <a:srgbClr val="262EA4"/>
                </a:solidFill>
                <a:latin typeface="Calibri"/>
                <a:cs typeface="Calibri"/>
              </a:rPr>
              <a:t> </a:t>
            </a:r>
            <a:r>
              <a:rPr sz="2400" dirty="0">
                <a:solidFill>
                  <a:srgbClr val="262EA4"/>
                </a:solidFill>
                <a:latin typeface="Calibri"/>
                <a:cs typeface="Calibri"/>
              </a:rPr>
              <a:t>as</a:t>
            </a:r>
            <a:r>
              <a:rPr sz="2400" spc="515" dirty="0">
                <a:solidFill>
                  <a:srgbClr val="262EA4"/>
                </a:solidFill>
                <a:latin typeface="Calibri"/>
                <a:cs typeface="Calibri"/>
              </a:rPr>
              <a:t> </a:t>
            </a:r>
            <a:r>
              <a:rPr sz="2400" dirty="0">
                <a:solidFill>
                  <a:srgbClr val="262EA4"/>
                </a:solidFill>
                <a:latin typeface="Calibri"/>
                <a:cs typeface="Calibri"/>
              </a:rPr>
              <a:t>possible,</a:t>
            </a:r>
            <a:r>
              <a:rPr sz="2400" spc="520" dirty="0">
                <a:solidFill>
                  <a:srgbClr val="262EA4"/>
                </a:solidFill>
                <a:latin typeface="Calibri"/>
                <a:cs typeface="Calibri"/>
              </a:rPr>
              <a:t> </a:t>
            </a:r>
            <a:r>
              <a:rPr sz="2400" dirty="0">
                <a:solidFill>
                  <a:srgbClr val="262EA4"/>
                </a:solidFill>
                <a:latin typeface="Calibri"/>
                <a:cs typeface="Calibri"/>
              </a:rPr>
              <a:t>minimizes</a:t>
            </a:r>
            <a:r>
              <a:rPr sz="2400" spc="530" dirty="0">
                <a:solidFill>
                  <a:srgbClr val="262EA4"/>
                </a:solidFill>
                <a:latin typeface="Calibri"/>
                <a:cs typeface="Calibri"/>
              </a:rPr>
              <a:t> </a:t>
            </a:r>
            <a:r>
              <a:rPr sz="2400" spc="-10" dirty="0">
                <a:solidFill>
                  <a:srgbClr val="262EA4"/>
                </a:solidFill>
                <a:latin typeface="Calibri"/>
                <a:cs typeface="Calibri"/>
              </a:rPr>
              <a:t>their 	</a:t>
            </a:r>
            <a:r>
              <a:rPr sz="2400" dirty="0">
                <a:solidFill>
                  <a:srgbClr val="262EA4"/>
                </a:solidFill>
                <a:latin typeface="Calibri"/>
                <a:cs typeface="Calibri"/>
              </a:rPr>
              <a:t>impact,</a:t>
            </a:r>
            <a:r>
              <a:rPr sz="2400" spc="490" dirty="0">
                <a:solidFill>
                  <a:srgbClr val="262EA4"/>
                </a:solidFill>
                <a:latin typeface="Calibri"/>
                <a:cs typeface="Calibri"/>
              </a:rPr>
              <a:t> </a:t>
            </a:r>
            <a:r>
              <a:rPr sz="2400" dirty="0">
                <a:solidFill>
                  <a:srgbClr val="262EA4"/>
                </a:solidFill>
                <a:latin typeface="Calibri"/>
                <a:cs typeface="Calibri"/>
              </a:rPr>
              <a:t>manages</a:t>
            </a:r>
            <a:r>
              <a:rPr sz="2400" spc="500" dirty="0">
                <a:solidFill>
                  <a:srgbClr val="262EA4"/>
                </a:solidFill>
                <a:latin typeface="Calibri"/>
                <a:cs typeface="Calibri"/>
              </a:rPr>
              <a:t> </a:t>
            </a:r>
            <a:r>
              <a:rPr sz="2400" dirty="0">
                <a:solidFill>
                  <a:srgbClr val="262EA4"/>
                </a:solidFill>
                <a:latin typeface="Calibri"/>
                <a:cs typeface="Calibri"/>
              </a:rPr>
              <a:t>responses</a:t>
            </a:r>
            <a:r>
              <a:rPr sz="2400" spc="500" dirty="0">
                <a:solidFill>
                  <a:srgbClr val="262EA4"/>
                </a:solidFill>
                <a:latin typeface="Calibri"/>
                <a:cs typeface="Calibri"/>
              </a:rPr>
              <a:t> </a:t>
            </a:r>
            <a:r>
              <a:rPr sz="2400" dirty="0">
                <a:solidFill>
                  <a:srgbClr val="262EA4"/>
                </a:solidFill>
                <a:latin typeface="Calibri"/>
                <a:cs typeface="Calibri"/>
              </a:rPr>
              <a:t>to</a:t>
            </a:r>
            <a:r>
              <a:rPr sz="2400" spc="490" dirty="0">
                <a:solidFill>
                  <a:srgbClr val="262EA4"/>
                </a:solidFill>
                <a:latin typeface="Calibri"/>
                <a:cs typeface="Calibri"/>
              </a:rPr>
              <a:t> </a:t>
            </a:r>
            <a:r>
              <a:rPr sz="2400" dirty="0">
                <a:solidFill>
                  <a:srgbClr val="262EA4"/>
                </a:solidFill>
                <a:latin typeface="Calibri"/>
                <a:cs typeface="Calibri"/>
              </a:rPr>
              <a:t>those</a:t>
            </a:r>
            <a:r>
              <a:rPr sz="2400" spc="505" dirty="0">
                <a:solidFill>
                  <a:srgbClr val="262EA4"/>
                </a:solidFill>
                <a:latin typeface="Calibri"/>
                <a:cs typeface="Calibri"/>
              </a:rPr>
              <a:t> </a:t>
            </a:r>
            <a:r>
              <a:rPr sz="2400" dirty="0">
                <a:solidFill>
                  <a:srgbClr val="262EA4"/>
                </a:solidFill>
                <a:latin typeface="Calibri"/>
                <a:cs typeface="Calibri"/>
              </a:rPr>
              <a:t>events</a:t>
            </a:r>
            <a:r>
              <a:rPr sz="2400" spc="500" dirty="0">
                <a:solidFill>
                  <a:srgbClr val="262EA4"/>
                </a:solidFill>
                <a:latin typeface="Calibri"/>
                <a:cs typeface="Calibri"/>
              </a:rPr>
              <a:t> </a:t>
            </a:r>
            <a:r>
              <a:rPr sz="2400" dirty="0">
                <a:solidFill>
                  <a:srgbClr val="262EA4"/>
                </a:solidFill>
                <a:latin typeface="Calibri"/>
                <a:cs typeface="Calibri"/>
              </a:rPr>
              <a:t>that</a:t>
            </a:r>
            <a:r>
              <a:rPr sz="2400" spc="490" dirty="0">
                <a:solidFill>
                  <a:srgbClr val="262EA4"/>
                </a:solidFill>
                <a:latin typeface="Calibri"/>
                <a:cs typeface="Calibri"/>
              </a:rPr>
              <a:t> </a:t>
            </a:r>
            <a:r>
              <a:rPr sz="2400" dirty="0">
                <a:solidFill>
                  <a:srgbClr val="262EA4"/>
                </a:solidFill>
                <a:latin typeface="Calibri"/>
                <a:cs typeface="Calibri"/>
              </a:rPr>
              <a:t>do</a:t>
            </a:r>
            <a:r>
              <a:rPr sz="2400" spc="495" dirty="0">
                <a:solidFill>
                  <a:srgbClr val="262EA4"/>
                </a:solidFill>
                <a:latin typeface="Calibri"/>
                <a:cs typeface="Calibri"/>
              </a:rPr>
              <a:t> </a:t>
            </a:r>
            <a:r>
              <a:rPr sz="2400" dirty="0">
                <a:solidFill>
                  <a:srgbClr val="262EA4"/>
                </a:solidFill>
                <a:latin typeface="Calibri"/>
                <a:cs typeface="Calibri"/>
              </a:rPr>
              <a:t>materialize</a:t>
            </a:r>
            <a:r>
              <a:rPr sz="2400" spc="505" dirty="0">
                <a:solidFill>
                  <a:srgbClr val="262EA4"/>
                </a:solidFill>
                <a:latin typeface="Calibri"/>
                <a:cs typeface="Calibri"/>
              </a:rPr>
              <a:t> </a:t>
            </a:r>
            <a:r>
              <a:rPr sz="2400" spc="-10" dirty="0">
                <a:solidFill>
                  <a:srgbClr val="262EA4"/>
                </a:solidFill>
                <a:latin typeface="Calibri"/>
                <a:cs typeface="Calibri"/>
              </a:rPr>
              <a:t>(contingency 	</a:t>
            </a:r>
            <a:r>
              <a:rPr sz="2400" dirty="0">
                <a:solidFill>
                  <a:srgbClr val="262EA4"/>
                </a:solidFill>
                <a:latin typeface="Calibri"/>
                <a:cs typeface="Calibri"/>
              </a:rPr>
              <a:t>plans),</a:t>
            </a:r>
            <a:r>
              <a:rPr sz="2400" spc="170" dirty="0">
                <a:solidFill>
                  <a:srgbClr val="262EA4"/>
                </a:solidFill>
                <a:latin typeface="Calibri"/>
                <a:cs typeface="Calibri"/>
              </a:rPr>
              <a:t>  </a:t>
            </a:r>
            <a:r>
              <a:rPr sz="2400" dirty="0">
                <a:solidFill>
                  <a:srgbClr val="262EA4"/>
                </a:solidFill>
                <a:latin typeface="Calibri"/>
                <a:cs typeface="Calibri"/>
              </a:rPr>
              <a:t>and</a:t>
            </a:r>
            <a:r>
              <a:rPr sz="2400" spc="170" dirty="0">
                <a:solidFill>
                  <a:srgbClr val="262EA4"/>
                </a:solidFill>
                <a:latin typeface="Calibri"/>
                <a:cs typeface="Calibri"/>
              </a:rPr>
              <a:t>  </a:t>
            </a:r>
            <a:r>
              <a:rPr sz="2400" dirty="0">
                <a:solidFill>
                  <a:srgbClr val="262EA4"/>
                </a:solidFill>
                <a:latin typeface="Calibri"/>
                <a:cs typeface="Calibri"/>
              </a:rPr>
              <a:t>provides</a:t>
            </a:r>
            <a:r>
              <a:rPr sz="2400" spc="170" dirty="0">
                <a:solidFill>
                  <a:srgbClr val="262EA4"/>
                </a:solidFill>
                <a:latin typeface="Calibri"/>
                <a:cs typeface="Calibri"/>
              </a:rPr>
              <a:t>  </a:t>
            </a:r>
            <a:r>
              <a:rPr sz="2400" dirty="0">
                <a:solidFill>
                  <a:srgbClr val="262EA4"/>
                </a:solidFill>
                <a:latin typeface="Calibri"/>
                <a:cs typeface="Calibri"/>
              </a:rPr>
              <a:t>contingency</a:t>
            </a:r>
            <a:r>
              <a:rPr sz="2400" spc="165" dirty="0">
                <a:solidFill>
                  <a:srgbClr val="262EA4"/>
                </a:solidFill>
                <a:latin typeface="Calibri"/>
                <a:cs typeface="Calibri"/>
              </a:rPr>
              <a:t>  </a:t>
            </a:r>
            <a:r>
              <a:rPr sz="2400" dirty="0">
                <a:solidFill>
                  <a:srgbClr val="262EA4"/>
                </a:solidFill>
                <a:latin typeface="Calibri"/>
                <a:cs typeface="Calibri"/>
              </a:rPr>
              <a:t>funds</a:t>
            </a:r>
            <a:r>
              <a:rPr sz="2400" spc="170" dirty="0">
                <a:solidFill>
                  <a:srgbClr val="262EA4"/>
                </a:solidFill>
                <a:latin typeface="Calibri"/>
                <a:cs typeface="Calibri"/>
              </a:rPr>
              <a:t>  </a:t>
            </a:r>
            <a:r>
              <a:rPr sz="2400" dirty="0">
                <a:solidFill>
                  <a:srgbClr val="262EA4"/>
                </a:solidFill>
                <a:latin typeface="Calibri"/>
                <a:cs typeface="Calibri"/>
              </a:rPr>
              <a:t>to</a:t>
            </a:r>
            <a:r>
              <a:rPr sz="2400" spc="170" dirty="0">
                <a:solidFill>
                  <a:srgbClr val="262EA4"/>
                </a:solidFill>
                <a:latin typeface="Calibri"/>
                <a:cs typeface="Calibri"/>
              </a:rPr>
              <a:t>  </a:t>
            </a:r>
            <a:r>
              <a:rPr sz="2400" dirty="0">
                <a:solidFill>
                  <a:srgbClr val="262EA4"/>
                </a:solidFill>
                <a:latin typeface="Calibri"/>
                <a:cs typeface="Calibri"/>
              </a:rPr>
              <a:t>cover</a:t>
            </a:r>
            <a:r>
              <a:rPr sz="2400" spc="170" dirty="0">
                <a:solidFill>
                  <a:srgbClr val="262EA4"/>
                </a:solidFill>
                <a:latin typeface="Calibri"/>
                <a:cs typeface="Calibri"/>
              </a:rPr>
              <a:t>  </a:t>
            </a:r>
            <a:r>
              <a:rPr sz="2400" dirty="0">
                <a:solidFill>
                  <a:srgbClr val="262EA4"/>
                </a:solidFill>
                <a:latin typeface="Calibri"/>
                <a:cs typeface="Calibri"/>
              </a:rPr>
              <a:t>risk</a:t>
            </a:r>
            <a:r>
              <a:rPr sz="2400" spc="170" dirty="0">
                <a:solidFill>
                  <a:srgbClr val="262EA4"/>
                </a:solidFill>
                <a:latin typeface="Calibri"/>
                <a:cs typeface="Calibri"/>
              </a:rPr>
              <a:t>  </a:t>
            </a:r>
            <a:r>
              <a:rPr sz="2400" dirty="0">
                <a:solidFill>
                  <a:srgbClr val="262EA4"/>
                </a:solidFill>
                <a:latin typeface="Calibri"/>
                <a:cs typeface="Calibri"/>
              </a:rPr>
              <a:t>events</a:t>
            </a:r>
            <a:r>
              <a:rPr sz="2400" spc="165" dirty="0">
                <a:solidFill>
                  <a:srgbClr val="262EA4"/>
                </a:solidFill>
                <a:latin typeface="Calibri"/>
                <a:cs typeface="Calibri"/>
              </a:rPr>
              <a:t>  </a:t>
            </a:r>
            <a:r>
              <a:rPr sz="2400" dirty="0">
                <a:solidFill>
                  <a:srgbClr val="262EA4"/>
                </a:solidFill>
                <a:latin typeface="Calibri"/>
                <a:cs typeface="Calibri"/>
              </a:rPr>
              <a:t>that</a:t>
            </a:r>
            <a:r>
              <a:rPr sz="2400" spc="170" dirty="0">
                <a:solidFill>
                  <a:srgbClr val="262EA4"/>
                </a:solidFill>
                <a:latin typeface="Calibri"/>
                <a:cs typeface="Calibri"/>
              </a:rPr>
              <a:t>  </a:t>
            </a:r>
            <a:r>
              <a:rPr sz="2400" spc="-10" dirty="0">
                <a:solidFill>
                  <a:srgbClr val="262EA4"/>
                </a:solidFill>
                <a:latin typeface="Calibri"/>
                <a:cs typeface="Calibri"/>
              </a:rPr>
              <a:t>actually 	materialize.</a:t>
            </a:r>
            <a:endParaRPr sz="2400" dirty="0">
              <a:latin typeface="Calibri"/>
              <a:cs typeface="Calibri"/>
            </a:endParaRPr>
          </a:p>
        </p:txBody>
      </p:sp>
      <p:pic>
        <p:nvPicPr>
          <p:cNvPr id="5" name="Picture 4">
            <a:extLst>
              <a:ext uri="{FF2B5EF4-FFF2-40B4-BE49-F238E27FC236}">
                <a16:creationId xmlns:a16="http://schemas.microsoft.com/office/drawing/2014/main" id="{C6FAFBB5-E78B-61D6-EFBB-320F39CB4A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Risk</a:t>
            </a:r>
            <a:r>
              <a:rPr spc="114" dirty="0"/>
              <a:t> Management</a:t>
            </a:r>
            <a:r>
              <a:rPr spc="120" dirty="0"/>
              <a:t> </a:t>
            </a:r>
            <a:r>
              <a:rPr spc="90" dirty="0"/>
              <a:t>Process</a:t>
            </a:r>
            <a:r>
              <a:rPr spc="125" dirty="0"/>
              <a:t> </a:t>
            </a:r>
            <a:r>
              <a:rPr sz="1950" spc="-10" dirty="0"/>
              <a:t>(1/2)</a:t>
            </a:r>
            <a:endParaRPr sz="1950"/>
          </a:p>
        </p:txBody>
      </p:sp>
      <p:pic>
        <p:nvPicPr>
          <p:cNvPr id="3" name="object 3"/>
          <p:cNvPicPr/>
          <p:nvPr/>
        </p:nvPicPr>
        <p:blipFill>
          <a:blip r:embed="rId3" cstate="print"/>
          <a:stretch>
            <a:fillRect/>
          </a:stretch>
        </p:blipFill>
        <p:spPr>
          <a:xfrm>
            <a:off x="5240604" y="1847850"/>
            <a:ext cx="6951395" cy="4351337"/>
          </a:xfrm>
          <a:prstGeom prst="rect">
            <a:avLst/>
          </a:prstGeom>
        </p:spPr>
      </p:pic>
      <p:sp>
        <p:nvSpPr>
          <p:cNvPr id="4" name="object 4"/>
          <p:cNvSpPr txBox="1"/>
          <p:nvPr/>
        </p:nvSpPr>
        <p:spPr>
          <a:xfrm>
            <a:off x="8115986" y="6150355"/>
            <a:ext cx="161988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Risk</a:t>
            </a:r>
            <a:r>
              <a:rPr sz="1800" b="1" spc="-60" dirty="0">
                <a:latin typeface="Calibri"/>
                <a:cs typeface="Calibri"/>
              </a:rPr>
              <a:t> </a:t>
            </a:r>
            <a:r>
              <a:rPr sz="1800" b="1" dirty="0">
                <a:latin typeface="Calibri"/>
                <a:cs typeface="Calibri"/>
              </a:rPr>
              <a:t>Event</a:t>
            </a:r>
            <a:r>
              <a:rPr sz="1800" b="1" spc="-60" dirty="0">
                <a:latin typeface="Calibri"/>
                <a:cs typeface="Calibri"/>
              </a:rPr>
              <a:t> </a:t>
            </a:r>
            <a:r>
              <a:rPr sz="1800" b="1" spc="-20" dirty="0">
                <a:latin typeface="Calibri"/>
                <a:cs typeface="Calibri"/>
              </a:rPr>
              <a:t>Graph</a:t>
            </a:r>
            <a:endParaRPr sz="18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4</a:t>
            </a:fld>
            <a:endParaRPr spc="-50" dirty="0"/>
          </a:p>
        </p:txBody>
      </p:sp>
      <p:sp>
        <p:nvSpPr>
          <p:cNvPr id="5" name="object 5"/>
          <p:cNvSpPr txBox="1"/>
          <p:nvPr/>
        </p:nvSpPr>
        <p:spPr>
          <a:xfrm>
            <a:off x="398779" y="1662684"/>
            <a:ext cx="4763135" cy="4292600"/>
          </a:xfrm>
          <a:prstGeom prst="rect">
            <a:avLst/>
          </a:prstGeom>
        </p:spPr>
        <p:txBody>
          <a:bodyPr vert="horz" wrap="square" lIns="0" tIns="12700" rIns="0" bIns="0" rtlCol="0">
            <a:spAutoFit/>
          </a:bodyPr>
          <a:lstStyle/>
          <a:p>
            <a:pPr marL="229870" marR="5080" indent="-217170" algn="just">
              <a:lnSpc>
                <a:spcPct val="100000"/>
              </a:lnSpc>
              <a:spcBef>
                <a:spcPts val="100"/>
              </a:spcBef>
              <a:buFont typeface="Arial MT"/>
              <a:buChar char="•"/>
              <a:tabLst>
                <a:tab pos="231775" algn="l"/>
              </a:tabLst>
            </a:pPr>
            <a:r>
              <a:rPr sz="2000" dirty="0">
                <a:latin typeface="Calibri"/>
                <a:cs typeface="Calibri"/>
              </a:rPr>
              <a:t>Risk</a:t>
            </a:r>
            <a:r>
              <a:rPr sz="2000" spc="275" dirty="0">
                <a:latin typeface="Calibri"/>
                <a:cs typeface="Calibri"/>
              </a:rPr>
              <a:t> </a:t>
            </a:r>
            <a:r>
              <a:rPr sz="2000" dirty="0">
                <a:latin typeface="Calibri"/>
                <a:cs typeface="Calibri"/>
              </a:rPr>
              <a:t>management</a:t>
            </a:r>
            <a:r>
              <a:rPr sz="2000" spc="275" dirty="0">
                <a:latin typeface="Calibri"/>
                <a:cs typeface="Calibri"/>
              </a:rPr>
              <a:t> </a:t>
            </a:r>
            <a:r>
              <a:rPr sz="2000" dirty="0">
                <a:latin typeface="Calibri"/>
                <a:cs typeface="Calibri"/>
              </a:rPr>
              <a:t>is</a:t>
            </a:r>
            <a:r>
              <a:rPr sz="2000" spc="275" dirty="0">
                <a:latin typeface="Calibri"/>
                <a:cs typeface="Calibri"/>
              </a:rPr>
              <a:t> </a:t>
            </a:r>
            <a:r>
              <a:rPr sz="2000" dirty="0">
                <a:latin typeface="Calibri"/>
                <a:cs typeface="Calibri"/>
              </a:rPr>
              <a:t>a</a:t>
            </a:r>
            <a:r>
              <a:rPr sz="2000" spc="280" dirty="0">
                <a:latin typeface="Calibri"/>
                <a:cs typeface="Calibri"/>
              </a:rPr>
              <a:t> </a:t>
            </a:r>
            <a:r>
              <a:rPr sz="2000" b="1" i="1" u="sng" dirty="0">
                <a:solidFill>
                  <a:srgbClr val="C00000"/>
                </a:solidFill>
                <a:uFill>
                  <a:solidFill>
                    <a:srgbClr val="C00000"/>
                  </a:solidFill>
                </a:uFill>
                <a:latin typeface="Calibri"/>
                <a:cs typeface="Calibri"/>
              </a:rPr>
              <a:t>proactive</a:t>
            </a:r>
            <a:r>
              <a:rPr sz="2000" b="1" i="1" spc="275" dirty="0">
                <a:solidFill>
                  <a:srgbClr val="C00000"/>
                </a:solidFill>
                <a:latin typeface="Calibri"/>
                <a:cs typeface="Calibri"/>
              </a:rPr>
              <a:t> </a:t>
            </a:r>
            <a:r>
              <a:rPr sz="2000" spc="-10" dirty="0">
                <a:latin typeface="Calibri"/>
                <a:cs typeface="Calibri"/>
              </a:rPr>
              <a:t>approach 	</a:t>
            </a:r>
            <a:r>
              <a:rPr sz="2000" dirty="0">
                <a:latin typeface="Calibri"/>
                <a:cs typeface="Calibri"/>
              </a:rPr>
              <a:t>rather</a:t>
            </a:r>
            <a:r>
              <a:rPr sz="2000" spc="170" dirty="0">
                <a:latin typeface="Calibri"/>
                <a:cs typeface="Calibri"/>
              </a:rPr>
              <a:t>  </a:t>
            </a:r>
            <a:r>
              <a:rPr sz="2000" dirty="0">
                <a:latin typeface="Calibri"/>
                <a:cs typeface="Calibri"/>
              </a:rPr>
              <a:t>than</a:t>
            </a:r>
            <a:r>
              <a:rPr sz="2000" spc="170" dirty="0">
                <a:latin typeface="Calibri"/>
                <a:cs typeface="Calibri"/>
              </a:rPr>
              <a:t>  </a:t>
            </a:r>
            <a:r>
              <a:rPr sz="2000" dirty="0">
                <a:latin typeface="Calibri"/>
                <a:cs typeface="Calibri"/>
              </a:rPr>
              <a:t>reactive.</a:t>
            </a:r>
            <a:r>
              <a:rPr sz="2000" spc="170" dirty="0">
                <a:latin typeface="Calibri"/>
                <a:cs typeface="Calibri"/>
              </a:rPr>
              <a:t>  </a:t>
            </a:r>
            <a:r>
              <a:rPr sz="2000" dirty="0">
                <a:latin typeface="Calibri"/>
                <a:cs typeface="Calibri"/>
              </a:rPr>
              <a:t>It</a:t>
            </a:r>
            <a:r>
              <a:rPr sz="2000" spc="175" dirty="0">
                <a:latin typeface="Calibri"/>
                <a:cs typeface="Calibri"/>
              </a:rPr>
              <a:t>  </a:t>
            </a:r>
            <a:r>
              <a:rPr sz="2000" dirty="0">
                <a:latin typeface="Calibri"/>
                <a:cs typeface="Calibri"/>
              </a:rPr>
              <a:t>is</a:t>
            </a:r>
            <a:r>
              <a:rPr sz="2000" spc="175" dirty="0">
                <a:latin typeface="Calibri"/>
                <a:cs typeface="Calibri"/>
              </a:rPr>
              <a:t>  </a:t>
            </a:r>
            <a:r>
              <a:rPr sz="2000" dirty="0">
                <a:latin typeface="Calibri"/>
                <a:cs typeface="Calibri"/>
              </a:rPr>
              <a:t>a</a:t>
            </a:r>
            <a:r>
              <a:rPr sz="2000" spc="170" dirty="0">
                <a:latin typeface="Calibri"/>
                <a:cs typeface="Calibri"/>
              </a:rPr>
              <a:t>  </a:t>
            </a:r>
            <a:r>
              <a:rPr sz="2000" spc="-10" dirty="0">
                <a:latin typeface="Calibri"/>
                <a:cs typeface="Calibri"/>
              </a:rPr>
              <a:t>preventive 	</a:t>
            </a:r>
            <a:r>
              <a:rPr sz="2000" dirty="0">
                <a:latin typeface="Calibri"/>
                <a:cs typeface="Calibri"/>
              </a:rPr>
              <a:t>process</a:t>
            </a:r>
            <a:r>
              <a:rPr sz="2000" spc="310" dirty="0">
                <a:latin typeface="Calibri"/>
                <a:cs typeface="Calibri"/>
              </a:rPr>
              <a:t> </a:t>
            </a:r>
            <a:r>
              <a:rPr sz="2000" dirty="0">
                <a:latin typeface="Calibri"/>
                <a:cs typeface="Calibri"/>
              </a:rPr>
              <a:t>designed</a:t>
            </a:r>
            <a:r>
              <a:rPr sz="2000" spc="300" dirty="0">
                <a:latin typeface="Calibri"/>
                <a:cs typeface="Calibri"/>
              </a:rPr>
              <a:t> </a:t>
            </a:r>
            <a:r>
              <a:rPr sz="2000" dirty="0">
                <a:latin typeface="Calibri"/>
                <a:cs typeface="Calibri"/>
              </a:rPr>
              <a:t>to</a:t>
            </a:r>
            <a:r>
              <a:rPr sz="2000" spc="300" dirty="0">
                <a:latin typeface="Calibri"/>
                <a:cs typeface="Calibri"/>
              </a:rPr>
              <a:t> </a:t>
            </a:r>
            <a:r>
              <a:rPr sz="2000" dirty="0">
                <a:latin typeface="Calibri"/>
                <a:cs typeface="Calibri"/>
              </a:rPr>
              <a:t>ensure</a:t>
            </a:r>
            <a:r>
              <a:rPr sz="2000" spc="310" dirty="0">
                <a:latin typeface="Calibri"/>
                <a:cs typeface="Calibri"/>
              </a:rPr>
              <a:t> </a:t>
            </a:r>
            <a:r>
              <a:rPr sz="2000" dirty="0">
                <a:latin typeface="Calibri"/>
                <a:cs typeface="Calibri"/>
              </a:rPr>
              <a:t>that</a:t>
            </a:r>
            <a:r>
              <a:rPr sz="2000" spc="310" dirty="0">
                <a:latin typeface="Calibri"/>
                <a:cs typeface="Calibri"/>
              </a:rPr>
              <a:t> </a:t>
            </a:r>
            <a:r>
              <a:rPr sz="2000" spc="-10" dirty="0">
                <a:latin typeface="Calibri"/>
                <a:cs typeface="Calibri"/>
              </a:rPr>
              <a:t>surprises 	</a:t>
            </a:r>
            <a:r>
              <a:rPr sz="2000" dirty="0">
                <a:latin typeface="Calibri"/>
                <a:cs typeface="Calibri"/>
              </a:rPr>
              <a:t>are</a:t>
            </a:r>
            <a:r>
              <a:rPr sz="2000" spc="340" dirty="0">
                <a:latin typeface="Calibri"/>
                <a:cs typeface="Calibri"/>
              </a:rPr>
              <a:t>    </a:t>
            </a:r>
            <a:r>
              <a:rPr sz="2000" dirty="0">
                <a:latin typeface="Calibri"/>
                <a:cs typeface="Calibri"/>
              </a:rPr>
              <a:t>reduced</a:t>
            </a:r>
            <a:r>
              <a:rPr sz="2000" spc="345" dirty="0">
                <a:latin typeface="Calibri"/>
                <a:cs typeface="Calibri"/>
              </a:rPr>
              <a:t>    </a:t>
            </a:r>
            <a:r>
              <a:rPr sz="2000" dirty="0">
                <a:latin typeface="Calibri"/>
                <a:cs typeface="Calibri"/>
              </a:rPr>
              <a:t>and</a:t>
            </a:r>
            <a:r>
              <a:rPr sz="2000" spc="345" dirty="0">
                <a:latin typeface="Calibri"/>
                <a:cs typeface="Calibri"/>
              </a:rPr>
              <a:t>    </a:t>
            </a:r>
            <a:r>
              <a:rPr sz="2000" dirty="0">
                <a:latin typeface="Calibri"/>
                <a:cs typeface="Calibri"/>
              </a:rPr>
              <a:t>that</a:t>
            </a:r>
            <a:r>
              <a:rPr sz="2000" spc="340" dirty="0">
                <a:latin typeface="Calibri"/>
                <a:cs typeface="Calibri"/>
              </a:rPr>
              <a:t>    </a:t>
            </a:r>
            <a:r>
              <a:rPr sz="2000" spc="-10" dirty="0">
                <a:latin typeface="Calibri"/>
                <a:cs typeface="Calibri"/>
              </a:rPr>
              <a:t>negative 	</a:t>
            </a:r>
            <a:r>
              <a:rPr sz="2000" dirty="0">
                <a:latin typeface="Calibri"/>
                <a:cs typeface="Calibri"/>
              </a:rPr>
              <a:t>consequences</a:t>
            </a:r>
            <a:r>
              <a:rPr sz="2000" spc="250" dirty="0">
                <a:latin typeface="Calibri"/>
                <a:cs typeface="Calibri"/>
              </a:rPr>
              <a:t> </a:t>
            </a:r>
            <a:r>
              <a:rPr sz="2000" dirty="0">
                <a:latin typeface="Calibri"/>
                <a:cs typeface="Calibri"/>
              </a:rPr>
              <a:t>associated</a:t>
            </a:r>
            <a:r>
              <a:rPr sz="2000" spc="254" dirty="0">
                <a:latin typeface="Calibri"/>
                <a:cs typeface="Calibri"/>
              </a:rPr>
              <a:t> </a:t>
            </a:r>
            <a:r>
              <a:rPr sz="2000" dirty="0">
                <a:latin typeface="Calibri"/>
                <a:cs typeface="Calibri"/>
              </a:rPr>
              <a:t>with</a:t>
            </a:r>
            <a:r>
              <a:rPr sz="2000" spc="254" dirty="0">
                <a:latin typeface="Calibri"/>
                <a:cs typeface="Calibri"/>
              </a:rPr>
              <a:t> </a:t>
            </a:r>
            <a:r>
              <a:rPr sz="2000" spc="-10" dirty="0">
                <a:latin typeface="Calibri"/>
                <a:cs typeface="Calibri"/>
              </a:rPr>
              <a:t>undesirable 	</a:t>
            </a:r>
            <a:r>
              <a:rPr sz="2000" dirty="0">
                <a:latin typeface="Calibri"/>
                <a:cs typeface="Calibri"/>
              </a:rPr>
              <a:t>events</a:t>
            </a:r>
            <a:r>
              <a:rPr sz="2000" spc="-75" dirty="0">
                <a:latin typeface="Calibri"/>
                <a:cs typeface="Calibri"/>
              </a:rPr>
              <a:t> </a:t>
            </a:r>
            <a:r>
              <a:rPr sz="2000" dirty="0">
                <a:latin typeface="Calibri"/>
                <a:cs typeface="Calibri"/>
              </a:rPr>
              <a:t>are</a:t>
            </a:r>
            <a:r>
              <a:rPr sz="2000" spc="-70" dirty="0">
                <a:latin typeface="Calibri"/>
                <a:cs typeface="Calibri"/>
              </a:rPr>
              <a:t> </a:t>
            </a:r>
            <a:r>
              <a:rPr sz="2000" spc="-10" dirty="0">
                <a:latin typeface="Calibri"/>
                <a:cs typeface="Calibri"/>
              </a:rPr>
              <a:t>minimized.</a:t>
            </a:r>
            <a:endParaRPr sz="2000" dirty="0">
              <a:latin typeface="Calibri"/>
              <a:cs typeface="Calibri"/>
            </a:endParaRPr>
          </a:p>
          <a:p>
            <a:pPr marL="229870" marR="5080" indent="-217170" algn="just">
              <a:lnSpc>
                <a:spcPct val="100000"/>
              </a:lnSpc>
              <a:spcBef>
                <a:spcPts val="2400"/>
              </a:spcBef>
              <a:buFont typeface="Arial MT"/>
              <a:buChar char="•"/>
              <a:tabLst>
                <a:tab pos="231775" algn="l"/>
              </a:tabLst>
            </a:pPr>
            <a:r>
              <a:rPr sz="2000" dirty="0">
                <a:latin typeface="Calibri"/>
                <a:cs typeface="Calibri"/>
              </a:rPr>
              <a:t>Successful</a:t>
            </a:r>
            <a:r>
              <a:rPr sz="2000" spc="270" dirty="0">
                <a:latin typeface="Calibri"/>
                <a:cs typeface="Calibri"/>
              </a:rPr>
              <a:t>  </a:t>
            </a:r>
            <a:r>
              <a:rPr sz="2000" dirty="0">
                <a:latin typeface="Calibri"/>
                <a:cs typeface="Calibri"/>
              </a:rPr>
              <a:t>management</a:t>
            </a:r>
            <a:r>
              <a:rPr sz="2000" spc="275" dirty="0">
                <a:latin typeface="Calibri"/>
                <a:cs typeface="Calibri"/>
              </a:rPr>
              <a:t>  </a:t>
            </a:r>
            <a:r>
              <a:rPr sz="2000" dirty="0">
                <a:latin typeface="Calibri"/>
                <a:cs typeface="Calibri"/>
              </a:rPr>
              <a:t>of</a:t>
            </a:r>
            <a:r>
              <a:rPr sz="2000" spc="270" dirty="0">
                <a:latin typeface="Calibri"/>
                <a:cs typeface="Calibri"/>
              </a:rPr>
              <a:t>  </a:t>
            </a:r>
            <a:r>
              <a:rPr sz="2000" dirty="0">
                <a:latin typeface="Calibri"/>
                <a:cs typeface="Calibri"/>
              </a:rPr>
              <a:t>project</a:t>
            </a:r>
            <a:r>
              <a:rPr sz="2000" spc="275" dirty="0">
                <a:latin typeface="Calibri"/>
                <a:cs typeface="Calibri"/>
              </a:rPr>
              <a:t>  </a:t>
            </a:r>
            <a:r>
              <a:rPr sz="2000" spc="-20" dirty="0">
                <a:latin typeface="Calibri"/>
                <a:cs typeface="Calibri"/>
              </a:rPr>
              <a:t>risk 	</a:t>
            </a:r>
            <a:r>
              <a:rPr sz="2000" dirty="0">
                <a:latin typeface="Calibri"/>
                <a:cs typeface="Calibri"/>
              </a:rPr>
              <a:t>gives</a:t>
            </a:r>
            <a:r>
              <a:rPr sz="2000" spc="480" dirty="0">
                <a:latin typeface="Calibri"/>
                <a:cs typeface="Calibri"/>
              </a:rPr>
              <a:t> </a:t>
            </a:r>
            <a:r>
              <a:rPr sz="2000" dirty="0">
                <a:latin typeface="Calibri"/>
                <a:cs typeface="Calibri"/>
              </a:rPr>
              <a:t>the</a:t>
            </a:r>
            <a:r>
              <a:rPr sz="2000" spc="480" dirty="0">
                <a:latin typeface="Calibri"/>
                <a:cs typeface="Calibri"/>
              </a:rPr>
              <a:t> </a:t>
            </a:r>
            <a:r>
              <a:rPr sz="2000" dirty="0">
                <a:latin typeface="Calibri"/>
                <a:cs typeface="Calibri"/>
              </a:rPr>
              <a:t>project</a:t>
            </a:r>
            <a:r>
              <a:rPr sz="2000" spc="480" dirty="0">
                <a:latin typeface="Calibri"/>
                <a:cs typeface="Calibri"/>
              </a:rPr>
              <a:t> </a:t>
            </a:r>
            <a:r>
              <a:rPr sz="2000" dirty="0">
                <a:latin typeface="Calibri"/>
                <a:cs typeface="Calibri"/>
              </a:rPr>
              <a:t>manager</a:t>
            </a:r>
            <a:r>
              <a:rPr sz="2000" spc="475" dirty="0">
                <a:latin typeface="Calibri"/>
                <a:cs typeface="Calibri"/>
              </a:rPr>
              <a:t> </a:t>
            </a:r>
            <a:r>
              <a:rPr sz="2000" dirty="0">
                <a:latin typeface="Calibri"/>
                <a:cs typeface="Calibri"/>
              </a:rPr>
              <a:t>better</a:t>
            </a:r>
            <a:r>
              <a:rPr sz="2000" spc="475" dirty="0">
                <a:latin typeface="Calibri"/>
                <a:cs typeface="Calibri"/>
              </a:rPr>
              <a:t> </a:t>
            </a:r>
            <a:r>
              <a:rPr sz="2000" spc="-10" dirty="0">
                <a:latin typeface="Calibri"/>
                <a:cs typeface="Calibri"/>
              </a:rPr>
              <a:t>control 	</a:t>
            </a:r>
            <a:r>
              <a:rPr sz="2000" dirty="0">
                <a:latin typeface="Calibri"/>
                <a:cs typeface="Calibri"/>
              </a:rPr>
              <a:t>over</a:t>
            </a:r>
            <a:r>
              <a:rPr sz="2000" spc="385" dirty="0">
                <a:latin typeface="Calibri"/>
                <a:cs typeface="Calibri"/>
              </a:rPr>
              <a:t>  </a:t>
            </a:r>
            <a:r>
              <a:rPr sz="2000" dirty="0">
                <a:latin typeface="Calibri"/>
                <a:cs typeface="Calibri"/>
              </a:rPr>
              <a:t>the</a:t>
            </a:r>
            <a:r>
              <a:rPr sz="2000" spc="390" dirty="0">
                <a:latin typeface="Calibri"/>
                <a:cs typeface="Calibri"/>
              </a:rPr>
              <a:t>  </a:t>
            </a:r>
            <a:r>
              <a:rPr sz="2000" dirty="0">
                <a:latin typeface="Calibri"/>
                <a:cs typeface="Calibri"/>
              </a:rPr>
              <a:t>future</a:t>
            </a:r>
            <a:r>
              <a:rPr sz="2000" spc="390" dirty="0">
                <a:latin typeface="Calibri"/>
                <a:cs typeface="Calibri"/>
              </a:rPr>
              <a:t>  </a:t>
            </a:r>
            <a:r>
              <a:rPr sz="2000" dirty="0">
                <a:latin typeface="Calibri"/>
                <a:cs typeface="Calibri"/>
              </a:rPr>
              <a:t>and</a:t>
            </a:r>
            <a:r>
              <a:rPr sz="2000" spc="385" dirty="0">
                <a:latin typeface="Calibri"/>
                <a:cs typeface="Calibri"/>
              </a:rPr>
              <a:t>  </a:t>
            </a:r>
            <a:r>
              <a:rPr sz="2000" dirty="0">
                <a:latin typeface="Calibri"/>
                <a:cs typeface="Calibri"/>
              </a:rPr>
              <a:t>can</a:t>
            </a:r>
            <a:r>
              <a:rPr sz="2000" spc="385" dirty="0">
                <a:latin typeface="Calibri"/>
                <a:cs typeface="Calibri"/>
              </a:rPr>
              <a:t>  </a:t>
            </a:r>
            <a:r>
              <a:rPr sz="2000" spc="-10" dirty="0">
                <a:latin typeface="Calibri"/>
                <a:cs typeface="Calibri"/>
              </a:rPr>
              <a:t>significantly 	</a:t>
            </a:r>
            <a:r>
              <a:rPr sz="2000" dirty="0">
                <a:latin typeface="Calibri"/>
                <a:cs typeface="Calibri"/>
              </a:rPr>
              <a:t>improve</a:t>
            </a:r>
            <a:r>
              <a:rPr sz="2000" spc="180" dirty="0">
                <a:latin typeface="Calibri"/>
                <a:cs typeface="Calibri"/>
              </a:rPr>
              <a:t>   </a:t>
            </a:r>
            <a:r>
              <a:rPr sz="2000" dirty="0">
                <a:latin typeface="Calibri"/>
                <a:cs typeface="Calibri"/>
              </a:rPr>
              <a:t>chances</a:t>
            </a:r>
            <a:r>
              <a:rPr sz="2000" spc="185" dirty="0">
                <a:latin typeface="Calibri"/>
                <a:cs typeface="Calibri"/>
              </a:rPr>
              <a:t>   </a:t>
            </a:r>
            <a:r>
              <a:rPr sz="2000" dirty="0">
                <a:latin typeface="Calibri"/>
                <a:cs typeface="Calibri"/>
              </a:rPr>
              <a:t>of</a:t>
            </a:r>
            <a:r>
              <a:rPr sz="2000" spc="185" dirty="0">
                <a:latin typeface="Calibri"/>
                <a:cs typeface="Calibri"/>
              </a:rPr>
              <a:t>   </a:t>
            </a:r>
            <a:r>
              <a:rPr sz="2000" dirty="0">
                <a:latin typeface="Calibri"/>
                <a:cs typeface="Calibri"/>
              </a:rPr>
              <a:t>reaching</a:t>
            </a:r>
            <a:r>
              <a:rPr sz="2000" spc="495" dirty="0">
                <a:latin typeface="Calibri"/>
                <a:cs typeface="Calibri"/>
              </a:rPr>
              <a:t>  </a:t>
            </a:r>
            <a:r>
              <a:rPr sz="2000" spc="-10" dirty="0">
                <a:latin typeface="Calibri"/>
                <a:cs typeface="Calibri"/>
              </a:rPr>
              <a:t>project 	</a:t>
            </a:r>
            <a:r>
              <a:rPr sz="2000" dirty="0">
                <a:latin typeface="Calibri"/>
                <a:cs typeface="Calibri"/>
              </a:rPr>
              <a:t>objectives</a:t>
            </a:r>
            <a:r>
              <a:rPr sz="2000" spc="185" dirty="0">
                <a:latin typeface="Calibri"/>
                <a:cs typeface="Calibri"/>
              </a:rPr>
              <a:t>  </a:t>
            </a:r>
            <a:r>
              <a:rPr sz="2000" dirty="0">
                <a:latin typeface="Calibri"/>
                <a:cs typeface="Calibri"/>
              </a:rPr>
              <a:t>on</a:t>
            </a:r>
            <a:r>
              <a:rPr sz="2000" spc="180" dirty="0">
                <a:latin typeface="Calibri"/>
                <a:cs typeface="Calibri"/>
              </a:rPr>
              <a:t>  </a:t>
            </a:r>
            <a:r>
              <a:rPr sz="2000" dirty="0">
                <a:latin typeface="Calibri"/>
                <a:cs typeface="Calibri"/>
              </a:rPr>
              <a:t>time,</a:t>
            </a:r>
            <a:r>
              <a:rPr sz="2000" spc="185" dirty="0">
                <a:latin typeface="Calibri"/>
                <a:cs typeface="Calibri"/>
              </a:rPr>
              <a:t>  </a:t>
            </a:r>
            <a:r>
              <a:rPr sz="2000" dirty="0">
                <a:latin typeface="Calibri"/>
                <a:cs typeface="Calibri"/>
              </a:rPr>
              <a:t>within</a:t>
            </a:r>
            <a:r>
              <a:rPr sz="2000" spc="185" dirty="0">
                <a:latin typeface="Calibri"/>
                <a:cs typeface="Calibri"/>
              </a:rPr>
              <a:t>  </a:t>
            </a:r>
            <a:r>
              <a:rPr sz="2000" dirty="0">
                <a:latin typeface="Calibri"/>
                <a:cs typeface="Calibri"/>
              </a:rPr>
              <a:t>budget,</a:t>
            </a:r>
            <a:r>
              <a:rPr sz="2000" spc="180" dirty="0">
                <a:latin typeface="Calibri"/>
                <a:cs typeface="Calibri"/>
              </a:rPr>
              <a:t>  </a:t>
            </a:r>
            <a:r>
              <a:rPr sz="2000" spc="-25" dirty="0">
                <a:latin typeface="Calibri"/>
                <a:cs typeface="Calibri"/>
              </a:rPr>
              <a:t>and 	</a:t>
            </a:r>
            <a:r>
              <a:rPr sz="2000" dirty="0">
                <a:latin typeface="Calibri"/>
                <a:cs typeface="Calibri"/>
              </a:rPr>
              <a:t>meeting</a:t>
            </a:r>
            <a:r>
              <a:rPr sz="2000" spc="345" dirty="0">
                <a:latin typeface="Calibri"/>
                <a:cs typeface="Calibri"/>
              </a:rPr>
              <a:t>  </a:t>
            </a:r>
            <a:r>
              <a:rPr sz="2000" dirty="0">
                <a:latin typeface="Calibri"/>
                <a:cs typeface="Calibri"/>
              </a:rPr>
              <a:t>required</a:t>
            </a:r>
            <a:r>
              <a:rPr sz="2000" spc="355" dirty="0">
                <a:latin typeface="Calibri"/>
                <a:cs typeface="Calibri"/>
              </a:rPr>
              <a:t>  </a:t>
            </a:r>
            <a:r>
              <a:rPr sz="2000" dirty="0">
                <a:latin typeface="Calibri"/>
                <a:cs typeface="Calibri"/>
              </a:rPr>
              <a:t>technical</a:t>
            </a:r>
            <a:r>
              <a:rPr sz="2000" spc="350" dirty="0">
                <a:latin typeface="Calibri"/>
                <a:cs typeface="Calibri"/>
              </a:rPr>
              <a:t>  </a:t>
            </a:r>
            <a:r>
              <a:rPr sz="2000" spc="-10" dirty="0">
                <a:latin typeface="Calibri"/>
                <a:cs typeface="Calibri"/>
              </a:rPr>
              <a:t>(functional) 	performance.</a:t>
            </a:r>
            <a:endParaRPr sz="2000" dirty="0">
              <a:latin typeface="Calibri"/>
              <a:cs typeface="Calibri"/>
            </a:endParaRPr>
          </a:p>
        </p:txBody>
      </p:sp>
      <p:pic>
        <p:nvPicPr>
          <p:cNvPr id="7" name="Picture 6">
            <a:extLst>
              <a:ext uri="{FF2B5EF4-FFF2-40B4-BE49-F238E27FC236}">
                <a16:creationId xmlns:a16="http://schemas.microsoft.com/office/drawing/2014/main" id="{F04FAC5C-94CA-1A6D-E0DE-88E43AF646A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Risk</a:t>
            </a:r>
            <a:r>
              <a:rPr spc="114" dirty="0"/>
              <a:t> Management</a:t>
            </a:r>
            <a:r>
              <a:rPr spc="120" dirty="0"/>
              <a:t> </a:t>
            </a:r>
            <a:r>
              <a:rPr spc="90" dirty="0"/>
              <a:t>Process</a:t>
            </a:r>
            <a:r>
              <a:rPr spc="125" dirty="0"/>
              <a:t> </a:t>
            </a:r>
            <a:r>
              <a:rPr sz="1950" spc="-10" dirty="0"/>
              <a:t>(2/2)</a:t>
            </a:r>
            <a:endParaRPr sz="1950"/>
          </a:p>
        </p:txBody>
      </p:sp>
      <p:sp>
        <p:nvSpPr>
          <p:cNvPr id="3" name="object 3"/>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5</a:t>
            </a:fld>
            <a:endParaRPr spc="-50" dirty="0"/>
          </a:p>
        </p:txBody>
      </p:sp>
      <p:pic>
        <p:nvPicPr>
          <p:cNvPr id="4" name="Picture 3">
            <a:extLst>
              <a:ext uri="{FF2B5EF4-FFF2-40B4-BE49-F238E27FC236}">
                <a16:creationId xmlns:a16="http://schemas.microsoft.com/office/drawing/2014/main" id="{65E12375-540A-BBA9-D164-66C9CCAB7CA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1-</a:t>
            </a:r>
            <a:r>
              <a:rPr spc="120" dirty="0"/>
              <a:t> </a:t>
            </a:r>
            <a:r>
              <a:rPr spc="95" dirty="0"/>
              <a:t>Risk</a:t>
            </a:r>
            <a:r>
              <a:rPr spc="114" dirty="0"/>
              <a:t> </a:t>
            </a:r>
            <a:r>
              <a:rPr spc="105" dirty="0"/>
              <a:t>Identification</a:t>
            </a:r>
            <a:r>
              <a:rPr spc="125" dirty="0"/>
              <a:t> </a:t>
            </a:r>
            <a:r>
              <a:rPr sz="1950" spc="-10" dirty="0"/>
              <a:t>(1/3)</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6</a:t>
            </a:fld>
            <a:endParaRPr spc="-50" dirty="0"/>
          </a:p>
        </p:txBody>
      </p:sp>
      <p:sp>
        <p:nvSpPr>
          <p:cNvPr id="3" name="object 3"/>
          <p:cNvSpPr txBox="1"/>
          <p:nvPr/>
        </p:nvSpPr>
        <p:spPr>
          <a:xfrm>
            <a:off x="916939" y="1668779"/>
            <a:ext cx="10357485" cy="4536440"/>
          </a:xfrm>
          <a:prstGeom prst="rect">
            <a:avLst/>
          </a:prstGeom>
        </p:spPr>
        <p:txBody>
          <a:bodyPr vert="horz" wrap="square" lIns="0" tIns="41910" rIns="0" bIns="0" rtlCol="0">
            <a:spAutoFit/>
          </a:bodyPr>
          <a:lstStyle/>
          <a:p>
            <a:pPr marL="239395" marR="5080" indent="-226695" algn="just">
              <a:lnSpc>
                <a:spcPts val="2210"/>
              </a:lnSpc>
              <a:spcBef>
                <a:spcPts val="330"/>
              </a:spcBef>
              <a:buFont typeface="Arial MT"/>
              <a:buChar char="•"/>
              <a:tabLst>
                <a:tab pos="241300" algn="l"/>
              </a:tabLst>
            </a:pPr>
            <a:r>
              <a:rPr sz="2000" dirty="0">
                <a:latin typeface="Calibri"/>
                <a:cs typeface="Calibri"/>
              </a:rPr>
              <a:t>The</a:t>
            </a:r>
            <a:r>
              <a:rPr sz="2000" spc="-20" dirty="0">
                <a:latin typeface="Calibri"/>
                <a:cs typeface="Calibri"/>
              </a:rPr>
              <a:t> </a:t>
            </a:r>
            <a:r>
              <a:rPr sz="2000" dirty="0">
                <a:latin typeface="Calibri"/>
                <a:cs typeface="Calibri"/>
              </a:rPr>
              <a:t>risk</a:t>
            </a:r>
            <a:r>
              <a:rPr sz="2000" spc="-15" dirty="0">
                <a:latin typeface="Calibri"/>
                <a:cs typeface="Calibri"/>
              </a:rPr>
              <a:t> </a:t>
            </a:r>
            <a:r>
              <a:rPr sz="2000" dirty="0">
                <a:latin typeface="Calibri"/>
                <a:cs typeface="Calibri"/>
              </a:rPr>
              <a:t>management</a:t>
            </a:r>
            <a:r>
              <a:rPr sz="2000" spc="-20" dirty="0">
                <a:latin typeface="Calibri"/>
                <a:cs typeface="Calibri"/>
              </a:rPr>
              <a:t> </a:t>
            </a:r>
            <a:r>
              <a:rPr sz="2000" dirty="0">
                <a:latin typeface="Calibri"/>
                <a:cs typeface="Calibri"/>
              </a:rPr>
              <a:t>process</a:t>
            </a:r>
            <a:r>
              <a:rPr sz="2000" spc="-15" dirty="0">
                <a:latin typeface="Calibri"/>
                <a:cs typeface="Calibri"/>
              </a:rPr>
              <a:t> </a:t>
            </a:r>
            <a:r>
              <a:rPr sz="2000" dirty="0">
                <a:latin typeface="Calibri"/>
                <a:cs typeface="Calibri"/>
              </a:rPr>
              <a:t>begins</a:t>
            </a:r>
            <a:r>
              <a:rPr sz="2000" spc="-15" dirty="0">
                <a:latin typeface="Calibri"/>
                <a:cs typeface="Calibri"/>
              </a:rPr>
              <a:t> </a:t>
            </a:r>
            <a:r>
              <a:rPr sz="2000" dirty="0">
                <a:latin typeface="Calibri"/>
                <a:cs typeface="Calibri"/>
              </a:rPr>
              <a:t>by</a:t>
            </a:r>
            <a:r>
              <a:rPr sz="2000" spc="-30" dirty="0">
                <a:latin typeface="Calibri"/>
                <a:cs typeface="Calibri"/>
              </a:rPr>
              <a:t> </a:t>
            </a:r>
            <a:r>
              <a:rPr sz="2000" dirty="0">
                <a:latin typeface="Calibri"/>
                <a:cs typeface="Calibri"/>
              </a:rPr>
              <a:t>trying</a:t>
            </a:r>
            <a:r>
              <a:rPr sz="2000" spc="-25" dirty="0">
                <a:latin typeface="Calibri"/>
                <a:cs typeface="Calibri"/>
              </a:rPr>
              <a:t> </a:t>
            </a:r>
            <a:r>
              <a:rPr sz="2000" dirty="0">
                <a:latin typeface="Calibri"/>
                <a:cs typeface="Calibri"/>
              </a:rPr>
              <a:t>to</a:t>
            </a:r>
            <a:r>
              <a:rPr sz="2000" spc="-20" dirty="0">
                <a:latin typeface="Calibri"/>
                <a:cs typeface="Calibri"/>
              </a:rPr>
              <a:t> </a:t>
            </a:r>
            <a:r>
              <a:rPr sz="2000" spc="-10" dirty="0">
                <a:latin typeface="Calibri"/>
                <a:cs typeface="Calibri"/>
              </a:rPr>
              <a:t>generate</a:t>
            </a:r>
            <a:r>
              <a:rPr sz="2000" spc="-20" dirty="0">
                <a:latin typeface="Calibri"/>
                <a:cs typeface="Calibri"/>
              </a:rPr>
              <a:t> </a:t>
            </a:r>
            <a:r>
              <a:rPr sz="2000" dirty="0">
                <a:latin typeface="Calibri"/>
                <a:cs typeface="Calibri"/>
              </a:rPr>
              <a:t>a</a:t>
            </a:r>
            <a:r>
              <a:rPr sz="2000" spc="-15" dirty="0">
                <a:latin typeface="Calibri"/>
                <a:cs typeface="Calibri"/>
              </a:rPr>
              <a:t> </a:t>
            </a:r>
            <a:r>
              <a:rPr sz="2000" dirty="0">
                <a:latin typeface="Calibri"/>
                <a:cs typeface="Calibri"/>
              </a:rPr>
              <a:t>list</a:t>
            </a:r>
            <a:r>
              <a:rPr sz="2000" spc="-15" dirty="0">
                <a:latin typeface="Calibri"/>
                <a:cs typeface="Calibri"/>
              </a:rPr>
              <a:t> </a:t>
            </a:r>
            <a:r>
              <a:rPr sz="2000" dirty="0">
                <a:latin typeface="Calibri"/>
                <a:cs typeface="Calibri"/>
              </a:rPr>
              <a:t>of</a:t>
            </a:r>
            <a:r>
              <a:rPr sz="2000" spc="-20" dirty="0">
                <a:latin typeface="Calibri"/>
                <a:cs typeface="Calibri"/>
              </a:rPr>
              <a:t> </a:t>
            </a:r>
            <a:r>
              <a:rPr sz="2000" dirty="0">
                <a:latin typeface="Calibri"/>
                <a:cs typeface="Calibri"/>
              </a:rPr>
              <a:t>all</a:t>
            </a:r>
            <a:r>
              <a:rPr sz="2000" spc="-15" dirty="0">
                <a:latin typeface="Calibri"/>
                <a:cs typeface="Calibri"/>
              </a:rPr>
              <a:t> </a:t>
            </a:r>
            <a:r>
              <a:rPr sz="2000" dirty="0">
                <a:latin typeface="Calibri"/>
                <a:cs typeface="Calibri"/>
              </a:rPr>
              <a:t>the</a:t>
            </a:r>
            <a:r>
              <a:rPr sz="2000" spc="-20" dirty="0">
                <a:latin typeface="Calibri"/>
                <a:cs typeface="Calibri"/>
              </a:rPr>
              <a:t> </a:t>
            </a:r>
            <a:r>
              <a:rPr sz="2000" dirty="0">
                <a:latin typeface="Calibri"/>
                <a:cs typeface="Calibri"/>
              </a:rPr>
              <a:t>possible</a:t>
            </a:r>
            <a:r>
              <a:rPr sz="2000" spc="-15" dirty="0">
                <a:latin typeface="Calibri"/>
                <a:cs typeface="Calibri"/>
              </a:rPr>
              <a:t> </a:t>
            </a:r>
            <a:r>
              <a:rPr sz="2000" dirty="0">
                <a:latin typeface="Calibri"/>
                <a:cs typeface="Calibri"/>
              </a:rPr>
              <a:t>risks</a:t>
            </a:r>
            <a:r>
              <a:rPr sz="2000" spc="-15" dirty="0">
                <a:latin typeface="Calibri"/>
                <a:cs typeface="Calibri"/>
              </a:rPr>
              <a:t> </a:t>
            </a:r>
            <a:r>
              <a:rPr sz="2000" dirty="0">
                <a:latin typeface="Calibri"/>
                <a:cs typeface="Calibri"/>
              </a:rPr>
              <a:t>that</a:t>
            </a:r>
            <a:r>
              <a:rPr sz="2000" spc="-15" dirty="0">
                <a:latin typeface="Calibri"/>
                <a:cs typeface="Calibri"/>
              </a:rPr>
              <a:t> </a:t>
            </a:r>
            <a:r>
              <a:rPr sz="2000" spc="-10" dirty="0">
                <a:latin typeface="Calibri"/>
                <a:cs typeface="Calibri"/>
              </a:rPr>
              <a:t>could 	affect</a:t>
            </a:r>
            <a:r>
              <a:rPr sz="2000" spc="-40"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project.</a:t>
            </a:r>
            <a:endParaRPr sz="2000" dirty="0">
              <a:latin typeface="Calibri"/>
              <a:cs typeface="Calibri"/>
            </a:endParaRPr>
          </a:p>
          <a:p>
            <a:pPr marL="239395" marR="5080" indent="-226695" algn="just">
              <a:lnSpc>
                <a:spcPct val="90000"/>
              </a:lnSpc>
              <a:spcBef>
                <a:spcPts val="990"/>
              </a:spcBef>
              <a:buFont typeface="Arial MT"/>
              <a:buChar char="•"/>
              <a:tabLst>
                <a:tab pos="241300" algn="l"/>
              </a:tabLst>
            </a:pPr>
            <a:r>
              <a:rPr sz="2000" spc="-25" dirty="0">
                <a:solidFill>
                  <a:srgbClr val="C00000"/>
                </a:solidFill>
                <a:latin typeface="Calibri"/>
                <a:cs typeface="Calibri"/>
              </a:rPr>
              <a:t>Typically,</a:t>
            </a:r>
            <a:r>
              <a:rPr sz="2000" spc="-30" dirty="0">
                <a:solidFill>
                  <a:srgbClr val="C00000"/>
                </a:solidFill>
                <a:latin typeface="Calibri"/>
                <a:cs typeface="Calibri"/>
              </a:rPr>
              <a:t> </a:t>
            </a:r>
            <a:r>
              <a:rPr sz="2000" dirty="0">
                <a:solidFill>
                  <a:srgbClr val="C00000"/>
                </a:solidFill>
                <a:latin typeface="Calibri"/>
                <a:cs typeface="Calibri"/>
              </a:rPr>
              <a:t>the</a:t>
            </a:r>
            <a:r>
              <a:rPr sz="2000" spc="-30" dirty="0">
                <a:solidFill>
                  <a:srgbClr val="C00000"/>
                </a:solidFill>
                <a:latin typeface="Calibri"/>
                <a:cs typeface="Calibri"/>
              </a:rPr>
              <a:t> </a:t>
            </a:r>
            <a:r>
              <a:rPr sz="2000" dirty="0">
                <a:solidFill>
                  <a:srgbClr val="C00000"/>
                </a:solidFill>
                <a:latin typeface="Calibri"/>
                <a:cs typeface="Calibri"/>
              </a:rPr>
              <a:t>project</a:t>
            </a:r>
            <a:r>
              <a:rPr sz="2000" spc="-30" dirty="0">
                <a:solidFill>
                  <a:srgbClr val="C00000"/>
                </a:solidFill>
                <a:latin typeface="Calibri"/>
                <a:cs typeface="Calibri"/>
              </a:rPr>
              <a:t> </a:t>
            </a:r>
            <a:r>
              <a:rPr sz="2000" dirty="0">
                <a:solidFill>
                  <a:srgbClr val="C00000"/>
                </a:solidFill>
                <a:latin typeface="Calibri"/>
                <a:cs typeface="Calibri"/>
              </a:rPr>
              <a:t>manager</a:t>
            </a:r>
            <a:r>
              <a:rPr sz="2000" spc="-30" dirty="0">
                <a:solidFill>
                  <a:srgbClr val="C00000"/>
                </a:solidFill>
                <a:latin typeface="Calibri"/>
                <a:cs typeface="Calibri"/>
              </a:rPr>
              <a:t> </a:t>
            </a:r>
            <a:r>
              <a:rPr sz="2000" dirty="0">
                <a:solidFill>
                  <a:srgbClr val="C00000"/>
                </a:solidFill>
                <a:latin typeface="Calibri"/>
                <a:cs typeface="Calibri"/>
              </a:rPr>
              <a:t>pulls</a:t>
            </a:r>
            <a:r>
              <a:rPr sz="2000" spc="-25" dirty="0">
                <a:solidFill>
                  <a:srgbClr val="C00000"/>
                </a:solidFill>
                <a:latin typeface="Calibri"/>
                <a:cs typeface="Calibri"/>
              </a:rPr>
              <a:t> together,</a:t>
            </a:r>
            <a:r>
              <a:rPr sz="2000" spc="-35" dirty="0">
                <a:solidFill>
                  <a:srgbClr val="C00000"/>
                </a:solidFill>
                <a:latin typeface="Calibri"/>
                <a:cs typeface="Calibri"/>
              </a:rPr>
              <a:t> </a:t>
            </a:r>
            <a:r>
              <a:rPr sz="2000" dirty="0">
                <a:solidFill>
                  <a:srgbClr val="C00000"/>
                </a:solidFill>
                <a:latin typeface="Calibri"/>
                <a:cs typeface="Calibri"/>
              </a:rPr>
              <a:t>during</a:t>
            </a:r>
            <a:r>
              <a:rPr sz="2000" spc="-40" dirty="0">
                <a:solidFill>
                  <a:srgbClr val="C00000"/>
                </a:solidFill>
                <a:latin typeface="Calibri"/>
                <a:cs typeface="Calibri"/>
              </a:rPr>
              <a:t> </a:t>
            </a:r>
            <a:r>
              <a:rPr sz="2000" dirty="0">
                <a:solidFill>
                  <a:srgbClr val="C00000"/>
                </a:solidFill>
                <a:latin typeface="Calibri"/>
                <a:cs typeface="Calibri"/>
              </a:rPr>
              <a:t>the</a:t>
            </a:r>
            <a:r>
              <a:rPr sz="2000" spc="-30" dirty="0">
                <a:solidFill>
                  <a:srgbClr val="C00000"/>
                </a:solidFill>
                <a:latin typeface="Calibri"/>
                <a:cs typeface="Calibri"/>
              </a:rPr>
              <a:t> </a:t>
            </a:r>
            <a:r>
              <a:rPr sz="2000" dirty="0">
                <a:solidFill>
                  <a:srgbClr val="C00000"/>
                </a:solidFill>
                <a:latin typeface="Calibri"/>
                <a:cs typeface="Calibri"/>
              </a:rPr>
              <a:t>planning</a:t>
            </a:r>
            <a:r>
              <a:rPr sz="2000" spc="-30" dirty="0">
                <a:solidFill>
                  <a:srgbClr val="C00000"/>
                </a:solidFill>
                <a:latin typeface="Calibri"/>
                <a:cs typeface="Calibri"/>
              </a:rPr>
              <a:t> </a:t>
            </a:r>
            <a:r>
              <a:rPr sz="2000" dirty="0">
                <a:solidFill>
                  <a:srgbClr val="C00000"/>
                </a:solidFill>
                <a:latin typeface="Calibri"/>
                <a:cs typeface="Calibri"/>
              </a:rPr>
              <a:t>phase,</a:t>
            </a:r>
            <a:r>
              <a:rPr sz="2000" spc="-30" dirty="0">
                <a:solidFill>
                  <a:srgbClr val="C00000"/>
                </a:solidFill>
                <a:latin typeface="Calibri"/>
                <a:cs typeface="Calibri"/>
              </a:rPr>
              <a:t> </a:t>
            </a:r>
            <a:r>
              <a:rPr sz="2000" dirty="0">
                <a:solidFill>
                  <a:srgbClr val="C00000"/>
                </a:solidFill>
                <a:latin typeface="Calibri"/>
                <a:cs typeface="Calibri"/>
              </a:rPr>
              <a:t>a</a:t>
            </a:r>
            <a:r>
              <a:rPr sz="2000" spc="-25" dirty="0">
                <a:solidFill>
                  <a:srgbClr val="C00000"/>
                </a:solidFill>
                <a:latin typeface="Calibri"/>
                <a:cs typeface="Calibri"/>
              </a:rPr>
              <a:t> </a:t>
            </a:r>
            <a:r>
              <a:rPr sz="2000" dirty="0">
                <a:solidFill>
                  <a:srgbClr val="C00000"/>
                </a:solidFill>
                <a:latin typeface="Calibri"/>
                <a:cs typeface="Calibri"/>
              </a:rPr>
              <a:t>risk</a:t>
            </a:r>
            <a:r>
              <a:rPr sz="2000" spc="-25" dirty="0">
                <a:solidFill>
                  <a:srgbClr val="C00000"/>
                </a:solidFill>
                <a:latin typeface="Calibri"/>
                <a:cs typeface="Calibri"/>
              </a:rPr>
              <a:t> </a:t>
            </a:r>
            <a:r>
              <a:rPr sz="2000" dirty="0">
                <a:solidFill>
                  <a:srgbClr val="C00000"/>
                </a:solidFill>
                <a:latin typeface="Calibri"/>
                <a:cs typeface="Calibri"/>
              </a:rPr>
              <a:t>management</a:t>
            </a:r>
            <a:r>
              <a:rPr sz="2000" spc="-25" dirty="0">
                <a:solidFill>
                  <a:srgbClr val="C00000"/>
                </a:solidFill>
                <a:latin typeface="Calibri"/>
                <a:cs typeface="Calibri"/>
              </a:rPr>
              <a:t> </a:t>
            </a:r>
            <a:r>
              <a:rPr sz="2000" spc="-20" dirty="0">
                <a:solidFill>
                  <a:srgbClr val="C00000"/>
                </a:solidFill>
                <a:latin typeface="Calibri"/>
                <a:cs typeface="Calibri"/>
              </a:rPr>
              <a:t>team 	</a:t>
            </a:r>
            <a:r>
              <a:rPr sz="2000" dirty="0">
                <a:solidFill>
                  <a:srgbClr val="C00000"/>
                </a:solidFill>
                <a:latin typeface="Calibri"/>
                <a:cs typeface="Calibri"/>
              </a:rPr>
              <a:t>consisting</a:t>
            </a:r>
            <a:r>
              <a:rPr sz="2000" spc="125" dirty="0">
                <a:solidFill>
                  <a:srgbClr val="C00000"/>
                </a:solidFill>
                <a:latin typeface="Calibri"/>
                <a:cs typeface="Calibri"/>
              </a:rPr>
              <a:t>  </a:t>
            </a:r>
            <a:r>
              <a:rPr sz="2000" dirty="0">
                <a:solidFill>
                  <a:srgbClr val="C00000"/>
                </a:solidFill>
                <a:latin typeface="Calibri"/>
                <a:cs typeface="Calibri"/>
              </a:rPr>
              <a:t>of</a:t>
            </a:r>
            <a:r>
              <a:rPr sz="2000" spc="130" dirty="0">
                <a:solidFill>
                  <a:srgbClr val="C00000"/>
                </a:solidFill>
                <a:latin typeface="Calibri"/>
                <a:cs typeface="Calibri"/>
              </a:rPr>
              <a:t>  </a:t>
            </a:r>
            <a:r>
              <a:rPr sz="2000" dirty="0">
                <a:solidFill>
                  <a:srgbClr val="C00000"/>
                </a:solidFill>
                <a:latin typeface="Calibri"/>
                <a:cs typeface="Calibri"/>
              </a:rPr>
              <a:t>core</a:t>
            </a:r>
            <a:r>
              <a:rPr sz="2000" spc="135" dirty="0">
                <a:solidFill>
                  <a:srgbClr val="C00000"/>
                </a:solidFill>
                <a:latin typeface="Calibri"/>
                <a:cs typeface="Calibri"/>
              </a:rPr>
              <a:t>  </a:t>
            </a:r>
            <a:r>
              <a:rPr sz="2000" dirty="0">
                <a:solidFill>
                  <a:srgbClr val="C00000"/>
                </a:solidFill>
                <a:latin typeface="Calibri"/>
                <a:cs typeface="Calibri"/>
              </a:rPr>
              <a:t>team</a:t>
            </a:r>
            <a:r>
              <a:rPr sz="2000" spc="130" dirty="0">
                <a:solidFill>
                  <a:srgbClr val="C00000"/>
                </a:solidFill>
                <a:latin typeface="Calibri"/>
                <a:cs typeface="Calibri"/>
              </a:rPr>
              <a:t>  </a:t>
            </a:r>
            <a:r>
              <a:rPr sz="2000" dirty="0">
                <a:solidFill>
                  <a:srgbClr val="C00000"/>
                </a:solidFill>
                <a:latin typeface="Calibri"/>
                <a:cs typeface="Calibri"/>
              </a:rPr>
              <a:t>members</a:t>
            </a:r>
            <a:r>
              <a:rPr sz="2000" spc="130" dirty="0">
                <a:solidFill>
                  <a:srgbClr val="C00000"/>
                </a:solidFill>
                <a:latin typeface="Calibri"/>
                <a:cs typeface="Calibri"/>
              </a:rPr>
              <a:t>  </a:t>
            </a:r>
            <a:r>
              <a:rPr sz="2000" dirty="0">
                <a:solidFill>
                  <a:srgbClr val="C00000"/>
                </a:solidFill>
                <a:latin typeface="Calibri"/>
                <a:cs typeface="Calibri"/>
              </a:rPr>
              <a:t>and</a:t>
            </a:r>
            <a:r>
              <a:rPr sz="2000" spc="130" dirty="0">
                <a:solidFill>
                  <a:srgbClr val="C00000"/>
                </a:solidFill>
                <a:latin typeface="Calibri"/>
                <a:cs typeface="Calibri"/>
              </a:rPr>
              <a:t>  </a:t>
            </a:r>
            <a:r>
              <a:rPr sz="2000" dirty="0">
                <a:solidFill>
                  <a:srgbClr val="C00000"/>
                </a:solidFill>
                <a:latin typeface="Calibri"/>
                <a:cs typeface="Calibri"/>
              </a:rPr>
              <a:t>other</a:t>
            </a:r>
            <a:r>
              <a:rPr sz="2000" spc="130" dirty="0">
                <a:solidFill>
                  <a:srgbClr val="C00000"/>
                </a:solidFill>
                <a:latin typeface="Calibri"/>
                <a:cs typeface="Calibri"/>
              </a:rPr>
              <a:t>  </a:t>
            </a:r>
            <a:r>
              <a:rPr sz="2000" dirty="0">
                <a:solidFill>
                  <a:srgbClr val="C00000"/>
                </a:solidFill>
                <a:latin typeface="Calibri"/>
                <a:cs typeface="Calibri"/>
              </a:rPr>
              <a:t>relevant</a:t>
            </a:r>
            <a:r>
              <a:rPr sz="2000" spc="135" dirty="0">
                <a:solidFill>
                  <a:srgbClr val="C00000"/>
                </a:solidFill>
                <a:latin typeface="Calibri"/>
                <a:cs typeface="Calibri"/>
              </a:rPr>
              <a:t>  </a:t>
            </a:r>
            <a:r>
              <a:rPr sz="2000" dirty="0">
                <a:solidFill>
                  <a:srgbClr val="C00000"/>
                </a:solidFill>
                <a:latin typeface="Calibri"/>
                <a:cs typeface="Calibri"/>
              </a:rPr>
              <a:t>stakeholders</a:t>
            </a:r>
            <a:r>
              <a:rPr sz="2000" spc="130" dirty="0">
                <a:solidFill>
                  <a:srgbClr val="C00000"/>
                </a:solidFill>
                <a:latin typeface="Calibri"/>
                <a:cs typeface="Calibri"/>
              </a:rPr>
              <a:t>  </a:t>
            </a:r>
            <a:r>
              <a:rPr sz="2000" dirty="0">
                <a:solidFill>
                  <a:srgbClr val="C00000"/>
                </a:solidFill>
                <a:latin typeface="Calibri"/>
                <a:cs typeface="Calibri"/>
              </a:rPr>
              <a:t>(customers,</a:t>
            </a:r>
            <a:r>
              <a:rPr sz="2000" spc="130" dirty="0">
                <a:solidFill>
                  <a:srgbClr val="C00000"/>
                </a:solidFill>
                <a:latin typeface="Calibri"/>
                <a:cs typeface="Calibri"/>
              </a:rPr>
              <a:t>  </a:t>
            </a:r>
            <a:r>
              <a:rPr sz="2000" spc="-10" dirty="0">
                <a:solidFill>
                  <a:srgbClr val="C00000"/>
                </a:solidFill>
                <a:latin typeface="Calibri"/>
                <a:cs typeface="Calibri"/>
              </a:rPr>
              <a:t>sponsors, 	subcontractors,</a:t>
            </a:r>
            <a:r>
              <a:rPr sz="2000" spc="-90" dirty="0">
                <a:solidFill>
                  <a:srgbClr val="C00000"/>
                </a:solidFill>
                <a:latin typeface="Calibri"/>
                <a:cs typeface="Calibri"/>
              </a:rPr>
              <a:t> </a:t>
            </a:r>
            <a:r>
              <a:rPr sz="2000" dirty="0">
                <a:solidFill>
                  <a:srgbClr val="C00000"/>
                </a:solidFill>
                <a:latin typeface="Calibri"/>
                <a:cs typeface="Calibri"/>
              </a:rPr>
              <a:t>vendors,</a:t>
            </a:r>
            <a:r>
              <a:rPr sz="2000" spc="-90" dirty="0">
                <a:solidFill>
                  <a:srgbClr val="C00000"/>
                </a:solidFill>
                <a:latin typeface="Calibri"/>
                <a:cs typeface="Calibri"/>
              </a:rPr>
              <a:t> </a:t>
            </a:r>
            <a:r>
              <a:rPr sz="2000" spc="-10" dirty="0">
                <a:solidFill>
                  <a:srgbClr val="C00000"/>
                </a:solidFill>
                <a:latin typeface="Calibri"/>
                <a:cs typeface="Calibri"/>
              </a:rPr>
              <a:t>...).</a:t>
            </a:r>
            <a:endParaRPr sz="2000" dirty="0">
              <a:latin typeface="Calibri"/>
              <a:cs typeface="Calibri"/>
            </a:endParaRPr>
          </a:p>
          <a:p>
            <a:pPr marL="239395" marR="5080" indent="-226695" algn="just">
              <a:lnSpc>
                <a:spcPts val="2180"/>
              </a:lnSpc>
              <a:spcBef>
                <a:spcPts val="950"/>
              </a:spcBef>
              <a:buFont typeface="Arial MT"/>
              <a:buChar char="•"/>
              <a:tabLst>
                <a:tab pos="241300" algn="l"/>
              </a:tabLst>
            </a:pPr>
            <a:r>
              <a:rPr sz="2000" dirty="0">
                <a:latin typeface="Calibri"/>
                <a:cs typeface="Calibri"/>
              </a:rPr>
              <a:t>The</a:t>
            </a:r>
            <a:r>
              <a:rPr sz="2000" spc="5" dirty="0">
                <a:latin typeface="Calibri"/>
                <a:cs typeface="Calibri"/>
              </a:rPr>
              <a:t> </a:t>
            </a:r>
            <a:r>
              <a:rPr sz="2000" dirty="0">
                <a:latin typeface="Calibri"/>
                <a:cs typeface="Calibri"/>
              </a:rPr>
              <a:t>team uses</a:t>
            </a:r>
            <a:r>
              <a:rPr sz="2000" spc="5" dirty="0">
                <a:latin typeface="Calibri"/>
                <a:cs typeface="Calibri"/>
              </a:rPr>
              <a:t> </a:t>
            </a:r>
            <a:r>
              <a:rPr sz="2000" dirty="0">
                <a:latin typeface="Calibri"/>
                <a:cs typeface="Calibri"/>
              </a:rPr>
              <a:t>brainstorming</a:t>
            </a:r>
            <a:r>
              <a:rPr sz="2000" spc="-5" dirty="0">
                <a:latin typeface="Calibri"/>
                <a:cs typeface="Calibri"/>
              </a:rPr>
              <a:t> </a:t>
            </a:r>
            <a:r>
              <a:rPr sz="2000" dirty="0">
                <a:latin typeface="Calibri"/>
                <a:cs typeface="Calibri"/>
              </a:rPr>
              <a:t>to identify</a:t>
            </a:r>
            <a:r>
              <a:rPr sz="2000" spc="-5" dirty="0">
                <a:latin typeface="Calibri"/>
                <a:cs typeface="Calibri"/>
              </a:rPr>
              <a:t> </a:t>
            </a:r>
            <a:r>
              <a:rPr sz="2000" dirty="0">
                <a:latin typeface="Calibri"/>
                <a:cs typeface="Calibri"/>
              </a:rPr>
              <a:t>potential</a:t>
            </a:r>
            <a:r>
              <a:rPr sz="2000" spc="5" dirty="0">
                <a:latin typeface="Calibri"/>
                <a:cs typeface="Calibri"/>
              </a:rPr>
              <a:t> </a:t>
            </a:r>
            <a:r>
              <a:rPr sz="2000" dirty="0">
                <a:latin typeface="Calibri"/>
                <a:cs typeface="Calibri"/>
              </a:rPr>
              <a:t>problems. Participants</a:t>
            </a:r>
            <a:r>
              <a:rPr sz="2000" spc="5" dirty="0">
                <a:latin typeface="Calibri"/>
                <a:cs typeface="Calibri"/>
              </a:rPr>
              <a:t> </a:t>
            </a:r>
            <a:r>
              <a:rPr sz="2000" dirty="0">
                <a:latin typeface="Calibri"/>
                <a:cs typeface="Calibri"/>
              </a:rPr>
              <a:t>are</a:t>
            </a:r>
            <a:r>
              <a:rPr sz="2000" spc="5" dirty="0">
                <a:latin typeface="Calibri"/>
                <a:cs typeface="Calibri"/>
              </a:rPr>
              <a:t> </a:t>
            </a:r>
            <a:r>
              <a:rPr sz="2000" dirty="0">
                <a:latin typeface="Calibri"/>
                <a:cs typeface="Calibri"/>
              </a:rPr>
              <a:t>encouraged to </a:t>
            </a:r>
            <a:r>
              <a:rPr sz="2000" spc="-20" dirty="0">
                <a:latin typeface="Calibri"/>
                <a:cs typeface="Calibri"/>
              </a:rPr>
              <a:t>keep 	</a:t>
            </a:r>
            <a:r>
              <a:rPr sz="2000" dirty="0">
                <a:latin typeface="Calibri"/>
                <a:cs typeface="Calibri"/>
              </a:rPr>
              <a:t>an</a:t>
            </a:r>
            <a:r>
              <a:rPr sz="2000" spc="-50" dirty="0">
                <a:latin typeface="Calibri"/>
                <a:cs typeface="Calibri"/>
              </a:rPr>
              <a:t> </a:t>
            </a:r>
            <a:r>
              <a:rPr sz="2000" dirty="0">
                <a:latin typeface="Calibri"/>
                <a:cs typeface="Calibri"/>
              </a:rPr>
              <a:t>open</a:t>
            </a:r>
            <a:r>
              <a:rPr sz="2000" spc="-45" dirty="0">
                <a:latin typeface="Calibri"/>
                <a:cs typeface="Calibri"/>
              </a:rPr>
              <a:t> </a:t>
            </a:r>
            <a:r>
              <a:rPr sz="2000" dirty="0">
                <a:latin typeface="Calibri"/>
                <a:cs typeface="Calibri"/>
              </a:rPr>
              <a:t>mind</a:t>
            </a:r>
            <a:r>
              <a:rPr sz="2000" spc="-50" dirty="0">
                <a:latin typeface="Calibri"/>
                <a:cs typeface="Calibri"/>
              </a:rPr>
              <a:t> </a:t>
            </a:r>
            <a:r>
              <a:rPr sz="2000" dirty="0">
                <a:latin typeface="Calibri"/>
                <a:cs typeface="Calibri"/>
              </a:rPr>
              <a:t>and</a:t>
            </a:r>
            <a:r>
              <a:rPr sz="2000" spc="-45" dirty="0">
                <a:latin typeface="Calibri"/>
                <a:cs typeface="Calibri"/>
              </a:rPr>
              <a:t> </a:t>
            </a:r>
            <a:r>
              <a:rPr sz="2000" spc="-10" dirty="0">
                <a:latin typeface="Calibri"/>
                <a:cs typeface="Calibri"/>
              </a:rPr>
              <a:t>generate</a:t>
            </a:r>
            <a:r>
              <a:rPr sz="2000" spc="-45" dirty="0">
                <a:latin typeface="Calibri"/>
                <a:cs typeface="Calibri"/>
              </a:rPr>
              <a:t> </a:t>
            </a:r>
            <a:r>
              <a:rPr sz="2000" dirty="0">
                <a:latin typeface="Calibri"/>
                <a:cs typeface="Calibri"/>
              </a:rPr>
              <a:t>as</a:t>
            </a:r>
            <a:r>
              <a:rPr sz="2000" spc="-40" dirty="0">
                <a:latin typeface="Calibri"/>
                <a:cs typeface="Calibri"/>
              </a:rPr>
              <a:t> </a:t>
            </a:r>
            <a:r>
              <a:rPr sz="2000" dirty="0">
                <a:latin typeface="Calibri"/>
                <a:cs typeface="Calibri"/>
              </a:rPr>
              <a:t>many</a:t>
            </a:r>
            <a:r>
              <a:rPr sz="2000" spc="-55" dirty="0">
                <a:latin typeface="Calibri"/>
                <a:cs typeface="Calibri"/>
              </a:rPr>
              <a:t> </a:t>
            </a:r>
            <a:r>
              <a:rPr sz="2000" dirty="0">
                <a:latin typeface="Calibri"/>
                <a:cs typeface="Calibri"/>
              </a:rPr>
              <a:t>probable</a:t>
            </a:r>
            <a:r>
              <a:rPr sz="2000" spc="-40" dirty="0">
                <a:latin typeface="Calibri"/>
                <a:cs typeface="Calibri"/>
              </a:rPr>
              <a:t> </a:t>
            </a:r>
            <a:r>
              <a:rPr sz="2000" dirty="0">
                <a:latin typeface="Calibri"/>
                <a:cs typeface="Calibri"/>
              </a:rPr>
              <a:t>risks</a:t>
            </a:r>
            <a:r>
              <a:rPr sz="2000" spc="-45" dirty="0">
                <a:latin typeface="Calibri"/>
                <a:cs typeface="Calibri"/>
              </a:rPr>
              <a:t> </a:t>
            </a:r>
            <a:r>
              <a:rPr sz="2000" dirty="0">
                <a:latin typeface="Calibri"/>
                <a:cs typeface="Calibri"/>
              </a:rPr>
              <a:t>as</a:t>
            </a:r>
            <a:r>
              <a:rPr sz="2000" spc="-40" dirty="0">
                <a:latin typeface="Calibri"/>
                <a:cs typeface="Calibri"/>
              </a:rPr>
              <a:t> </a:t>
            </a:r>
            <a:r>
              <a:rPr sz="2000" spc="-10" dirty="0">
                <a:latin typeface="Calibri"/>
                <a:cs typeface="Calibri"/>
              </a:rPr>
              <a:t>possible.</a:t>
            </a:r>
            <a:endParaRPr sz="2000" dirty="0">
              <a:latin typeface="Calibri"/>
              <a:cs typeface="Calibri"/>
            </a:endParaRPr>
          </a:p>
          <a:p>
            <a:pPr marL="239395" marR="5715" indent="-226695" algn="just">
              <a:lnSpc>
                <a:spcPts val="2090"/>
              </a:lnSpc>
              <a:spcBef>
                <a:spcPts val="1110"/>
              </a:spcBef>
              <a:buFont typeface="Arial MT"/>
              <a:buChar char="•"/>
              <a:tabLst>
                <a:tab pos="241300" algn="l"/>
              </a:tabLst>
            </a:pPr>
            <a:r>
              <a:rPr sz="2000" dirty="0">
                <a:solidFill>
                  <a:srgbClr val="C00000"/>
                </a:solidFill>
                <a:latin typeface="Calibri"/>
                <a:cs typeface="Calibri"/>
              </a:rPr>
              <a:t>One</a:t>
            </a:r>
            <a:r>
              <a:rPr sz="2000" spc="-15" dirty="0">
                <a:solidFill>
                  <a:srgbClr val="C00000"/>
                </a:solidFill>
                <a:latin typeface="Calibri"/>
                <a:cs typeface="Calibri"/>
              </a:rPr>
              <a:t> </a:t>
            </a:r>
            <a:r>
              <a:rPr sz="2000" dirty="0">
                <a:solidFill>
                  <a:srgbClr val="C00000"/>
                </a:solidFill>
                <a:latin typeface="Calibri"/>
                <a:cs typeface="Calibri"/>
              </a:rPr>
              <a:t>common</a:t>
            </a:r>
            <a:r>
              <a:rPr sz="2000" spc="-10" dirty="0">
                <a:solidFill>
                  <a:srgbClr val="C00000"/>
                </a:solidFill>
                <a:latin typeface="Calibri"/>
                <a:cs typeface="Calibri"/>
              </a:rPr>
              <a:t> mistake</a:t>
            </a:r>
            <a:r>
              <a:rPr sz="2000" spc="-5" dirty="0">
                <a:solidFill>
                  <a:srgbClr val="C00000"/>
                </a:solidFill>
                <a:latin typeface="Calibri"/>
                <a:cs typeface="Calibri"/>
              </a:rPr>
              <a:t> </a:t>
            </a:r>
            <a:r>
              <a:rPr sz="2000" dirty="0">
                <a:solidFill>
                  <a:srgbClr val="C00000"/>
                </a:solidFill>
                <a:latin typeface="Calibri"/>
                <a:cs typeface="Calibri"/>
              </a:rPr>
              <a:t>that</a:t>
            </a:r>
            <a:r>
              <a:rPr sz="2000" spc="-5" dirty="0">
                <a:solidFill>
                  <a:srgbClr val="C00000"/>
                </a:solidFill>
                <a:latin typeface="Calibri"/>
                <a:cs typeface="Calibri"/>
              </a:rPr>
              <a:t> </a:t>
            </a:r>
            <a:r>
              <a:rPr sz="2000" dirty="0">
                <a:solidFill>
                  <a:srgbClr val="C00000"/>
                </a:solidFill>
                <a:latin typeface="Calibri"/>
                <a:cs typeface="Calibri"/>
              </a:rPr>
              <a:t>is</a:t>
            </a:r>
            <a:r>
              <a:rPr sz="2000" spc="-5" dirty="0">
                <a:solidFill>
                  <a:srgbClr val="C00000"/>
                </a:solidFill>
                <a:latin typeface="Calibri"/>
                <a:cs typeface="Calibri"/>
              </a:rPr>
              <a:t> </a:t>
            </a:r>
            <a:r>
              <a:rPr sz="2000" dirty="0">
                <a:solidFill>
                  <a:srgbClr val="C00000"/>
                </a:solidFill>
                <a:latin typeface="Calibri"/>
                <a:cs typeface="Calibri"/>
              </a:rPr>
              <a:t>made</a:t>
            </a:r>
            <a:r>
              <a:rPr sz="2000" spc="-10" dirty="0">
                <a:solidFill>
                  <a:srgbClr val="C00000"/>
                </a:solidFill>
                <a:latin typeface="Calibri"/>
                <a:cs typeface="Calibri"/>
              </a:rPr>
              <a:t> </a:t>
            </a:r>
            <a:r>
              <a:rPr sz="2000" dirty="0">
                <a:solidFill>
                  <a:srgbClr val="C00000"/>
                </a:solidFill>
                <a:latin typeface="Calibri"/>
                <a:cs typeface="Calibri"/>
              </a:rPr>
              <a:t>early</a:t>
            </a:r>
            <a:r>
              <a:rPr sz="2000" spc="-20" dirty="0">
                <a:solidFill>
                  <a:srgbClr val="C00000"/>
                </a:solidFill>
                <a:latin typeface="Calibri"/>
                <a:cs typeface="Calibri"/>
              </a:rPr>
              <a:t> </a:t>
            </a:r>
            <a:r>
              <a:rPr sz="2000" dirty="0">
                <a:solidFill>
                  <a:srgbClr val="C00000"/>
                </a:solidFill>
                <a:latin typeface="Calibri"/>
                <a:cs typeface="Calibri"/>
              </a:rPr>
              <a:t>in</a:t>
            </a:r>
            <a:r>
              <a:rPr sz="2000" spc="-15" dirty="0">
                <a:solidFill>
                  <a:srgbClr val="C00000"/>
                </a:solidFill>
                <a:latin typeface="Calibri"/>
                <a:cs typeface="Calibri"/>
              </a:rPr>
              <a:t> </a:t>
            </a:r>
            <a:r>
              <a:rPr sz="2000" dirty="0">
                <a:solidFill>
                  <a:srgbClr val="C00000"/>
                </a:solidFill>
                <a:latin typeface="Calibri"/>
                <a:cs typeface="Calibri"/>
              </a:rPr>
              <a:t>the</a:t>
            </a:r>
            <a:r>
              <a:rPr sz="2000" spc="-10" dirty="0">
                <a:solidFill>
                  <a:srgbClr val="C00000"/>
                </a:solidFill>
                <a:latin typeface="Calibri"/>
                <a:cs typeface="Calibri"/>
              </a:rPr>
              <a:t> </a:t>
            </a:r>
            <a:r>
              <a:rPr sz="2000" dirty="0">
                <a:solidFill>
                  <a:srgbClr val="C00000"/>
                </a:solidFill>
                <a:latin typeface="Calibri"/>
                <a:cs typeface="Calibri"/>
              </a:rPr>
              <a:t>risk</a:t>
            </a:r>
            <a:r>
              <a:rPr sz="2000" spc="-5" dirty="0">
                <a:solidFill>
                  <a:srgbClr val="C00000"/>
                </a:solidFill>
                <a:latin typeface="Calibri"/>
                <a:cs typeface="Calibri"/>
              </a:rPr>
              <a:t> </a:t>
            </a:r>
            <a:r>
              <a:rPr sz="2000" dirty="0">
                <a:solidFill>
                  <a:srgbClr val="C00000"/>
                </a:solidFill>
                <a:latin typeface="Calibri"/>
                <a:cs typeface="Calibri"/>
              </a:rPr>
              <a:t>identification</a:t>
            </a:r>
            <a:r>
              <a:rPr sz="2000" spc="-15" dirty="0">
                <a:solidFill>
                  <a:srgbClr val="C00000"/>
                </a:solidFill>
                <a:latin typeface="Calibri"/>
                <a:cs typeface="Calibri"/>
              </a:rPr>
              <a:t> </a:t>
            </a:r>
            <a:r>
              <a:rPr sz="2000" dirty="0">
                <a:solidFill>
                  <a:srgbClr val="C00000"/>
                </a:solidFill>
                <a:latin typeface="Calibri"/>
                <a:cs typeface="Calibri"/>
              </a:rPr>
              <a:t>process</a:t>
            </a:r>
            <a:r>
              <a:rPr sz="2000" spc="-5" dirty="0">
                <a:solidFill>
                  <a:srgbClr val="C00000"/>
                </a:solidFill>
                <a:latin typeface="Calibri"/>
                <a:cs typeface="Calibri"/>
              </a:rPr>
              <a:t> </a:t>
            </a:r>
            <a:r>
              <a:rPr sz="2000" dirty="0">
                <a:solidFill>
                  <a:srgbClr val="C00000"/>
                </a:solidFill>
                <a:latin typeface="Calibri"/>
                <a:cs typeface="Calibri"/>
              </a:rPr>
              <a:t>is</a:t>
            </a:r>
            <a:r>
              <a:rPr sz="2000" spc="-5" dirty="0">
                <a:solidFill>
                  <a:srgbClr val="C00000"/>
                </a:solidFill>
                <a:latin typeface="Calibri"/>
                <a:cs typeface="Calibri"/>
              </a:rPr>
              <a:t> </a:t>
            </a:r>
            <a:r>
              <a:rPr sz="2000" dirty="0">
                <a:solidFill>
                  <a:srgbClr val="C00000"/>
                </a:solidFill>
                <a:latin typeface="Calibri"/>
                <a:cs typeface="Calibri"/>
              </a:rPr>
              <a:t>to</a:t>
            </a:r>
            <a:r>
              <a:rPr sz="2000" spc="-15" dirty="0">
                <a:solidFill>
                  <a:srgbClr val="C00000"/>
                </a:solidFill>
                <a:latin typeface="Calibri"/>
                <a:cs typeface="Calibri"/>
              </a:rPr>
              <a:t> </a:t>
            </a:r>
            <a:r>
              <a:rPr sz="2000" dirty="0">
                <a:solidFill>
                  <a:srgbClr val="C00000"/>
                </a:solidFill>
                <a:latin typeface="Calibri"/>
                <a:cs typeface="Calibri"/>
              </a:rPr>
              <a:t>focus</a:t>
            </a:r>
            <a:r>
              <a:rPr sz="2000" spc="-10" dirty="0">
                <a:solidFill>
                  <a:srgbClr val="C00000"/>
                </a:solidFill>
                <a:latin typeface="Calibri"/>
                <a:cs typeface="Calibri"/>
              </a:rPr>
              <a:t> </a:t>
            </a:r>
            <a:r>
              <a:rPr sz="2000" dirty="0">
                <a:solidFill>
                  <a:srgbClr val="C00000"/>
                </a:solidFill>
                <a:latin typeface="Calibri"/>
                <a:cs typeface="Calibri"/>
              </a:rPr>
              <a:t>on</a:t>
            </a:r>
            <a:r>
              <a:rPr sz="2000" spc="-10" dirty="0">
                <a:solidFill>
                  <a:srgbClr val="C00000"/>
                </a:solidFill>
                <a:latin typeface="Calibri"/>
                <a:cs typeface="Calibri"/>
              </a:rPr>
              <a:t> objectives 	</a:t>
            </a:r>
            <a:r>
              <a:rPr sz="2000" dirty="0">
                <a:solidFill>
                  <a:srgbClr val="C00000"/>
                </a:solidFill>
                <a:latin typeface="Calibri"/>
                <a:cs typeface="Calibri"/>
              </a:rPr>
              <a:t>and</a:t>
            </a:r>
            <a:r>
              <a:rPr sz="2000" spc="-50" dirty="0">
                <a:solidFill>
                  <a:srgbClr val="C00000"/>
                </a:solidFill>
                <a:latin typeface="Calibri"/>
                <a:cs typeface="Calibri"/>
              </a:rPr>
              <a:t> </a:t>
            </a:r>
            <a:r>
              <a:rPr sz="2000" dirty="0">
                <a:solidFill>
                  <a:srgbClr val="C00000"/>
                </a:solidFill>
                <a:latin typeface="Calibri"/>
                <a:cs typeface="Calibri"/>
              </a:rPr>
              <a:t>not</a:t>
            </a:r>
            <a:r>
              <a:rPr sz="2000" spc="-40" dirty="0">
                <a:solidFill>
                  <a:srgbClr val="C00000"/>
                </a:solidFill>
                <a:latin typeface="Calibri"/>
                <a:cs typeface="Calibri"/>
              </a:rPr>
              <a:t> </a:t>
            </a:r>
            <a:r>
              <a:rPr sz="2000" dirty="0">
                <a:solidFill>
                  <a:srgbClr val="C00000"/>
                </a:solidFill>
                <a:latin typeface="Calibri"/>
                <a:cs typeface="Calibri"/>
              </a:rPr>
              <a:t>on</a:t>
            </a:r>
            <a:r>
              <a:rPr sz="2000" spc="-50" dirty="0">
                <a:solidFill>
                  <a:srgbClr val="C00000"/>
                </a:solidFill>
                <a:latin typeface="Calibri"/>
                <a:cs typeface="Calibri"/>
              </a:rPr>
              <a:t> </a:t>
            </a:r>
            <a:r>
              <a:rPr sz="2000" dirty="0">
                <a:solidFill>
                  <a:srgbClr val="C00000"/>
                </a:solidFill>
                <a:latin typeface="Calibri"/>
                <a:cs typeface="Calibri"/>
              </a:rPr>
              <a:t>the</a:t>
            </a:r>
            <a:r>
              <a:rPr sz="2000" spc="-40" dirty="0">
                <a:solidFill>
                  <a:srgbClr val="C00000"/>
                </a:solidFill>
                <a:latin typeface="Calibri"/>
                <a:cs typeface="Calibri"/>
              </a:rPr>
              <a:t> </a:t>
            </a:r>
            <a:r>
              <a:rPr sz="2000" dirty="0">
                <a:solidFill>
                  <a:srgbClr val="C00000"/>
                </a:solidFill>
                <a:latin typeface="Calibri"/>
                <a:cs typeface="Calibri"/>
              </a:rPr>
              <a:t>events</a:t>
            </a:r>
            <a:r>
              <a:rPr sz="2000" spc="-45" dirty="0">
                <a:solidFill>
                  <a:srgbClr val="C00000"/>
                </a:solidFill>
                <a:latin typeface="Calibri"/>
                <a:cs typeface="Calibri"/>
              </a:rPr>
              <a:t> </a:t>
            </a:r>
            <a:r>
              <a:rPr sz="2000" dirty="0">
                <a:solidFill>
                  <a:srgbClr val="C00000"/>
                </a:solidFill>
                <a:latin typeface="Calibri"/>
                <a:cs typeface="Calibri"/>
              </a:rPr>
              <a:t>that</a:t>
            </a:r>
            <a:r>
              <a:rPr sz="2000" spc="-40" dirty="0">
                <a:solidFill>
                  <a:srgbClr val="C00000"/>
                </a:solidFill>
                <a:latin typeface="Calibri"/>
                <a:cs typeface="Calibri"/>
              </a:rPr>
              <a:t> </a:t>
            </a:r>
            <a:r>
              <a:rPr sz="2000" dirty="0">
                <a:solidFill>
                  <a:srgbClr val="C00000"/>
                </a:solidFill>
                <a:latin typeface="Calibri"/>
                <a:cs typeface="Calibri"/>
              </a:rPr>
              <a:t>could</a:t>
            </a:r>
            <a:r>
              <a:rPr sz="2000" spc="-45" dirty="0">
                <a:solidFill>
                  <a:srgbClr val="C00000"/>
                </a:solidFill>
                <a:latin typeface="Calibri"/>
                <a:cs typeface="Calibri"/>
              </a:rPr>
              <a:t> </a:t>
            </a:r>
            <a:r>
              <a:rPr sz="2000" dirty="0">
                <a:solidFill>
                  <a:srgbClr val="C00000"/>
                </a:solidFill>
                <a:latin typeface="Calibri"/>
                <a:cs typeface="Calibri"/>
              </a:rPr>
              <a:t>produce</a:t>
            </a:r>
            <a:r>
              <a:rPr sz="2000" spc="-50" dirty="0">
                <a:solidFill>
                  <a:srgbClr val="C00000"/>
                </a:solidFill>
                <a:latin typeface="Calibri"/>
                <a:cs typeface="Calibri"/>
              </a:rPr>
              <a:t> </a:t>
            </a:r>
            <a:r>
              <a:rPr sz="2000" spc="-10" dirty="0">
                <a:solidFill>
                  <a:srgbClr val="C00000"/>
                </a:solidFill>
                <a:latin typeface="Calibri"/>
                <a:cs typeface="Calibri"/>
              </a:rPr>
              <a:t>consequences.</a:t>
            </a:r>
            <a:endParaRPr sz="2000" dirty="0">
              <a:latin typeface="Calibri"/>
              <a:cs typeface="Calibri"/>
            </a:endParaRPr>
          </a:p>
          <a:p>
            <a:pPr marL="239395" marR="5080" indent="-226695" algn="just">
              <a:lnSpc>
                <a:spcPts val="2090"/>
              </a:lnSpc>
              <a:spcBef>
                <a:spcPts val="1125"/>
              </a:spcBef>
              <a:buFont typeface="Arial MT"/>
              <a:buChar char="•"/>
              <a:tabLst>
                <a:tab pos="241300" algn="l"/>
              </a:tabLst>
            </a:pPr>
            <a:r>
              <a:rPr sz="2000" dirty="0">
                <a:latin typeface="Calibri"/>
                <a:cs typeface="Calibri"/>
              </a:rPr>
              <a:t>Organizations</a:t>
            </a:r>
            <a:r>
              <a:rPr sz="2000" spc="70" dirty="0">
                <a:latin typeface="Calibri"/>
                <a:cs typeface="Calibri"/>
              </a:rPr>
              <a:t>  </a:t>
            </a:r>
            <a:r>
              <a:rPr sz="2000" dirty="0">
                <a:latin typeface="Calibri"/>
                <a:cs typeface="Calibri"/>
              </a:rPr>
              <a:t>use</a:t>
            </a:r>
            <a:r>
              <a:rPr sz="2000" spc="80" dirty="0">
                <a:latin typeface="Calibri"/>
                <a:cs typeface="Calibri"/>
              </a:rPr>
              <a:t>  </a:t>
            </a:r>
            <a:r>
              <a:rPr sz="2000" b="1" dirty="0">
                <a:latin typeface="Calibri"/>
                <a:cs typeface="Calibri"/>
              </a:rPr>
              <a:t>Risk</a:t>
            </a:r>
            <a:r>
              <a:rPr sz="2000" b="1" spc="75" dirty="0">
                <a:latin typeface="Calibri"/>
                <a:cs typeface="Calibri"/>
              </a:rPr>
              <a:t>  </a:t>
            </a:r>
            <a:r>
              <a:rPr sz="2000" b="1" dirty="0">
                <a:latin typeface="Calibri"/>
                <a:cs typeface="Calibri"/>
              </a:rPr>
              <a:t>Breakdown</a:t>
            </a:r>
            <a:r>
              <a:rPr sz="2000" b="1" spc="75" dirty="0">
                <a:latin typeface="Calibri"/>
                <a:cs typeface="Calibri"/>
              </a:rPr>
              <a:t>  </a:t>
            </a:r>
            <a:r>
              <a:rPr sz="2000" b="1" dirty="0">
                <a:latin typeface="Calibri"/>
                <a:cs typeface="Calibri"/>
              </a:rPr>
              <a:t>Structures</a:t>
            </a:r>
            <a:r>
              <a:rPr sz="2000" b="1" spc="75" dirty="0">
                <a:latin typeface="Calibri"/>
                <a:cs typeface="Calibri"/>
              </a:rPr>
              <a:t>  </a:t>
            </a:r>
            <a:r>
              <a:rPr sz="2000" dirty="0">
                <a:latin typeface="Calibri"/>
                <a:cs typeface="Calibri"/>
              </a:rPr>
              <a:t>(RBSs)</a:t>
            </a:r>
            <a:r>
              <a:rPr sz="2000" spc="80" dirty="0">
                <a:latin typeface="Calibri"/>
                <a:cs typeface="Calibri"/>
              </a:rPr>
              <a:t>  </a:t>
            </a:r>
            <a:r>
              <a:rPr sz="2000" dirty="0">
                <a:latin typeface="Calibri"/>
                <a:cs typeface="Calibri"/>
              </a:rPr>
              <a:t>in</a:t>
            </a:r>
            <a:r>
              <a:rPr sz="2000" spc="70" dirty="0">
                <a:latin typeface="Calibri"/>
                <a:cs typeface="Calibri"/>
              </a:rPr>
              <a:t>  </a:t>
            </a:r>
            <a:r>
              <a:rPr sz="2000" dirty="0">
                <a:latin typeface="Calibri"/>
                <a:cs typeface="Calibri"/>
              </a:rPr>
              <a:t>conjunction</a:t>
            </a:r>
            <a:r>
              <a:rPr sz="2000" spc="75" dirty="0">
                <a:latin typeface="Calibri"/>
                <a:cs typeface="Calibri"/>
              </a:rPr>
              <a:t>  </a:t>
            </a:r>
            <a:r>
              <a:rPr sz="2000" dirty="0">
                <a:latin typeface="Calibri"/>
                <a:cs typeface="Calibri"/>
              </a:rPr>
              <a:t>with</a:t>
            </a:r>
            <a:r>
              <a:rPr sz="2000" spc="75" dirty="0">
                <a:latin typeface="Calibri"/>
                <a:cs typeface="Calibri"/>
              </a:rPr>
              <a:t>  </a:t>
            </a:r>
            <a:r>
              <a:rPr sz="2000" dirty="0">
                <a:latin typeface="Calibri"/>
                <a:cs typeface="Calibri"/>
              </a:rPr>
              <a:t>work</a:t>
            </a:r>
            <a:r>
              <a:rPr sz="2000" spc="75" dirty="0">
                <a:latin typeface="Calibri"/>
                <a:cs typeface="Calibri"/>
              </a:rPr>
              <a:t>  </a:t>
            </a:r>
            <a:r>
              <a:rPr sz="2000" spc="-10" dirty="0">
                <a:latin typeface="Calibri"/>
                <a:cs typeface="Calibri"/>
              </a:rPr>
              <a:t>breakdown 	structures</a:t>
            </a:r>
            <a:r>
              <a:rPr sz="2000" spc="-35" dirty="0">
                <a:latin typeface="Calibri"/>
                <a:cs typeface="Calibri"/>
              </a:rPr>
              <a:t> </a:t>
            </a:r>
            <a:r>
              <a:rPr sz="2000" dirty="0">
                <a:latin typeface="Calibri"/>
                <a:cs typeface="Calibri"/>
              </a:rPr>
              <a:t>(WBSs)</a:t>
            </a:r>
            <a:r>
              <a:rPr sz="2000" spc="-35"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help</a:t>
            </a:r>
            <a:r>
              <a:rPr sz="2000" spc="-40" dirty="0">
                <a:latin typeface="Calibri"/>
                <a:cs typeface="Calibri"/>
              </a:rPr>
              <a:t> </a:t>
            </a:r>
            <a:r>
              <a:rPr sz="2000" spc="-10" dirty="0">
                <a:latin typeface="Calibri"/>
                <a:cs typeface="Calibri"/>
              </a:rPr>
              <a:t>management</a:t>
            </a:r>
            <a:r>
              <a:rPr sz="2000" spc="-35" dirty="0">
                <a:latin typeface="Calibri"/>
                <a:cs typeface="Calibri"/>
              </a:rPr>
              <a:t> </a:t>
            </a:r>
            <a:r>
              <a:rPr sz="2000" dirty="0">
                <a:latin typeface="Calibri"/>
                <a:cs typeface="Calibri"/>
              </a:rPr>
              <a:t>teams</a:t>
            </a:r>
            <a:r>
              <a:rPr sz="2000" spc="-35" dirty="0">
                <a:latin typeface="Calibri"/>
                <a:cs typeface="Calibri"/>
              </a:rPr>
              <a:t> </a:t>
            </a:r>
            <a:r>
              <a:rPr sz="2000" dirty="0">
                <a:latin typeface="Calibri"/>
                <a:cs typeface="Calibri"/>
              </a:rPr>
              <a:t>identify</a:t>
            </a:r>
            <a:r>
              <a:rPr sz="2000" spc="-45" dirty="0">
                <a:latin typeface="Calibri"/>
                <a:cs typeface="Calibri"/>
              </a:rPr>
              <a:t> </a:t>
            </a:r>
            <a:r>
              <a:rPr sz="2000" dirty="0">
                <a:latin typeface="Calibri"/>
                <a:cs typeface="Calibri"/>
              </a:rPr>
              <a:t>and</a:t>
            </a:r>
            <a:r>
              <a:rPr sz="2000" spc="-40" dirty="0">
                <a:latin typeface="Calibri"/>
                <a:cs typeface="Calibri"/>
              </a:rPr>
              <a:t> </a:t>
            </a:r>
            <a:r>
              <a:rPr sz="2000" spc="-10" dirty="0">
                <a:latin typeface="Calibri"/>
                <a:cs typeface="Calibri"/>
              </a:rPr>
              <a:t>eventually</a:t>
            </a:r>
            <a:r>
              <a:rPr sz="2000" spc="-40" dirty="0">
                <a:latin typeface="Calibri"/>
                <a:cs typeface="Calibri"/>
              </a:rPr>
              <a:t> </a:t>
            </a:r>
            <a:r>
              <a:rPr sz="2000" spc="-10" dirty="0">
                <a:latin typeface="Calibri"/>
                <a:cs typeface="Calibri"/>
              </a:rPr>
              <a:t>analyze</a:t>
            </a:r>
            <a:r>
              <a:rPr sz="2000" spc="-35" dirty="0">
                <a:latin typeface="Calibri"/>
                <a:cs typeface="Calibri"/>
              </a:rPr>
              <a:t> </a:t>
            </a:r>
            <a:r>
              <a:rPr sz="2000" spc="-10" dirty="0">
                <a:latin typeface="Calibri"/>
                <a:cs typeface="Calibri"/>
              </a:rPr>
              <a:t>risks.</a:t>
            </a:r>
            <a:endParaRPr sz="2000" dirty="0">
              <a:latin typeface="Calibri"/>
              <a:cs typeface="Calibri"/>
            </a:endParaRPr>
          </a:p>
          <a:p>
            <a:pPr marL="239395" marR="5080" indent="-226695" algn="just">
              <a:lnSpc>
                <a:spcPct val="90000"/>
              </a:lnSpc>
              <a:spcBef>
                <a:spcPts val="1015"/>
              </a:spcBef>
              <a:buFont typeface="Arial MT"/>
              <a:buChar char="•"/>
              <a:tabLst>
                <a:tab pos="241300" algn="l"/>
              </a:tabLst>
            </a:pPr>
            <a:r>
              <a:rPr sz="2000" dirty="0">
                <a:solidFill>
                  <a:srgbClr val="C00000"/>
                </a:solidFill>
                <a:latin typeface="Calibri"/>
                <a:cs typeface="Calibri"/>
              </a:rPr>
              <a:t>A</a:t>
            </a:r>
            <a:r>
              <a:rPr sz="2000" spc="185" dirty="0">
                <a:solidFill>
                  <a:srgbClr val="C00000"/>
                </a:solidFill>
                <a:latin typeface="Calibri"/>
                <a:cs typeface="Calibri"/>
              </a:rPr>
              <a:t> </a:t>
            </a:r>
            <a:r>
              <a:rPr sz="2000" dirty="0">
                <a:solidFill>
                  <a:srgbClr val="C00000"/>
                </a:solidFill>
                <a:latin typeface="Calibri"/>
                <a:cs typeface="Calibri"/>
              </a:rPr>
              <a:t>risk</a:t>
            </a:r>
            <a:r>
              <a:rPr sz="2000" spc="190" dirty="0">
                <a:solidFill>
                  <a:srgbClr val="C00000"/>
                </a:solidFill>
                <a:latin typeface="Calibri"/>
                <a:cs typeface="Calibri"/>
              </a:rPr>
              <a:t> </a:t>
            </a:r>
            <a:r>
              <a:rPr sz="2000" dirty="0">
                <a:solidFill>
                  <a:srgbClr val="C00000"/>
                </a:solidFill>
                <a:latin typeface="Calibri"/>
                <a:cs typeface="Calibri"/>
              </a:rPr>
              <a:t>profile</a:t>
            </a:r>
            <a:r>
              <a:rPr sz="2000" spc="185" dirty="0">
                <a:solidFill>
                  <a:srgbClr val="C00000"/>
                </a:solidFill>
                <a:latin typeface="Calibri"/>
                <a:cs typeface="Calibri"/>
              </a:rPr>
              <a:t> </a:t>
            </a:r>
            <a:r>
              <a:rPr sz="2000" dirty="0">
                <a:solidFill>
                  <a:srgbClr val="C00000"/>
                </a:solidFill>
                <a:latin typeface="Calibri"/>
                <a:cs typeface="Calibri"/>
              </a:rPr>
              <a:t>is</a:t>
            </a:r>
            <a:r>
              <a:rPr sz="2000" spc="185" dirty="0">
                <a:solidFill>
                  <a:srgbClr val="C00000"/>
                </a:solidFill>
                <a:latin typeface="Calibri"/>
                <a:cs typeface="Calibri"/>
              </a:rPr>
              <a:t> </a:t>
            </a:r>
            <a:r>
              <a:rPr sz="2000" dirty="0">
                <a:solidFill>
                  <a:srgbClr val="C00000"/>
                </a:solidFill>
                <a:latin typeface="Calibri"/>
                <a:cs typeface="Calibri"/>
              </a:rPr>
              <a:t>another</a:t>
            </a:r>
            <a:r>
              <a:rPr sz="2000" spc="185" dirty="0">
                <a:solidFill>
                  <a:srgbClr val="C00000"/>
                </a:solidFill>
                <a:latin typeface="Calibri"/>
                <a:cs typeface="Calibri"/>
              </a:rPr>
              <a:t> </a:t>
            </a:r>
            <a:r>
              <a:rPr sz="2000" dirty="0">
                <a:solidFill>
                  <a:srgbClr val="C00000"/>
                </a:solidFill>
                <a:latin typeface="Calibri"/>
                <a:cs typeface="Calibri"/>
              </a:rPr>
              <a:t>useful</a:t>
            </a:r>
            <a:r>
              <a:rPr sz="2000" spc="185" dirty="0">
                <a:solidFill>
                  <a:srgbClr val="C00000"/>
                </a:solidFill>
                <a:latin typeface="Calibri"/>
                <a:cs typeface="Calibri"/>
              </a:rPr>
              <a:t> </a:t>
            </a:r>
            <a:r>
              <a:rPr sz="2000" dirty="0">
                <a:solidFill>
                  <a:srgbClr val="C00000"/>
                </a:solidFill>
                <a:latin typeface="Calibri"/>
                <a:cs typeface="Calibri"/>
              </a:rPr>
              <a:t>tool.</a:t>
            </a:r>
            <a:r>
              <a:rPr sz="2000" spc="180" dirty="0">
                <a:solidFill>
                  <a:srgbClr val="C00000"/>
                </a:solidFill>
                <a:latin typeface="Calibri"/>
                <a:cs typeface="Calibri"/>
              </a:rPr>
              <a:t> </a:t>
            </a:r>
            <a:r>
              <a:rPr sz="2000" dirty="0">
                <a:solidFill>
                  <a:srgbClr val="C00000"/>
                </a:solidFill>
                <a:latin typeface="Calibri"/>
                <a:cs typeface="Calibri"/>
              </a:rPr>
              <a:t>A</a:t>
            </a:r>
            <a:r>
              <a:rPr sz="2000" spc="185" dirty="0">
                <a:solidFill>
                  <a:srgbClr val="C00000"/>
                </a:solidFill>
                <a:latin typeface="Calibri"/>
                <a:cs typeface="Calibri"/>
              </a:rPr>
              <a:t> </a:t>
            </a:r>
            <a:r>
              <a:rPr sz="2000" b="1" dirty="0">
                <a:solidFill>
                  <a:srgbClr val="C00000"/>
                </a:solidFill>
                <a:latin typeface="Calibri"/>
                <a:cs typeface="Calibri"/>
              </a:rPr>
              <a:t>Risk</a:t>
            </a:r>
            <a:r>
              <a:rPr sz="2000" b="1" spc="185" dirty="0">
                <a:solidFill>
                  <a:srgbClr val="C00000"/>
                </a:solidFill>
                <a:latin typeface="Calibri"/>
                <a:cs typeface="Calibri"/>
              </a:rPr>
              <a:t> </a:t>
            </a:r>
            <a:r>
              <a:rPr sz="2000" b="1" dirty="0">
                <a:solidFill>
                  <a:srgbClr val="C00000"/>
                </a:solidFill>
                <a:latin typeface="Calibri"/>
                <a:cs typeface="Calibri"/>
              </a:rPr>
              <a:t>Profile</a:t>
            </a:r>
            <a:r>
              <a:rPr sz="2000" b="1" spc="195" dirty="0">
                <a:solidFill>
                  <a:srgbClr val="C00000"/>
                </a:solidFill>
                <a:latin typeface="Calibri"/>
                <a:cs typeface="Calibri"/>
              </a:rPr>
              <a:t> </a:t>
            </a:r>
            <a:r>
              <a:rPr sz="2000" dirty="0">
                <a:solidFill>
                  <a:srgbClr val="C00000"/>
                </a:solidFill>
                <a:latin typeface="Calibri"/>
                <a:cs typeface="Calibri"/>
              </a:rPr>
              <a:t>is</a:t>
            </a:r>
            <a:r>
              <a:rPr sz="2000" spc="185" dirty="0">
                <a:solidFill>
                  <a:srgbClr val="C00000"/>
                </a:solidFill>
                <a:latin typeface="Calibri"/>
                <a:cs typeface="Calibri"/>
              </a:rPr>
              <a:t> </a:t>
            </a:r>
            <a:r>
              <a:rPr sz="2000" dirty="0">
                <a:solidFill>
                  <a:srgbClr val="C00000"/>
                </a:solidFill>
                <a:latin typeface="Calibri"/>
                <a:cs typeface="Calibri"/>
              </a:rPr>
              <a:t>a</a:t>
            </a:r>
            <a:r>
              <a:rPr sz="2000" spc="190" dirty="0">
                <a:solidFill>
                  <a:srgbClr val="C00000"/>
                </a:solidFill>
                <a:latin typeface="Calibri"/>
                <a:cs typeface="Calibri"/>
              </a:rPr>
              <a:t> </a:t>
            </a:r>
            <a:r>
              <a:rPr sz="2000" dirty="0">
                <a:solidFill>
                  <a:srgbClr val="C00000"/>
                </a:solidFill>
                <a:latin typeface="Calibri"/>
                <a:cs typeface="Calibri"/>
              </a:rPr>
              <a:t>list</a:t>
            </a:r>
            <a:r>
              <a:rPr sz="2000" spc="190" dirty="0">
                <a:solidFill>
                  <a:srgbClr val="C00000"/>
                </a:solidFill>
                <a:latin typeface="Calibri"/>
                <a:cs typeface="Calibri"/>
              </a:rPr>
              <a:t> </a:t>
            </a:r>
            <a:r>
              <a:rPr sz="2000" dirty="0">
                <a:solidFill>
                  <a:srgbClr val="C00000"/>
                </a:solidFill>
                <a:latin typeface="Calibri"/>
                <a:cs typeface="Calibri"/>
              </a:rPr>
              <a:t>of</a:t>
            </a:r>
            <a:r>
              <a:rPr sz="2000" spc="185" dirty="0">
                <a:solidFill>
                  <a:srgbClr val="C00000"/>
                </a:solidFill>
                <a:latin typeface="Calibri"/>
                <a:cs typeface="Calibri"/>
              </a:rPr>
              <a:t> </a:t>
            </a:r>
            <a:r>
              <a:rPr sz="2000" dirty="0">
                <a:solidFill>
                  <a:srgbClr val="C00000"/>
                </a:solidFill>
                <a:latin typeface="Calibri"/>
                <a:cs typeface="Calibri"/>
              </a:rPr>
              <a:t>questions</a:t>
            </a:r>
            <a:r>
              <a:rPr sz="2000" spc="180" dirty="0">
                <a:solidFill>
                  <a:srgbClr val="C00000"/>
                </a:solidFill>
                <a:latin typeface="Calibri"/>
                <a:cs typeface="Calibri"/>
              </a:rPr>
              <a:t> </a:t>
            </a:r>
            <a:r>
              <a:rPr sz="2000" dirty="0">
                <a:solidFill>
                  <a:srgbClr val="C00000"/>
                </a:solidFill>
                <a:latin typeface="Calibri"/>
                <a:cs typeface="Calibri"/>
              </a:rPr>
              <a:t>that</a:t>
            </a:r>
            <a:r>
              <a:rPr sz="2000" spc="190" dirty="0">
                <a:solidFill>
                  <a:srgbClr val="C00000"/>
                </a:solidFill>
                <a:latin typeface="Calibri"/>
                <a:cs typeface="Calibri"/>
              </a:rPr>
              <a:t> </a:t>
            </a:r>
            <a:r>
              <a:rPr sz="2000" dirty="0">
                <a:solidFill>
                  <a:srgbClr val="C00000"/>
                </a:solidFill>
                <a:latin typeface="Calibri"/>
                <a:cs typeface="Calibri"/>
              </a:rPr>
              <a:t>address</a:t>
            </a:r>
            <a:r>
              <a:rPr sz="2000" spc="185" dirty="0">
                <a:solidFill>
                  <a:srgbClr val="C00000"/>
                </a:solidFill>
                <a:latin typeface="Calibri"/>
                <a:cs typeface="Calibri"/>
              </a:rPr>
              <a:t> </a:t>
            </a:r>
            <a:r>
              <a:rPr sz="2000" spc="-10" dirty="0">
                <a:solidFill>
                  <a:srgbClr val="C00000"/>
                </a:solidFill>
                <a:latin typeface="Calibri"/>
                <a:cs typeface="Calibri"/>
              </a:rPr>
              <a:t>traditional 	</a:t>
            </a:r>
            <a:r>
              <a:rPr sz="2000" dirty="0">
                <a:solidFill>
                  <a:srgbClr val="C00000"/>
                </a:solidFill>
                <a:latin typeface="Calibri"/>
                <a:cs typeface="Calibri"/>
              </a:rPr>
              <a:t>areas</a:t>
            </a:r>
            <a:r>
              <a:rPr sz="2000" spc="475" dirty="0">
                <a:solidFill>
                  <a:srgbClr val="C00000"/>
                </a:solidFill>
                <a:latin typeface="Calibri"/>
                <a:cs typeface="Calibri"/>
              </a:rPr>
              <a:t> </a:t>
            </a:r>
            <a:r>
              <a:rPr sz="2000" dirty="0">
                <a:solidFill>
                  <a:srgbClr val="C00000"/>
                </a:solidFill>
                <a:latin typeface="Calibri"/>
                <a:cs typeface="Calibri"/>
              </a:rPr>
              <a:t>of</a:t>
            </a:r>
            <a:r>
              <a:rPr sz="2000" spc="475" dirty="0">
                <a:solidFill>
                  <a:srgbClr val="C00000"/>
                </a:solidFill>
                <a:latin typeface="Calibri"/>
                <a:cs typeface="Calibri"/>
              </a:rPr>
              <a:t> </a:t>
            </a:r>
            <a:r>
              <a:rPr sz="2000" dirty="0">
                <a:solidFill>
                  <a:srgbClr val="C00000"/>
                </a:solidFill>
                <a:latin typeface="Calibri"/>
                <a:cs typeface="Calibri"/>
              </a:rPr>
              <a:t>uncertainty</a:t>
            </a:r>
            <a:r>
              <a:rPr sz="2000" spc="465" dirty="0">
                <a:solidFill>
                  <a:srgbClr val="C00000"/>
                </a:solidFill>
                <a:latin typeface="Calibri"/>
                <a:cs typeface="Calibri"/>
              </a:rPr>
              <a:t> </a:t>
            </a:r>
            <a:r>
              <a:rPr sz="2000" dirty="0">
                <a:solidFill>
                  <a:srgbClr val="C00000"/>
                </a:solidFill>
                <a:latin typeface="Calibri"/>
                <a:cs typeface="Calibri"/>
              </a:rPr>
              <a:t>on</a:t>
            </a:r>
            <a:r>
              <a:rPr sz="2000" spc="475" dirty="0">
                <a:solidFill>
                  <a:srgbClr val="C00000"/>
                </a:solidFill>
                <a:latin typeface="Calibri"/>
                <a:cs typeface="Calibri"/>
              </a:rPr>
              <a:t> </a:t>
            </a:r>
            <a:r>
              <a:rPr sz="2000" dirty="0">
                <a:solidFill>
                  <a:srgbClr val="C00000"/>
                </a:solidFill>
                <a:latin typeface="Calibri"/>
                <a:cs typeface="Calibri"/>
              </a:rPr>
              <a:t>a</a:t>
            </a:r>
            <a:r>
              <a:rPr sz="2000" spc="480" dirty="0">
                <a:solidFill>
                  <a:srgbClr val="C00000"/>
                </a:solidFill>
                <a:latin typeface="Calibri"/>
                <a:cs typeface="Calibri"/>
              </a:rPr>
              <a:t> </a:t>
            </a:r>
            <a:r>
              <a:rPr sz="2000" dirty="0">
                <a:solidFill>
                  <a:srgbClr val="C00000"/>
                </a:solidFill>
                <a:latin typeface="Calibri"/>
                <a:cs typeface="Calibri"/>
              </a:rPr>
              <a:t>project.</a:t>
            </a:r>
            <a:r>
              <a:rPr sz="2000" spc="465" dirty="0">
                <a:solidFill>
                  <a:srgbClr val="C00000"/>
                </a:solidFill>
                <a:latin typeface="Calibri"/>
                <a:cs typeface="Calibri"/>
              </a:rPr>
              <a:t> </a:t>
            </a:r>
            <a:r>
              <a:rPr sz="2000" dirty="0">
                <a:solidFill>
                  <a:srgbClr val="C00000"/>
                </a:solidFill>
                <a:latin typeface="Calibri"/>
                <a:cs typeface="Calibri"/>
              </a:rPr>
              <a:t>These</a:t>
            </a:r>
            <a:r>
              <a:rPr sz="2000" spc="480" dirty="0">
                <a:solidFill>
                  <a:srgbClr val="C00000"/>
                </a:solidFill>
                <a:latin typeface="Calibri"/>
                <a:cs typeface="Calibri"/>
              </a:rPr>
              <a:t> </a:t>
            </a:r>
            <a:r>
              <a:rPr sz="2000" dirty="0">
                <a:solidFill>
                  <a:srgbClr val="C00000"/>
                </a:solidFill>
                <a:latin typeface="Calibri"/>
                <a:cs typeface="Calibri"/>
              </a:rPr>
              <a:t>questions</a:t>
            </a:r>
            <a:r>
              <a:rPr sz="2000" spc="475" dirty="0">
                <a:solidFill>
                  <a:srgbClr val="C00000"/>
                </a:solidFill>
                <a:latin typeface="Calibri"/>
                <a:cs typeface="Calibri"/>
              </a:rPr>
              <a:t> </a:t>
            </a:r>
            <a:r>
              <a:rPr sz="2000" dirty="0">
                <a:solidFill>
                  <a:srgbClr val="C00000"/>
                </a:solidFill>
                <a:latin typeface="Calibri"/>
                <a:cs typeface="Calibri"/>
              </a:rPr>
              <a:t>have</a:t>
            </a:r>
            <a:r>
              <a:rPr sz="2000" spc="480" dirty="0">
                <a:solidFill>
                  <a:srgbClr val="C00000"/>
                </a:solidFill>
                <a:latin typeface="Calibri"/>
                <a:cs typeface="Calibri"/>
              </a:rPr>
              <a:t> </a:t>
            </a:r>
            <a:r>
              <a:rPr sz="2000" dirty="0">
                <a:solidFill>
                  <a:srgbClr val="C00000"/>
                </a:solidFill>
                <a:latin typeface="Calibri"/>
                <a:cs typeface="Calibri"/>
              </a:rPr>
              <a:t>been</a:t>
            </a:r>
            <a:r>
              <a:rPr sz="2000" spc="470" dirty="0">
                <a:solidFill>
                  <a:srgbClr val="C00000"/>
                </a:solidFill>
                <a:latin typeface="Calibri"/>
                <a:cs typeface="Calibri"/>
              </a:rPr>
              <a:t> </a:t>
            </a:r>
            <a:r>
              <a:rPr sz="2000" dirty="0">
                <a:solidFill>
                  <a:srgbClr val="C00000"/>
                </a:solidFill>
                <a:latin typeface="Calibri"/>
                <a:cs typeface="Calibri"/>
              </a:rPr>
              <a:t>developed</a:t>
            </a:r>
            <a:r>
              <a:rPr sz="2000" spc="470" dirty="0">
                <a:solidFill>
                  <a:srgbClr val="C00000"/>
                </a:solidFill>
                <a:latin typeface="Calibri"/>
                <a:cs typeface="Calibri"/>
              </a:rPr>
              <a:t> </a:t>
            </a:r>
            <a:r>
              <a:rPr sz="2000" dirty="0">
                <a:solidFill>
                  <a:srgbClr val="C00000"/>
                </a:solidFill>
                <a:latin typeface="Calibri"/>
                <a:cs typeface="Calibri"/>
              </a:rPr>
              <a:t>and</a:t>
            </a:r>
            <a:r>
              <a:rPr sz="2000" spc="470" dirty="0">
                <a:solidFill>
                  <a:srgbClr val="C00000"/>
                </a:solidFill>
                <a:latin typeface="Calibri"/>
                <a:cs typeface="Calibri"/>
              </a:rPr>
              <a:t> </a:t>
            </a:r>
            <a:r>
              <a:rPr sz="2000" dirty="0">
                <a:solidFill>
                  <a:srgbClr val="C00000"/>
                </a:solidFill>
                <a:latin typeface="Calibri"/>
                <a:cs typeface="Calibri"/>
              </a:rPr>
              <a:t>refined</a:t>
            </a:r>
            <a:r>
              <a:rPr sz="2000" spc="475" dirty="0">
                <a:solidFill>
                  <a:srgbClr val="C00000"/>
                </a:solidFill>
                <a:latin typeface="Calibri"/>
                <a:cs typeface="Calibri"/>
              </a:rPr>
              <a:t> </a:t>
            </a:r>
            <a:r>
              <a:rPr sz="2000" spc="-20" dirty="0">
                <a:solidFill>
                  <a:srgbClr val="C00000"/>
                </a:solidFill>
                <a:latin typeface="Calibri"/>
                <a:cs typeface="Calibri"/>
              </a:rPr>
              <a:t>from 	</a:t>
            </a:r>
            <a:r>
              <a:rPr sz="2000" dirty="0">
                <a:solidFill>
                  <a:srgbClr val="C00000"/>
                </a:solidFill>
                <a:latin typeface="Calibri"/>
                <a:cs typeface="Calibri"/>
              </a:rPr>
              <a:t>previous,</a:t>
            </a:r>
            <a:r>
              <a:rPr sz="2000" spc="-85" dirty="0">
                <a:solidFill>
                  <a:srgbClr val="C00000"/>
                </a:solidFill>
                <a:latin typeface="Calibri"/>
                <a:cs typeface="Calibri"/>
              </a:rPr>
              <a:t> </a:t>
            </a:r>
            <a:r>
              <a:rPr sz="2000" dirty="0">
                <a:solidFill>
                  <a:srgbClr val="C00000"/>
                </a:solidFill>
                <a:latin typeface="Calibri"/>
                <a:cs typeface="Calibri"/>
              </a:rPr>
              <a:t>similar</a:t>
            </a:r>
            <a:r>
              <a:rPr sz="2000" spc="-70" dirty="0">
                <a:solidFill>
                  <a:srgbClr val="C00000"/>
                </a:solidFill>
                <a:latin typeface="Calibri"/>
                <a:cs typeface="Calibri"/>
              </a:rPr>
              <a:t> </a:t>
            </a:r>
            <a:r>
              <a:rPr sz="2000" spc="-10" dirty="0">
                <a:solidFill>
                  <a:srgbClr val="C00000"/>
                </a:solidFill>
                <a:latin typeface="Calibri"/>
                <a:cs typeface="Calibri"/>
              </a:rPr>
              <a:t>projects.</a:t>
            </a:r>
            <a:endParaRPr sz="2000" dirty="0">
              <a:latin typeface="Calibri"/>
              <a:cs typeface="Calibri"/>
            </a:endParaRPr>
          </a:p>
        </p:txBody>
      </p:sp>
      <p:pic>
        <p:nvPicPr>
          <p:cNvPr id="5" name="Picture 4">
            <a:extLst>
              <a:ext uri="{FF2B5EF4-FFF2-40B4-BE49-F238E27FC236}">
                <a16:creationId xmlns:a16="http://schemas.microsoft.com/office/drawing/2014/main" id="{78B2CA35-4C7E-4375-A5F9-1E08F43EE1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44889" y="1644571"/>
            <a:ext cx="8555633" cy="5213429"/>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1-</a:t>
            </a:r>
            <a:r>
              <a:rPr spc="120" dirty="0"/>
              <a:t> </a:t>
            </a:r>
            <a:r>
              <a:rPr spc="95" dirty="0"/>
              <a:t>Risk</a:t>
            </a:r>
            <a:r>
              <a:rPr spc="114" dirty="0"/>
              <a:t> </a:t>
            </a:r>
            <a:r>
              <a:rPr spc="105" dirty="0"/>
              <a:t>Identification</a:t>
            </a:r>
            <a:r>
              <a:rPr spc="125" dirty="0"/>
              <a:t> </a:t>
            </a:r>
            <a:r>
              <a:rPr sz="1950" spc="-10" dirty="0"/>
              <a:t>(2/3)</a:t>
            </a:r>
            <a:endParaRPr sz="195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7</a:t>
            </a:fld>
            <a:endParaRPr spc="-50" dirty="0"/>
          </a:p>
        </p:txBody>
      </p:sp>
      <p:sp>
        <p:nvSpPr>
          <p:cNvPr id="4" name="object 4"/>
          <p:cNvSpPr txBox="1"/>
          <p:nvPr/>
        </p:nvSpPr>
        <p:spPr>
          <a:xfrm>
            <a:off x="652582" y="3263900"/>
            <a:ext cx="1052830" cy="845819"/>
          </a:xfrm>
          <a:prstGeom prst="rect">
            <a:avLst/>
          </a:prstGeom>
        </p:spPr>
        <p:txBody>
          <a:bodyPr vert="horz" wrap="square" lIns="0" tIns="13970" rIns="0" bIns="0" rtlCol="0">
            <a:spAutoFit/>
          </a:bodyPr>
          <a:lstStyle/>
          <a:p>
            <a:pPr marL="12700" marR="5080" indent="-635" algn="ctr">
              <a:lnSpc>
                <a:spcPct val="99400"/>
              </a:lnSpc>
              <a:spcBef>
                <a:spcPts val="110"/>
              </a:spcBef>
            </a:pPr>
            <a:r>
              <a:rPr sz="1800" spc="-10" dirty="0">
                <a:latin typeface="Calibri"/>
                <a:cs typeface="Calibri"/>
              </a:rPr>
              <a:t>Generic </a:t>
            </a:r>
            <a:r>
              <a:rPr sz="1800" dirty="0">
                <a:latin typeface="Calibri"/>
                <a:cs typeface="Calibri"/>
              </a:rPr>
              <a:t>example</a:t>
            </a:r>
            <a:r>
              <a:rPr sz="1800" spc="-95" dirty="0">
                <a:latin typeface="Calibri"/>
                <a:cs typeface="Calibri"/>
              </a:rPr>
              <a:t> </a:t>
            </a:r>
            <a:r>
              <a:rPr sz="1800" spc="-25" dirty="0">
                <a:latin typeface="Calibri"/>
                <a:cs typeface="Calibri"/>
              </a:rPr>
              <a:t>of </a:t>
            </a:r>
            <a:r>
              <a:rPr sz="1800" dirty="0">
                <a:latin typeface="Calibri"/>
                <a:cs typeface="Calibri"/>
              </a:rPr>
              <a:t>an</a:t>
            </a:r>
            <a:r>
              <a:rPr sz="1800" spc="-15" dirty="0">
                <a:latin typeface="Calibri"/>
                <a:cs typeface="Calibri"/>
              </a:rPr>
              <a:t> </a:t>
            </a:r>
            <a:r>
              <a:rPr sz="1800" spc="-25" dirty="0">
                <a:latin typeface="Calibri"/>
                <a:cs typeface="Calibri"/>
              </a:rPr>
              <a:t>RBS</a:t>
            </a:r>
            <a:endParaRPr sz="1800">
              <a:latin typeface="Calibri"/>
              <a:cs typeface="Calibri"/>
            </a:endParaRPr>
          </a:p>
        </p:txBody>
      </p:sp>
      <p:pic>
        <p:nvPicPr>
          <p:cNvPr id="6" name="Picture 5">
            <a:extLst>
              <a:ext uri="{FF2B5EF4-FFF2-40B4-BE49-F238E27FC236}">
                <a16:creationId xmlns:a16="http://schemas.microsoft.com/office/drawing/2014/main" id="{1A48287D-1FF5-5B84-A265-CA61F361AE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7" name="object 22">
            <a:extLst>
              <a:ext uri="{FF2B5EF4-FFF2-40B4-BE49-F238E27FC236}">
                <a16:creationId xmlns:a16="http://schemas.microsoft.com/office/drawing/2014/main" id="{43C2D953-F510-FDB7-05A8-6831691F0A30}"/>
              </a:ext>
            </a:extLst>
          </p:cNvPr>
          <p:cNvPicPr/>
          <p:nvPr/>
        </p:nvPicPr>
        <p:blipFill>
          <a:blip r:embed="rId4" cstate="print"/>
          <a:stretch>
            <a:fillRect/>
          </a:stretch>
        </p:blipFill>
        <p:spPr>
          <a:xfrm>
            <a:off x="10651689" y="3581400"/>
            <a:ext cx="303903" cy="2616464"/>
          </a:xfrm>
          <a:prstGeom prst="rect">
            <a:avLst/>
          </a:prstGeom>
        </p:spPr>
      </p:pic>
      <p:sp>
        <p:nvSpPr>
          <p:cNvPr id="9" name="object 74">
            <a:extLst>
              <a:ext uri="{FF2B5EF4-FFF2-40B4-BE49-F238E27FC236}">
                <a16:creationId xmlns:a16="http://schemas.microsoft.com/office/drawing/2014/main" id="{BDA75BDA-9B83-513B-A535-852CD2C9A92A}"/>
              </a:ext>
            </a:extLst>
          </p:cNvPr>
          <p:cNvSpPr txBox="1"/>
          <p:nvPr/>
        </p:nvSpPr>
        <p:spPr>
          <a:xfrm>
            <a:off x="9600180" y="2743200"/>
            <a:ext cx="1120908" cy="297999"/>
          </a:xfrm>
          <a:prstGeom prst="rect">
            <a:avLst/>
          </a:prstGeom>
        </p:spPr>
        <p:txBody>
          <a:bodyPr vert="horz" wrap="square" lIns="0" tIns="11526" rIns="0" bIns="0" rtlCol="0">
            <a:spAutoFit/>
          </a:bodyPr>
          <a:lstStyle/>
          <a:p>
            <a:pPr marL="11527">
              <a:spcBef>
                <a:spcPts val="91"/>
              </a:spcBef>
            </a:pPr>
            <a:r>
              <a:rPr sz="1861" spc="-36" dirty="0">
                <a:solidFill>
                  <a:srgbClr val="FB0000"/>
                </a:solidFill>
                <a:latin typeface="Arial MT"/>
                <a:cs typeface="Arial MT"/>
              </a:rPr>
              <a:t>Categories</a:t>
            </a:r>
            <a:endParaRPr sz="1861" dirty="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02916" y="1555447"/>
            <a:ext cx="8700505" cy="5302552"/>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1-</a:t>
            </a:r>
            <a:r>
              <a:rPr spc="120" dirty="0"/>
              <a:t> </a:t>
            </a:r>
            <a:r>
              <a:rPr spc="95" dirty="0"/>
              <a:t>Risk</a:t>
            </a:r>
            <a:r>
              <a:rPr spc="114" dirty="0"/>
              <a:t> </a:t>
            </a:r>
            <a:r>
              <a:rPr spc="105" dirty="0"/>
              <a:t>Identification</a:t>
            </a:r>
            <a:r>
              <a:rPr spc="125" dirty="0"/>
              <a:t> </a:t>
            </a:r>
            <a:r>
              <a:rPr sz="1950" spc="-10" dirty="0"/>
              <a:t>(3/3)</a:t>
            </a:r>
            <a:endParaRPr sz="195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8</a:t>
            </a:fld>
            <a:endParaRPr spc="-50" dirty="0"/>
          </a:p>
        </p:txBody>
      </p:sp>
      <p:sp>
        <p:nvSpPr>
          <p:cNvPr id="4" name="object 4"/>
          <p:cNvSpPr txBox="1"/>
          <p:nvPr/>
        </p:nvSpPr>
        <p:spPr>
          <a:xfrm>
            <a:off x="297122" y="2901188"/>
            <a:ext cx="1214755" cy="845819"/>
          </a:xfrm>
          <a:prstGeom prst="rect">
            <a:avLst/>
          </a:prstGeom>
        </p:spPr>
        <p:txBody>
          <a:bodyPr vert="horz" wrap="square" lIns="0" tIns="13970" rIns="0" bIns="0" rtlCol="0">
            <a:spAutoFit/>
          </a:bodyPr>
          <a:lstStyle/>
          <a:p>
            <a:pPr marL="12700" marR="5080" algn="ctr">
              <a:lnSpc>
                <a:spcPct val="99400"/>
              </a:lnSpc>
              <a:spcBef>
                <a:spcPts val="110"/>
              </a:spcBef>
            </a:pPr>
            <a:r>
              <a:rPr sz="1800" spc="-10" dirty="0">
                <a:latin typeface="Calibri"/>
                <a:cs typeface="Calibri"/>
              </a:rPr>
              <a:t>Partial </a:t>
            </a:r>
            <a:r>
              <a:rPr sz="1800" dirty="0">
                <a:latin typeface="Calibri"/>
                <a:cs typeface="Calibri"/>
              </a:rPr>
              <a:t>example</a:t>
            </a:r>
            <a:r>
              <a:rPr sz="1800" spc="-55" dirty="0">
                <a:latin typeface="Calibri"/>
                <a:cs typeface="Calibri"/>
              </a:rPr>
              <a:t> </a:t>
            </a:r>
            <a:r>
              <a:rPr sz="1800" dirty="0">
                <a:latin typeface="Calibri"/>
                <a:cs typeface="Calibri"/>
              </a:rPr>
              <a:t>of</a:t>
            </a:r>
            <a:r>
              <a:rPr sz="1800" spc="-50" dirty="0">
                <a:latin typeface="Calibri"/>
                <a:cs typeface="Calibri"/>
              </a:rPr>
              <a:t> a </a:t>
            </a:r>
            <a:r>
              <a:rPr sz="1800" dirty="0">
                <a:latin typeface="Calibri"/>
                <a:cs typeface="Calibri"/>
              </a:rPr>
              <a:t>risk</a:t>
            </a:r>
            <a:r>
              <a:rPr sz="1800" spc="-30" dirty="0">
                <a:latin typeface="Calibri"/>
                <a:cs typeface="Calibri"/>
              </a:rPr>
              <a:t> </a:t>
            </a:r>
            <a:r>
              <a:rPr sz="1800" spc="-10" dirty="0">
                <a:latin typeface="Calibri"/>
                <a:cs typeface="Calibri"/>
              </a:rPr>
              <a:t>profile</a:t>
            </a:r>
            <a:endParaRPr sz="1800">
              <a:latin typeface="Calibri"/>
              <a:cs typeface="Calibri"/>
            </a:endParaRPr>
          </a:p>
        </p:txBody>
      </p:sp>
      <p:pic>
        <p:nvPicPr>
          <p:cNvPr id="6" name="Picture 5">
            <a:extLst>
              <a:ext uri="{FF2B5EF4-FFF2-40B4-BE49-F238E27FC236}">
                <a16:creationId xmlns:a16="http://schemas.microsoft.com/office/drawing/2014/main" id="{216626D0-C801-365F-DBD2-2E17125EE0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2-</a:t>
            </a:r>
            <a:r>
              <a:rPr spc="120" dirty="0"/>
              <a:t> </a:t>
            </a:r>
            <a:r>
              <a:rPr spc="95" dirty="0"/>
              <a:t>Risk</a:t>
            </a:r>
            <a:r>
              <a:rPr spc="114" dirty="0"/>
              <a:t> </a:t>
            </a:r>
            <a:r>
              <a:rPr spc="110" dirty="0"/>
              <a:t>Assessment</a:t>
            </a:r>
            <a:r>
              <a:rPr spc="135" dirty="0"/>
              <a:t> </a:t>
            </a:r>
            <a:r>
              <a:rPr sz="1950" spc="-10" dirty="0"/>
              <a:t>(1/4)</a:t>
            </a:r>
            <a:endParaRPr sz="195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9</a:t>
            </a:fld>
            <a:endParaRPr spc="-50" dirty="0"/>
          </a:p>
        </p:txBody>
      </p:sp>
      <p:sp>
        <p:nvSpPr>
          <p:cNvPr id="3" name="object 3"/>
          <p:cNvSpPr txBox="1"/>
          <p:nvPr/>
        </p:nvSpPr>
        <p:spPr>
          <a:xfrm>
            <a:off x="916939" y="1781556"/>
            <a:ext cx="10358120" cy="4173220"/>
          </a:xfrm>
          <a:prstGeom prst="rect">
            <a:avLst/>
          </a:prstGeom>
        </p:spPr>
        <p:txBody>
          <a:bodyPr vert="horz" wrap="square" lIns="0" tIns="59055" rIns="0" bIns="0" rtlCol="0">
            <a:spAutoFit/>
          </a:bodyPr>
          <a:lstStyle/>
          <a:p>
            <a:pPr marL="241300" marR="5080" indent="-228600" algn="just">
              <a:lnSpc>
                <a:spcPct val="90400"/>
              </a:lnSpc>
              <a:spcBef>
                <a:spcPts val="465"/>
              </a:spcBef>
              <a:buFont typeface="Arial MT"/>
              <a:buChar char="•"/>
              <a:tabLst>
                <a:tab pos="241300" algn="l"/>
              </a:tabLst>
            </a:pPr>
            <a:r>
              <a:rPr sz="3200" dirty="0">
                <a:latin typeface="Calibri"/>
                <a:cs typeface="Calibri"/>
              </a:rPr>
              <a:t>Step</a:t>
            </a:r>
            <a:r>
              <a:rPr sz="3200" spc="90" dirty="0">
                <a:latin typeface="Calibri"/>
                <a:cs typeface="Calibri"/>
              </a:rPr>
              <a:t> </a:t>
            </a:r>
            <a:r>
              <a:rPr sz="3200" dirty="0">
                <a:latin typeface="Calibri"/>
                <a:cs typeface="Calibri"/>
              </a:rPr>
              <a:t>1</a:t>
            </a:r>
            <a:r>
              <a:rPr sz="3200" spc="85" dirty="0">
                <a:latin typeface="Calibri"/>
                <a:cs typeface="Calibri"/>
              </a:rPr>
              <a:t> </a:t>
            </a:r>
            <a:r>
              <a:rPr sz="3200" dirty="0">
                <a:latin typeface="Calibri"/>
                <a:cs typeface="Calibri"/>
              </a:rPr>
              <a:t>produces</a:t>
            </a:r>
            <a:r>
              <a:rPr sz="3200" spc="75" dirty="0">
                <a:latin typeface="Calibri"/>
                <a:cs typeface="Calibri"/>
              </a:rPr>
              <a:t> </a:t>
            </a:r>
            <a:r>
              <a:rPr sz="3200" dirty="0">
                <a:latin typeface="Calibri"/>
                <a:cs typeface="Calibri"/>
              </a:rPr>
              <a:t>a</a:t>
            </a:r>
            <a:r>
              <a:rPr sz="3200" spc="90" dirty="0">
                <a:latin typeface="Calibri"/>
                <a:cs typeface="Calibri"/>
              </a:rPr>
              <a:t> </a:t>
            </a:r>
            <a:r>
              <a:rPr sz="3200" dirty="0">
                <a:latin typeface="Calibri"/>
                <a:cs typeface="Calibri"/>
              </a:rPr>
              <a:t>list</a:t>
            </a:r>
            <a:r>
              <a:rPr sz="3200" spc="90" dirty="0">
                <a:latin typeface="Calibri"/>
                <a:cs typeface="Calibri"/>
              </a:rPr>
              <a:t> </a:t>
            </a:r>
            <a:r>
              <a:rPr sz="3200" dirty="0">
                <a:latin typeface="Calibri"/>
                <a:cs typeface="Calibri"/>
              </a:rPr>
              <a:t>of</a:t>
            </a:r>
            <a:r>
              <a:rPr sz="3200" spc="80" dirty="0">
                <a:latin typeface="Calibri"/>
                <a:cs typeface="Calibri"/>
              </a:rPr>
              <a:t> </a:t>
            </a:r>
            <a:r>
              <a:rPr sz="3200" dirty="0">
                <a:latin typeface="Calibri"/>
                <a:cs typeface="Calibri"/>
              </a:rPr>
              <a:t>potential</a:t>
            </a:r>
            <a:r>
              <a:rPr sz="3200" spc="85" dirty="0">
                <a:latin typeface="Calibri"/>
                <a:cs typeface="Calibri"/>
              </a:rPr>
              <a:t> </a:t>
            </a:r>
            <a:r>
              <a:rPr sz="3200" dirty="0">
                <a:latin typeface="Calibri"/>
                <a:cs typeface="Calibri"/>
              </a:rPr>
              <a:t>risks.</a:t>
            </a:r>
            <a:r>
              <a:rPr sz="3200" spc="90" dirty="0">
                <a:latin typeface="Calibri"/>
                <a:cs typeface="Calibri"/>
              </a:rPr>
              <a:t> </a:t>
            </a:r>
            <a:r>
              <a:rPr sz="3200" dirty="0">
                <a:latin typeface="Calibri"/>
                <a:cs typeface="Calibri"/>
              </a:rPr>
              <a:t>Not</a:t>
            </a:r>
            <a:r>
              <a:rPr sz="3200" spc="95" dirty="0">
                <a:latin typeface="Calibri"/>
                <a:cs typeface="Calibri"/>
              </a:rPr>
              <a:t> </a:t>
            </a:r>
            <a:r>
              <a:rPr sz="3200" dirty="0">
                <a:latin typeface="Calibri"/>
                <a:cs typeface="Calibri"/>
              </a:rPr>
              <a:t>all</a:t>
            </a:r>
            <a:r>
              <a:rPr sz="3200" spc="90" dirty="0">
                <a:latin typeface="Calibri"/>
                <a:cs typeface="Calibri"/>
              </a:rPr>
              <a:t> </a:t>
            </a:r>
            <a:r>
              <a:rPr sz="3200" dirty="0">
                <a:latin typeface="Calibri"/>
                <a:cs typeface="Calibri"/>
              </a:rPr>
              <a:t>of</a:t>
            </a:r>
            <a:r>
              <a:rPr sz="3200" spc="85" dirty="0">
                <a:latin typeface="Calibri"/>
                <a:cs typeface="Calibri"/>
              </a:rPr>
              <a:t> </a:t>
            </a:r>
            <a:r>
              <a:rPr sz="3200" dirty="0">
                <a:latin typeface="Calibri"/>
                <a:cs typeface="Calibri"/>
              </a:rPr>
              <a:t>these</a:t>
            </a:r>
            <a:r>
              <a:rPr sz="3200" spc="85" dirty="0">
                <a:latin typeface="Calibri"/>
                <a:cs typeface="Calibri"/>
              </a:rPr>
              <a:t> </a:t>
            </a:r>
            <a:r>
              <a:rPr sz="3200" spc="-10" dirty="0">
                <a:latin typeface="Calibri"/>
                <a:cs typeface="Calibri"/>
              </a:rPr>
              <a:t>risks </a:t>
            </a:r>
            <a:r>
              <a:rPr sz="3200" dirty="0">
                <a:latin typeface="Calibri"/>
                <a:cs typeface="Calibri"/>
              </a:rPr>
              <a:t>deserve</a:t>
            </a:r>
            <a:r>
              <a:rPr sz="3200" spc="-40" dirty="0">
                <a:latin typeface="Calibri"/>
                <a:cs typeface="Calibri"/>
              </a:rPr>
              <a:t> </a:t>
            </a:r>
            <a:r>
              <a:rPr sz="3200" dirty="0">
                <a:latin typeface="Calibri"/>
                <a:cs typeface="Calibri"/>
              </a:rPr>
              <a:t>attention.</a:t>
            </a:r>
            <a:r>
              <a:rPr sz="3200" spc="-20" dirty="0">
                <a:latin typeface="Calibri"/>
                <a:cs typeface="Calibri"/>
              </a:rPr>
              <a:t> </a:t>
            </a:r>
            <a:r>
              <a:rPr sz="3200" dirty="0">
                <a:latin typeface="Calibri"/>
                <a:cs typeface="Calibri"/>
              </a:rPr>
              <a:t>Some</a:t>
            </a:r>
            <a:r>
              <a:rPr sz="3200" spc="-35" dirty="0">
                <a:latin typeface="Calibri"/>
                <a:cs typeface="Calibri"/>
              </a:rPr>
              <a:t> </a:t>
            </a:r>
            <a:r>
              <a:rPr sz="3200" dirty="0">
                <a:latin typeface="Calibri"/>
                <a:cs typeface="Calibri"/>
              </a:rPr>
              <a:t>are</a:t>
            </a:r>
            <a:r>
              <a:rPr sz="3200" spc="-30" dirty="0">
                <a:latin typeface="Calibri"/>
                <a:cs typeface="Calibri"/>
              </a:rPr>
              <a:t> </a:t>
            </a:r>
            <a:r>
              <a:rPr sz="3200" dirty="0">
                <a:latin typeface="Calibri"/>
                <a:cs typeface="Calibri"/>
              </a:rPr>
              <a:t>trivial</a:t>
            </a:r>
            <a:r>
              <a:rPr sz="3200" spc="-30" dirty="0">
                <a:latin typeface="Calibri"/>
                <a:cs typeface="Calibri"/>
              </a:rPr>
              <a:t> </a:t>
            </a:r>
            <a:r>
              <a:rPr sz="3200" dirty="0">
                <a:latin typeface="Calibri"/>
                <a:cs typeface="Calibri"/>
              </a:rPr>
              <a:t>and</a:t>
            </a:r>
            <a:r>
              <a:rPr sz="3200" spc="-20" dirty="0">
                <a:latin typeface="Calibri"/>
                <a:cs typeface="Calibri"/>
              </a:rPr>
              <a:t> </a:t>
            </a:r>
            <a:r>
              <a:rPr sz="3200" dirty="0">
                <a:latin typeface="Calibri"/>
                <a:cs typeface="Calibri"/>
              </a:rPr>
              <a:t>can</a:t>
            </a:r>
            <a:r>
              <a:rPr sz="3200" spc="-25" dirty="0">
                <a:latin typeface="Calibri"/>
                <a:cs typeface="Calibri"/>
              </a:rPr>
              <a:t> </a:t>
            </a:r>
            <a:r>
              <a:rPr sz="3200" dirty="0">
                <a:latin typeface="Calibri"/>
                <a:cs typeface="Calibri"/>
              </a:rPr>
              <a:t>be</a:t>
            </a:r>
            <a:r>
              <a:rPr sz="3200" spc="-30" dirty="0">
                <a:latin typeface="Calibri"/>
                <a:cs typeface="Calibri"/>
              </a:rPr>
              <a:t> </a:t>
            </a:r>
            <a:r>
              <a:rPr sz="3200" dirty="0">
                <a:latin typeface="Calibri"/>
                <a:cs typeface="Calibri"/>
              </a:rPr>
              <a:t>ignored,</a:t>
            </a:r>
            <a:r>
              <a:rPr sz="3200" spc="-30" dirty="0">
                <a:latin typeface="Calibri"/>
                <a:cs typeface="Calibri"/>
              </a:rPr>
              <a:t> </a:t>
            </a:r>
            <a:r>
              <a:rPr sz="3200" spc="-10" dirty="0">
                <a:latin typeface="Calibri"/>
                <a:cs typeface="Calibri"/>
              </a:rPr>
              <a:t>while </a:t>
            </a:r>
            <a:r>
              <a:rPr sz="3200" dirty="0">
                <a:latin typeface="Calibri"/>
                <a:cs typeface="Calibri"/>
              </a:rPr>
              <a:t>others</a:t>
            </a:r>
            <a:r>
              <a:rPr sz="3200" spc="45" dirty="0">
                <a:latin typeface="Calibri"/>
                <a:cs typeface="Calibri"/>
              </a:rPr>
              <a:t> </a:t>
            </a:r>
            <a:r>
              <a:rPr sz="3200" dirty="0">
                <a:latin typeface="Calibri"/>
                <a:cs typeface="Calibri"/>
              </a:rPr>
              <a:t>pose</a:t>
            </a:r>
            <a:r>
              <a:rPr sz="3200" spc="50" dirty="0">
                <a:latin typeface="Calibri"/>
                <a:cs typeface="Calibri"/>
              </a:rPr>
              <a:t> </a:t>
            </a:r>
            <a:r>
              <a:rPr sz="3200" dirty="0">
                <a:latin typeface="Calibri"/>
                <a:cs typeface="Calibri"/>
              </a:rPr>
              <a:t>serious</a:t>
            </a:r>
            <a:r>
              <a:rPr sz="3200" spc="45" dirty="0">
                <a:latin typeface="Calibri"/>
                <a:cs typeface="Calibri"/>
              </a:rPr>
              <a:t> </a:t>
            </a:r>
            <a:r>
              <a:rPr sz="3200" dirty="0">
                <a:latin typeface="Calibri"/>
                <a:cs typeface="Calibri"/>
              </a:rPr>
              <a:t>threats</a:t>
            </a:r>
            <a:r>
              <a:rPr sz="3200" spc="55" dirty="0">
                <a:latin typeface="Calibri"/>
                <a:cs typeface="Calibri"/>
              </a:rPr>
              <a:t> </a:t>
            </a:r>
            <a:r>
              <a:rPr sz="3200" dirty="0">
                <a:latin typeface="Calibri"/>
                <a:cs typeface="Calibri"/>
              </a:rPr>
              <a:t>to</a:t>
            </a:r>
            <a:r>
              <a:rPr sz="3200" spc="55" dirty="0">
                <a:latin typeface="Calibri"/>
                <a:cs typeface="Calibri"/>
              </a:rPr>
              <a:t> </a:t>
            </a:r>
            <a:r>
              <a:rPr sz="3200" dirty="0">
                <a:latin typeface="Calibri"/>
                <a:cs typeface="Calibri"/>
              </a:rPr>
              <a:t>the</a:t>
            </a:r>
            <a:r>
              <a:rPr sz="3200" spc="50" dirty="0">
                <a:latin typeface="Calibri"/>
                <a:cs typeface="Calibri"/>
              </a:rPr>
              <a:t> </a:t>
            </a:r>
            <a:r>
              <a:rPr sz="3200" dirty="0">
                <a:latin typeface="Calibri"/>
                <a:cs typeface="Calibri"/>
              </a:rPr>
              <a:t>welfare</a:t>
            </a:r>
            <a:r>
              <a:rPr sz="3200" spc="55" dirty="0">
                <a:latin typeface="Calibri"/>
                <a:cs typeface="Calibri"/>
              </a:rPr>
              <a:t> </a:t>
            </a:r>
            <a:r>
              <a:rPr sz="3200" dirty="0">
                <a:latin typeface="Calibri"/>
                <a:cs typeface="Calibri"/>
              </a:rPr>
              <a:t>of</a:t>
            </a:r>
            <a:r>
              <a:rPr sz="3200" spc="50" dirty="0">
                <a:latin typeface="Calibri"/>
                <a:cs typeface="Calibri"/>
              </a:rPr>
              <a:t> </a:t>
            </a:r>
            <a:r>
              <a:rPr sz="3200" dirty="0">
                <a:latin typeface="Calibri"/>
                <a:cs typeface="Calibri"/>
              </a:rPr>
              <a:t>the</a:t>
            </a:r>
            <a:r>
              <a:rPr sz="3200" spc="50" dirty="0">
                <a:latin typeface="Calibri"/>
                <a:cs typeface="Calibri"/>
              </a:rPr>
              <a:t> </a:t>
            </a:r>
            <a:r>
              <a:rPr sz="3200" dirty="0">
                <a:latin typeface="Calibri"/>
                <a:cs typeface="Calibri"/>
              </a:rPr>
              <a:t>project</a:t>
            </a:r>
            <a:r>
              <a:rPr sz="3200" spc="55" dirty="0">
                <a:latin typeface="Calibri"/>
                <a:cs typeface="Calibri"/>
              </a:rPr>
              <a:t> </a:t>
            </a:r>
            <a:r>
              <a:rPr sz="3200" spc="-25" dirty="0">
                <a:latin typeface="Calibri"/>
                <a:cs typeface="Calibri"/>
              </a:rPr>
              <a:t>and </a:t>
            </a:r>
            <a:r>
              <a:rPr sz="3200" dirty="0">
                <a:latin typeface="Calibri"/>
                <a:cs typeface="Calibri"/>
              </a:rPr>
              <a:t>must</a:t>
            </a:r>
            <a:r>
              <a:rPr sz="3200" spc="-70" dirty="0">
                <a:latin typeface="Calibri"/>
                <a:cs typeface="Calibri"/>
              </a:rPr>
              <a:t> </a:t>
            </a:r>
            <a:r>
              <a:rPr sz="3200" dirty="0">
                <a:latin typeface="Calibri"/>
                <a:cs typeface="Calibri"/>
              </a:rPr>
              <a:t>focus</a:t>
            </a:r>
            <a:r>
              <a:rPr sz="3200" spc="-80" dirty="0">
                <a:latin typeface="Calibri"/>
                <a:cs typeface="Calibri"/>
              </a:rPr>
              <a:t> </a:t>
            </a:r>
            <a:r>
              <a:rPr sz="3200" dirty="0">
                <a:latin typeface="Calibri"/>
                <a:cs typeface="Calibri"/>
              </a:rPr>
              <a:t>on</a:t>
            </a:r>
            <a:r>
              <a:rPr sz="3200" spc="-70" dirty="0">
                <a:latin typeface="Calibri"/>
                <a:cs typeface="Calibri"/>
              </a:rPr>
              <a:t> </a:t>
            </a:r>
            <a:r>
              <a:rPr sz="3200" spc="-20" dirty="0">
                <a:latin typeface="Calibri"/>
                <a:cs typeface="Calibri"/>
              </a:rPr>
              <a:t>them.</a:t>
            </a:r>
            <a:endParaRPr sz="3200" dirty="0">
              <a:latin typeface="Calibri"/>
              <a:cs typeface="Calibri"/>
            </a:endParaRPr>
          </a:p>
          <a:p>
            <a:pPr marL="241300" marR="5080" indent="-228600" algn="just">
              <a:lnSpc>
                <a:spcPct val="89700"/>
              </a:lnSpc>
              <a:spcBef>
                <a:spcPts val="950"/>
              </a:spcBef>
              <a:buFont typeface="Arial MT"/>
              <a:buChar char="•"/>
              <a:tabLst>
                <a:tab pos="241300" algn="l"/>
              </a:tabLst>
            </a:pPr>
            <a:r>
              <a:rPr sz="3200" b="1" dirty="0">
                <a:latin typeface="Calibri"/>
                <a:cs typeface="Calibri"/>
              </a:rPr>
              <a:t>Scenario</a:t>
            </a:r>
            <a:r>
              <a:rPr sz="3200" b="1" spc="590" dirty="0">
                <a:latin typeface="Calibri"/>
                <a:cs typeface="Calibri"/>
              </a:rPr>
              <a:t> </a:t>
            </a:r>
            <a:r>
              <a:rPr sz="3200" b="1" dirty="0">
                <a:latin typeface="Calibri"/>
                <a:cs typeface="Calibri"/>
              </a:rPr>
              <a:t>analysis</a:t>
            </a:r>
            <a:r>
              <a:rPr sz="3200" b="1" spc="585" dirty="0">
                <a:latin typeface="Calibri"/>
                <a:cs typeface="Calibri"/>
              </a:rPr>
              <a:t> </a:t>
            </a:r>
            <a:r>
              <a:rPr sz="3200" dirty="0">
                <a:latin typeface="Calibri"/>
                <a:cs typeface="Calibri"/>
              </a:rPr>
              <a:t>is</a:t>
            </a:r>
            <a:r>
              <a:rPr sz="3200" spc="585" dirty="0">
                <a:latin typeface="Calibri"/>
                <a:cs typeface="Calibri"/>
              </a:rPr>
              <a:t> </a:t>
            </a:r>
            <a:r>
              <a:rPr sz="3200" dirty="0">
                <a:latin typeface="Calibri"/>
                <a:cs typeface="Calibri"/>
              </a:rPr>
              <a:t>the</a:t>
            </a:r>
            <a:r>
              <a:rPr sz="3200" spc="590" dirty="0">
                <a:latin typeface="Calibri"/>
                <a:cs typeface="Calibri"/>
              </a:rPr>
              <a:t> </a:t>
            </a:r>
            <a:r>
              <a:rPr sz="3200" dirty="0">
                <a:latin typeface="Calibri"/>
                <a:cs typeface="Calibri"/>
              </a:rPr>
              <a:t>easiest</a:t>
            </a:r>
            <a:r>
              <a:rPr sz="3200" spc="595" dirty="0">
                <a:latin typeface="Calibri"/>
                <a:cs typeface="Calibri"/>
              </a:rPr>
              <a:t> </a:t>
            </a:r>
            <a:r>
              <a:rPr sz="3200" dirty="0">
                <a:latin typeface="Calibri"/>
                <a:cs typeface="Calibri"/>
              </a:rPr>
              <a:t>and</a:t>
            </a:r>
            <a:r>
              <a:rPr sz="3200" spc="595" dirty="0">
                <a:latin typeface="Calibri"/>
                <a:cs typeface="Calibri"/>
              </a:rPr>
              <a:t> </a:t>
            </a:r>
            <a:r>
              <a:rPr sz="3200" dirty="0">
                <a:latin typeface="Calibri"/>
                <a:cs typeface="Calibri"/>
              </a:rPr>
              <a:t>most</a:t>
            </a:r>
            <a:r>
              <a:rPr sz="3200" spc="595" dirty="0">
                <a:latin typeface="Calibri"/>
                <a:cs typeface="Calibri"/>
              </a:rPr>
              <a:t> </a:t>
            </a:r>
            <a:r>
              <a:rPr sz="3200" dirty="0">
                <a:latin typeface="Calibri"/>
                <a:cs typeface="Calibri"/>
              </a:rPr>
              <a:t>commonly</a:t>
            </a:r>
            <a:r>
              <a:rPr sz="3200" spc="590" dirty="0">
                <a:latin typeface="Calibri"/>
                <a:cs typeface="Calibri"/>
              </a:rPr>
              <a:t> </a:t>
            </a:r>
            <a:r>
              <a:rPr sz="3200" spc="-20" dirty="0">
                <a:latin typeface="Calibri"/>
                <a:cs typeface="Calibri"/>
              </a:rPr>
              <a:t>used </a:t>
            </a:r>
            <a:r>
              <a:rPr sz="3200" dirty="0">
                <a:latin typeface="Calibri"/>
                <a:cs typeface="Calibri"/>
              </a:rPr>
              <a:t>technique</a:t>
            </a:r>
            <a:r>
              <a:rPr sz="3200" spc="90" dirty="0">
                <a:latin typeface="Calibri"/>
                <a:cs typeface="Calibri"/>
              </a:rPr>
              <a:t>  </a:t>
            </a:r>
            <a:r>
              <a:rPr sz="3200" dirty="0">
                <a:latin typeface="Calibri"/>
                <a:cs typeface="Calibri"/>
              </a:rPr>
              <a:t>for</a:t>
            </a:r>
            <a:r>
              <a:rPr sz="3200" spc="90" dirty="0">
                <a:latin typeface="Calibri"/>
                <a:cs typeface="Calibri"/>
              </a:rPr>
              <a:t>  </a:t>
            </a:r>
            <a:r>
              <a:rPr sz="3200" dirty="0">
                <a:latin typeface="Calibri"/>
                <a:cs typeface="Calibri"/>
              </a:rPr>
              <a:t>analyzing</a:t>
            </a:r>
            <a:r>
              <a:rPr sz="3200" spc="100" dirty="0">
                <a:latin typeface="Calibri"/>
                <a:cs typeface="Calibri"/>
              </a:rPr>
              <a:t>  </a:t>
            </a:r>
            <a:r>
              <a:rPr sz="3200" dirty="0">
                <a:latin typeface="Calibri"/>
                <a:cs typeface="Calibri"/>
              </a:rPr>
              <a:t>risks.</a:t>
            </a:r>
            <a:r>
              <a:rPr sz="3200" spc="95" dirty="0">
                <a:latin typeface="Calibri"/>
                <a:cs typeface="Calibri"/>
              </a:rPr>
              <a:t>  </a:t>
            </a:r>
            <a:r>
              <a:rPr sz="3200" dirty="0">
                <a:latin typeface="Calibri"/>
                <a:cs typeface="Calibri"/>
              </a:rPr>
              <a:t>Team</a:t>
            </a:r>
            <a:r>
              <a:rPr sz="3200" spc="95" dirty="0">
                <a:latin typeface="Calibri"/>
                <a:cs typeface="Calibri"/>
              </a:rPr>
              <a:t>  </a:t>
            </a:r>
            <a:r>
              <a:rPr sz="3200" dirty="0">
                <a:latin typeface="Calibri"/>
                <a:cs typeface="Calibri"/>
              </a:rPr>
              <a:t>members</a:t>
            </a:r>
            <a:r>
              <a:rPr sz="3200" spc="90" dirty="0">
                <a:latin typeface="Calibri"/>
                <a:cs typeface="Calibri"/>
              </a:rPr>
              <a:t>  </a:t>
            </a:r>
            <a:r>
              <a:rPr sz="3200" dirty="0">
                <a:latin typeface="Calibri"/>
                <a:cs typeface="Calibri"/>
              </a:rPr>
              <a:t>assess</a:t>
            </a:r>
            <a:r>
              <a:rPr sz="3200" spc="95" dirty="0">
                <a:latin typeface="Calibri"/>
                <a:cs typeface="Calibri"/>
              </a:rPr>
              <a:t>  </a:t>
            </a:r>
            <a:r>
              <a:rPr sz="3200" spc="-25" dirty="0">
                <a:latin typeface="Calibri"/>
                <a:cs typeface="Calibri"/>
              </a:rPr>
              <a:t>the </a:t>
            </a:r>
            <a:r>
              <a:rPr sz="3200" dirty="0">
                <a:latin typeface="Calibri"/>
                <a:cs typeface="Calibri"/>
              </a:rPr>
              <a:t>significance</a:t>
            </a:r>
            <a:r>
              <a:rPr sz="3200" spc="-60" dirty="0">
                <a:latin typeface="Calibri"/>
                <a:cs typeface="Calibri"/>
              </a:rPr>
              <a:t> </a:t>
            </a:r>
            <a:r>
              <a:rPr sz="3200" dirty="0">
                <a:latin typeface="Calibri"/>
                <a:cs typeface="Calibri"/>
              </a:rPr>
              <a:t>of</a:t>
            </a:r>
            <a:r>
              <a:rPr sz="3200" spc="-60" dirty="0">
                <a:latin typeface="Calibri"/>
                <a:cs typeface="Calibri"/>
              </a:rPr>
              <a:t> </a:t>
            </a:r>
            <a:r>
              <a:rPr sz="3200" dirty="0">
                <a:latin typeface="Calibri"/>
                <a:cs typeface="Calibri"/>
              </a:rPr>
              <a:t>each</a:t>
            </a:r>
            <a:r>
              <a:rPr sz="3200" spc="-50" dirty="0">
                <a:latin typeface="Calibri"/>
                <a:cs typeface="Calibri"/>
              </a:rPr>
              <a:t> </a:t>
            </a:r>
            <a:r>
              <a:rPr sz="3200" dirty="0">
                <a:latin typeface="Calibri"/>
                <a:cs typeface="Calibri"/>
              </a:rPr>
              <a:t>risk</a:t>
            </a:r>
            <a:r>
              <a:rPr sz="3200" spc="-60" dirty="0">
                <a:latin typeface="Calibri"/>
                <a:cs typeface="Calibri"/>
              </a:rPr>
              <a:t> </a:t>
            </a:r>
            <a:r>
              <a:rPr sz="3200" dirty="0">
                <a:latin typeface="Calibri"/>
                <a:cs typeface="Calibri"/>
              </a:rPr>
              <a:t>event</a:t>
            </a:r>
            <a:r>
              <a:rPr sz="3200" spc="-50" dirty="0">
                <a:latin typeface="Calibri"/>
                <a:cs typeface="Calibri"/>
              </a:rPr>
              <a:t> </a:t>
            </a:r>
            <a:r>
              <a:rPr sz="3200" dirty="0">
                <a:latin typeface="Calibri"/>
                <a:cs typeface="Calibri"/>
              </a:rPr>
              <a:t>in</a:t>
            </a:r>
            <a:r>
              <a:rPr sz="3200" spc="-50" dirty="0">
                <a:latin typeface="Calibri"/>
                <a:cs typeface="Calibri"/>
              </a:rPr>
              <a:t> </a:t>
            </a:r>
            <a:r>
              <a:rPr sz="3200" dirty="0">
                <a:latin typeface="Calibri"/>
                <a:cs typeface="Calibri"/>
              </a:rPr>
              <a:t>terms</a:t>
            </a:r>
            <a:r>
              <a:rPr sz="3200" spc="-60" dirty="0">
                <a:latin typeface="Calibri"/>
                <a:cs typeface="Calibri"/>
              </a:rPr>
              <a:t> </a:t>
            </a:r>
            <a:r>
              <a:rPr sz="3200" spc="-25" dirty="0">
                <a:latin typeface="Calibri"/>
                <a:cs typeface="Calibri"/>
              </a:rPr>
              <a:t>of:</a:t>
            </a:r>
            <a:endParaRPr sz="3200" dirty="0">
              <a:latin typeface="Calibri"/>
              <a:cs typeface="Calibri"/>
            </a:endParaRPr>
          </a:p>
          <a:p>
            <a:pPr marL="697865" lvl="1" indent="-227965" algn="just">
              <a:lnSpc>
                <a:spcPct val="100000"/>
              </a:lnSpc>
              <a:spcBef>
                <a:spcPts val="280"/>
              </a:spcBef>
              <a:buFont typeface="Arial MT"/>
              <a:buChar char="•"/>
              <a:tabLst>
                <a:tab pos="697865" algn="l"/>
              </a:tabLst>
            </a:pPr>
            <a:r>
              <a:rPr sz="2800" dirty="0">
                <a:latin typeface="Calibri"/>
                <a:cs typeface="Calibri"/>
              </a:rPr>
              <a:t>Probability</a:t>
            </a:r>
            <a:r>
              <a:rPr sz="2800" spc="-65" dirty="0">
                <a:latin typeface="Calibri"/>
                <a:cs typeface="Calibri"/>
              </a:rPr>
              <a:t> </a:t>
            </a:r>
            <a:r>
              <a:rPr sz="2800" dirty="0">
                <a:latin typeface="Calibri"/>
                <a:cs typeface="Calibri"/>
              </a:rPr>
              <a:t>of</a:t>
            </a:r>
            <a:r>
              <a:rPr sz="2800" spc="-60" dirty="0">
                <a:latin typeface="Calibri"/>
                <a:cs typeface="Calibri"/>
              </a:rPr>
              <a:t> </a:t>
            </a:r>
            <a:r>
              <a:rPr sz="2800" dirty="0">
                <a:latin typeface="Calibri"/>
                <a:cs typeface="Calibri"/>
              </a:rPr>
              <a:t>the</a:t>
            </a:r>
            <a:r>
              <a:rPr sz="2800" spc="-55" dirty="0">
                <a:latin typeface="Calibri"/>
                <a:cs typeface="Calibri"/>
              </a:rPr>
              <a:t> </a:t>
            </a:r>
            <a:r>
              <a:rPr sz="2800" spc="-10" dirty="0">
                <a:latin typeface="Calibri"/>
                <a:cs typeface="Calibri"/>
              </a:rPr>
              <a:t>event.</a:t>
            </a:r>
            <a:endParaRPr sz="2800" dirty="0">
              <a:latin typeface="Calibri"/>
              <a:cs typeface="Calibri"/>
            </a:endParaRPr>
          </a:p>
          <a:p>
            <a:pPr marL="697865" lvl="1" indent="-227965" algn="just">
              <a:lnSpc>
                <a:spcPct val="100000"/>
              </a:lnSpc>
              <a:spcBef>
                <a:spcPts val="120"/>
              </a:spcBef>
              <a:buFont typeface="Arial MT"/>
              <a:buChar char="•"/>
              <a:tabLst>
                <a:tab pos="697865" algn="l"/>
              </a:tabLst>
            </a:pPr>
            <a:r>
              <a:rPr sz="2800" dirty="0">
                <a:latin typeface="Calibri"/>
                <a:cs typeface="Calibri"/>
              </a:rPr>
              <a:t>Impact</a:t>
            </a:r>
            <a:r>
              <a:rPr sz="2800" spc="-30"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the</a:t>
            </a:r>
            <a:r>
              <a:rPr sz="2800" spc="-25" dirty="0">
                <a:latin typeface="Calibri"/>
                <a:cs typeface="Calibri"/>
              </a:rPr>
              <a:t> </a:t>
            </a:r>
            <a:r>
              <a:rPr sz="2800" spc="-10" dirty="0">
                <a:latin typeface="Calibri"/>
                <a:cs typeface="Calibri"/>
              </a:rPr>
              <a:t>event.</a:t>
            </a:r>
            <a:endParaRPr sz="2800" dirty="0">
              <a:latin typeface="Calibri"/>
              <a:cs typeface="Calibri"/>
            </a:endParaRPr>
          </a:p>
        </p:txBody>
      </p:sp>
      <p:pic>
        <p:nvPicPr>
          <p:cNvPr id="5" name="Picture 4">
            <a:extLst>
              <a:ext uri="{FF2B5EF4-FFF2-40B4-BE49-F238E27FC236}">
                <a16:creationId xmlns:a16="http://schemas.microsoft.com/office/drawing/2014/main" id="{D0E1EA8C-1140-17D4-B64D-804F80A030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1524000"/>
            <a:ext cx="10357485" cy="1129030"/>
          </a:xfrm>
          <a:prstGeom prst="rect">
            <a:avLst/>
          </a:prstGeom>
        </p:spPr>
        <p:txBody>
          <a:bodyPr vert="horz" wrap="square" lIns="0" tIns="9525" rIns="0" bIns="0" rtlCol="0">
            <a:spAutoFit/>
          </a:bodyPr>
          <a:lstStyle/>
          <a:p>
            <a:pPr marL="12700" marR="5080" algn="just">
              <a:lnSpc>
                <a:spcPct val="100800"/>
              </a:lnSpc>
              <a:spcBef>
                <a:spcPts val="75"/>
              </a:spcBef>
            </a:pPr>
            <a:r>
              <a:rPr sz="2400" dirty="0">
                <a:latin typeface="Calibri"/>
                <a:cs typeface="Calibri"/>
              </a:rPr>
              <a:t>Defined</a:t>
            </a:r>
            <a:r>
              <a:rPr sz="2400" spc="125" dirty="0">
                <a:latin typeface="Calibri"/>
                <a:cs typeface="Calibri"/>
              </a:rPr>
              <a:t>  </a:t>
            </a:r>
            <a:r>
              <a:rPr sz="2400" dirty="0">
                <a:latin typeface="Calibri"/>
                <a:cs typeface="Calibri"/>
              </a:rPr>
              <a:t>Conditions</a:t>
            </a:r>
            <a:r>
              <a:rPr sz="2400" spc="125" dirty="0">
                <a:latin typeface="Calibri"/>
                <a:cs typeface="Calibri"/>
              </a:rPr>
              <a:t>  </a:t>
            </a:r>
            <a:r>
              <a:rPr sz="2400" dirty="0">
                <a:latin typeface="Calibri"/>
                <a:cs typeface="Calibri"/>
              </a:rPr>
              <a:t>for</a:t>
            </a:r>
            <a:r>
              <a:rPr sz="2400" spc="130" dirty="0">
                <a:latin typeface="Calibri"/>
                <a:cs typeface="Calibri"/>
              </a:rPr>
              <a:t>  </a:t>
            </a:r>
            <a:r>
              <a:rPr sz="2400" dirty="0">
                <a:latin typeface="Calibri"/>
                <a:cs typeface="Calibri"/>
              </a:rPr>
              <a:t>Impact</a:t>
            </a:r>
            <a:r>
              <a:rPr sz="2400" spc="125" dirty="0">
                <a:latin typeface="Calibri"/>
                <a:cs typeface="Calibri"/>
              </a:rPr>
              <a:t>  </a:t>
            </a:r>
            <a:r>
              <a:rPr sz="2400" dirty="0">
                <a:latin typeface="Calibri"/>
                <a:cs typeface="Calibri"/>
              </a:rPr>
              <a:t>Scales</a:t>
            </a:r>
            <a:r>
              <a:rPr sz="2400" spc="130" dirty="0">
                <a:latin typeface="Calibri"/>
                <a:cs typeface="Calibri"/>
              </a:rPr>
              <a:t>  </a:t>
            </a:r>
            <a:r>
              <a:rPr sz="2400" dirty="0">
                <a:latin typeface="Calibri"/>
                <a:cs typeface="Calibri"/>
              </a:rPr>
              <a:t>of</a:t>
            </a:r>
            <a:r>
              <a:rPr sz="2400" spc="130" dirty="0">
                <a:latin typeface="Calibri"/>
                <a:cs typeface="Calibri"/>
              </a:rPr>
              <a:t>  </a:t>
            </a:r>
            <a:r>
              <a:rPr sz="2400" dirty="0">
                <a:latin typeface="Calibri"/>
                <a:cs typeface="Calibri"/>
              </a:rPr>
              <a:t>a</a:t>
            </a:r>
            <a:r>
              <a:rPr sz="2400" spc="125" dirty="0">
                <a:latin typeface="Calibri"/>
                <a:cs typeface="Calibri"/>
              </a:rPr>
              <a:t>  </a:t>
            </a:r>
            <a:r>
              <a:rPr sz="2400" dirty="0">
                <a:latin typeface="Calibri"/>
                <a:cs typeface="Calibri"/>
              </a:rPr>
              <a:t>Risk</a:t>
            </a:r>
            <a:r>
              <a:rPr sz="2400" spc="125" dirty="0">
                <a:latin typeface="Calibri"/>
                <a:cs typeface="Calibri"/>
              </a:rPr>
              <a:t>  </a:t>
            </a:r>
            <a:r>
              <a:rPr sz="2400" dirty="0">
                <a:latin typeface="Calibri"/>
                <a:cs typeface="Calibri"/>
              </a:rPr>
              <a:t>on</a:t>
            </a:r>
            <a:r>
              <a:rPr sz="2400" spc="130" dirty="0">
                <a:latin typeface="Calibri"/>
                <a:cs typeface="Calibri"/>
              </a:rPr>
              <a:t>  </a:t>
            </a:r>
            <a:r>
              <a:rPr sz="2400" dirty="0">
                <a:latin typeface="Calibri"/>
                <a:cs typeface="Calibri"/>
              </a:rPr>
              <a:t>Major</a:t>
            </a:r>
            <a:r>
              <a:rPr sz="2400" spc="130" dirty="0">
                <a:latin typeface="Calibri"/>
                <a:cs typeface="Calibri"/>
              </a:rPr>
              <a:t>  </a:t>
            </a:r>
            <a:r>
              <a:rPr sz="2400" dirty="0">
                <a:latin typeface="Calibri"/>
                <a:cs typeface="Calibri"/>
              </a:rPr>
              <a:t>Project</a:t>
            </a:r>
            <a:r>
              <a:rPr sz="2400" spc="125" dirty="0">
                <a:latin typeface="Calibri"/>
                <a:cs typeface="Calibri"/>
              </a:rPr>
              <a:t>  </a:t>
            </a:r>
            <a:r>
              <a:rPr sz="2400" spc="-10" dirty="0">
                <a:latin typeface="Calibri"/>
                <a:cs typeface="Calibri"/>
              </a:rPr>
              <a:t>Objectives </a:t>
            </a:r>
            <a:r>
              <a:rPr sz="2400" dirty="0">
                <a:latin typeface="Calibri"/>
                <a:cs typeface="Calibri"/>
              </a:rPr>
              <a:t>(examples</a:t>
            </a:r>
            <a:r>
              <a:rPr sz="2400" spc="370" dirty="0">
                <a:latin typeface="Calibri"/>
                <a:cs typeface="Calibri"/>
              </a:rPr>
              <a:t> </a:t>
            </a:r>
            <a:r>
              <a:rPr sz="2400" dirty="0">
                <a:latin typeface="Calibri"/>
                <a:cs typeface="Calibri"/>
              </a:rPr>
              <a:t>for</a:t>
            </a:r>
            <a:r>
              <a:rPr sz="2400" spc="380" dirty="0">
                <a:latin typeface="Calibri"/>
                <a:cs typeface="Calibri"/>
              </a:rPr>
              <a:t> </a:t>
            </a:r>
            <a:r>
              <a:rPr sz="2400" dirty="0">
                <a:latin typeface="Calibri"/>
                <a:cs typeface="Calibri"/>
              </a:rPr>
              <a:t>negative</a:t>
            </a:r>
            <a:r>
              <a:rPr sz="2400" spc="385" dirty="0">
                <a:latin typeface="Calibri"/>
                <a:cs typeface="Calibri"/>
              </a:rPr>
              <a:t> </a:t>
            </a:r>
            <a:r>
              <a:rPr sz="2400" dirty="0">
                <a:latin typeface="Calibri"/>
                <a:cs typeface="Calibri"/>
              </a:rPr>
              <a:t>impacts</a:t>
            </a:r>
            <a:r>
              <a:rPr sz="2400" spc="370" dirty="0">
                <a:latin typeface="Calibri"/>
                <a:cs typeface="Calibri"/>
              </a:rPr>
              <a:t> </a:t>
            </a:r>
            <a:r>
              <a:rPr sz="2400" dirty="0">
                <a:latin typeface="Calibri"/>
                <a:cs typeface="Calibri"/>
              </a:rPr>
              <a:t>only)</a:t>
            </a:r>
            <a:r>
              <a:rPr sz="2400" spc="375" dirty="0">
                <a:latin typeface="Calibri"/>
                <a:cs typeface="Calibri"/>
              </a:rPr>
              <a:t> </a:t>
            </a:r>
            <a:r>
              <a:rPr sz="2400" dirty="0">
                <a:latin typeface="Calibri"/>
                <a:cs typeface="Calibri"/>
              </a:rPr>
              <a:t>given</a:t>
            </a:r>
            <a:r>
              <a:rPr sz="2400" spc="380" dirty="0">
                <a:latin typeface="Calibri"/>
                <a:cs typeface="Calibri"/>
              </a:rPr>
              <a:t> </a:t>
            </a:r>
            <a:r>
              <a:rPr sz="2400" dirty="0">
                <a:latin typeface="Calibri"/>
                <a:cs typeface="Calibri"/>
              </a:rPr>
              <a:t>the</a:t>
            </a:r>
            <a:r>
              <a:rPr sz="2400" spc="385" dirty="0">
                <a:latin typeface="Calibri"/>
                <a:cs typeface="Calibri"/>
              </a:rPr>
              <a:t> </a:t>
            </a:r>
            <a:r>
              <a:rPr sz="2400" dirty="0">
                <a:latin typeface="Calibri"/>
                <a:cs typeface="Calibri"/>
              </a:rPr>
              <a:t>project</a:t>
            </a:r>
            <a:r>
              <a:rPr sz="2400" spc="370" dirty="0">
                <a:latin typeface="Calibri"/>
                <a:cs typeface="Calibri"/>
              </a:rPr>
              <a:t> </a:t>
            </a:r>
            <a:r>
              <a:rPr sz="2400" dirty="0">
                <a:latin typeface="Calibri"/>
                <a:cs typeface="Calibri"/>
              </a:rPr>
              <a:t>objectives</a:t>
            </a:r>
            <a:r>
              <a:rPr sz="2400" spc="380" dirty="0">
                <a:latin typeface="Calibri"/>
                <a:cs typeface="Calibri"/>
              </a:rPr>
              <a:t> </a:t>
            </a:r>
            <a:r>
              <a:rPr sz="2400" dirty="0">
                <a:latin typeface="Calibri"/>
                <a:cs typeface="Calibri"/>
              </a:rPr>
              <a:t>of</a:t>
            </a:r>
            <a:r>
              <a:rPr sz="2400" spc="385" dirty="0">
                <a:latin typeface="Calibri"/>
                <a:cs typeface="Calibri"/>
              </a:rPr>
              <a:t> </a:t>
            </a:r>
            <a:r>
              <a:rPr sz="2400" dirty="0">
                <a:latin typeface="Calibri"/>
                <a:cs typeface="Calibri"/>
              </a:rPr>
              <a:t>cost,</a:t>
            </a:r>
            <a:r>
              <a:rPr sz="2400" spc="380" dirty="0">
                <a:latin typeface="Calibri"/>
                <a:cs typeface="Calibri"/>
              </a:rPr>
              <a:t> </a:t>
            </a:r>
            <a:r>
              <a:rPr sz="2400" spc="-10" dirty="0">
                <a:latin typeface="Calibri"/>
                <a:cs typeface="Calibri"/>
              </a:rPr>
              <a:t>time, </a:t>
            </a:r>
            <a:r>
              <a:rPr sz="2400" dirty="0">
                <a:latin typeface="Calibri"/>
                <a:cs typeface="Calibri"/>
              </a:rPr>
              <a:t>scope,</a:t>
            </a:r>
            <a:r>
              <a:rPr sz="2400" spc="-60" dirty="0">
                <a:latin typeface="Calibri"/>
                <a:cs typeface="Calibri"/>
              </a:rPr>
              <a:t> </a:t>
            </a:r>
            <a:r>
              <a:rPr sz="2400" dirty="0">
                <a:latin typeface="Calibri"/>
                <a:cs typeface="Calibri"/>
              </a:rPr>
              <a:t>and</a:t>
            </a:r>
            <a:r>
              <a:rPr sz="2400" spc="-60" dirty="0">
                <a:latin typeface="Calibri"/>
                <a:cs typeface="Calibri"/>
              </a:rPr>
              <a:t> </a:t>
            </a:r>
            <a:r>
              <a:rPr sz="2400" spc="-10" dirty="0">
                <a:latin typeface="Calibri"/>
                <a:cs typeface="Calibri"/>
              </a:rPr>
              <a:t>quality.</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10</a:t>
            </a:fld>
            <a:endParaRPr spc="-50" dirty="0"/>
          </a:p>
        </p:txBody>
      </p:sp>
      <p:sp>
        <p:nvSpPr>
          <p:cNvPr id="3" name="object 3"/>
          <p:cNvSpPr txBox="1">
            <a:spLocks noGrp="1"/>
          </p:cNvSpPr>
          <p:nvPr>
            <p:ph type="ctrTitle"/>
          </p:nvPr>
        </p:nvSpPr>
        <p:spPr>
          <a:prstGeom prst="rect">
            <a:avLst/>
          </a:prstGeom>
        </p:spPr>
        <p:txBody>
          <a:bodyPr vert="horz" wrap="square" lIns="0" tIns="13970" rIns="0" bIns="0" rtlCol="0">
            <a:spAutoFit/>
          </a:bodyPr>
          <a:lstStyle/>
          <a:p>
            <a:pPr marL="12700">
              <a:lnSpc>
                <a:spcPct val="100000"/>
              </a:lnSpc>
              <a:spcBef>
                <a:spcPts val="110"/>
              </a:spcBef>
            </a:pPr>
            <a:r>
              <a:rPr spc="70" dirty="0"/>
              <a:t>2-</a:t>
            </a:r>
            <a:r>
              <a:rPr spc="120" dirty="0"/>
              <a:t> </a:t>
            </a:r>
            <a:r>
              <a:rPr spc="95" dirty="0"/>
              <a:t>Risk</a:t>
            </a:r>
            <a:r>
              <a:rPr spc="114" dirty="0"/>
              <a:t> </a:t>
            </a:r>
            <a:r>
              <a:rPr spc="110" dirty="0"/>
              <a:t>Assessment</a:t>
            </a:r>
            <a:r>
              <a:rPr spc="135" dirty="0"/>
              <a:t> </a:t>
            </a:r>
            <a:r>
              <a:rPr sz="1950" spc="-10" dirty="0"/>
              <a:t>(2/4)</a:t>
            </a:r>
            <a:endParaRPr sz="1950"/>
          </a:p>
        </p:txBody>
      </p:sp>
      <p:pic>
        <p:nvPicPr>
          <p:cNvPr id="5" name="Picture 4">
            <a:extLst>
              <a:ext uri="{FF2B5EF4-FFF2-40B4-BE49-F238E27FC236}">
                <a16:creationId xmlns:a16="http://schemas.microsoft.com/office/drawing/2014/main" id="{DBC4DFC7-2467-64BD-A067-80DCAA7545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1868" y="1795779"/>
            <a:ext cx="4612005" cy="2116455"/>
          </a:xfrm>
          <a:prstGeom prst="rect">
            <a:avLst/>
          </a:prstGeom>
        </p:spPr>
        <p:txBody>
          <a:bodyPr vert="horz" wrap="square" lIns="0" tIns="63500" rIns="0" bIns="0" rtlCol="0">
            <a:spAutoFit/>
          </a:bodyPr>
          <a:lstStyle/>
          <a:p>
            <a:pPr marL="241300" marR="5080" indent="-228600" algn="just">
              <a:lnSpc>
                <a:spcPts val="3000"/>
              </a:lnSpc>
              <a:spcBef>
                <a:spcPts val="500"/>
              </a:spcBef>
              <a:buFont typeface="Arial MT"/>
              <a:buChar char="•"/>
              <a:tabLst>
                <a:tab pos="241300" algn="l"/>
              </a:tabLst>
            </a:pPr>
            <a:r>
              <a:rPr sz="2800" b="1" dirty="0">
                <a:latin typeface="Calibri"/>
                <a:cs typeface="Calibri"/>
              </a:rPr>
              <a:t>Risk</a:t>
            </a:r>
            <a:r>
              <a:rPr sz="2800" b="1" spc="175" dirty="0">
                <a:latin typeface="Calibri"/>
                <a:cs typeface="Calibri"/>
              </a:rPr>
              <a:t> </a:t>
            </a:r>
            <a:r>
              <a:rPr sz="2800" b="1" dirty="0">
                <a:latin typeface="Calibri"/>
                <a:cs typeface="Calibri"/>
              </a:rPr>
              <a:t>Severity</a:t>
            </a:r>
            <a:r>
              <a:rPr sz="2800" b="1" spc="175" dirty="0">
                <a:latin typeface="Calibri"/>
                <a:cs typeface="Calibri"/>
              </a:rPr>
              <a:t> </a:t>
            </a:r>
            <a:r>
              <a:rPr sz="2800" b="1" dirty="0">
                <a:latin typeface="Calibri"/>
                <a:cs typeface="Calibri"/>
              </a:rPr>
              <a:t>Matrix</a:t>
            </a:r>
            <a:r>
              <a:rPr sz="2800" b="1" spc="175" dirty="0">
                <a:latin typeface="Calibri"/>
                <a:cs typeface="Calibri"/>
              </a:rPr>
              <a:t> </a:t>
            </a:r>
            <a:r>
              <a:rPr sz="2800" spc="-10" dirty="0">
                <a:latin typeface="Calibri"/>
                <a:cs typeface="Calibri"/>
              </a:rPr>
              <a:t>provides </a:t>
            </a:r>
            <a:r>
              <a:rPr sz="2800" dirty="0">
                <a:latin typeface="Calibri"/>
                <a:cs typeface="Calibri"/>
              </a:rPr>
              <a:t>a</a:t>
            </a:r>
            <a:r>
              <a:rPr sz="2800" spc="580" dirty="0">
                <a:latin typeface="Calibri"/>
                <a:cs typeface="Calibri"/>
              </a:rPr>
              <a:t> </a:t>
            </a:r>
            <a:r>
              <a:rPr sz="2800" dirty="0">
                <a:latin typeface="Calibri"/>
                <a:cs typeface="Calibri"/>
              </a:rPr>
              <a:t>basis</a:t>
            </a:r>
            <a:r>
              <a:rPr sz="2800" spc="590" dirty="0">
                <a:latin typeface="Calibri"/>
                <a:cs typeface="Calibri"/>
              </a:rPr>
              <a:t> </a:t>
            </a:r>
            <a:r>
              <a:rPr sz="2800" dirty="0">
                <a:latin typeface="Calibri"/>
                <a:cs typeface="Calibri"/>
              </a:rPr>
              <a:t>for</a:t>
            </a:r>
            <a:r>
              <a:rPr sz="2800" spc="590" dirty="0">
                <a:latin typeface="Calibri"/>
                <a:cs typeface="Calibri"/>
              </a:rPr>
              <a:t> </a:t>
            </a:r>
            <a:r>
              <a:rPr sz="2800" dirty="0">
                <a:latin typeface="Calibri"/>
                <a:cs typeface="Calibri"/>
              </a:rPr>
              <a:t>prioritizing</a:t>
            </a:r>
            <a:r>
              <a:rPr sz="2800" spc="575" dirty="0">
                <a:latin typeface="Calibri"/>
                <a:cs typeface="Calibri"/>
              </a:rPr>
              <a:t> </a:t>
            </a:r>
            <a:r>
              <a:rPr sz="2800" spc="-10" dirty="0">
                <a:latin typeface="Calibri"/>
                <a:cs typeface="Calibri"/>
              </a:rPr>
              <a:t>which </a:t>
            </a:r>
            <a:r>
              <a:rPr sz="2800" dirty="0">
                <a:latin typeface="Calibri"/>
                <a:cs typeface="Calibri"/>
              </a:rPr>
              <a:t>risks</a:t>
            </a:r>
            <a:r>
              <a:rPr sz="2800" spc="-45" dirty="0">
                <a:latin typeface="Calibri"/>
                <a:cs typeface="Calibri"/>
              </a:rPr>
              <a:t> </a:t>
            </a:r>
            <a:r>
              <a:rPr sz="2800" dirty="0">
                <a:latin typeface="Calibri"/>
                <a:cs typeface="Calibri"/>
              </a:rPr>
              <a:t>to</a:t>
            </a:r>
            <a:r>
              <a:rPr sz="2800" spc="-45" dirty="0">
                <a:latin typeface="Calibri"/>
                <a:cs typeface="Calibri"/>
              </a:rPr>
              <a:t> </a:t>
            </a:r>
            <a:r>
              <a:rPr sz="2800" spc="-10" dirty="0">
                <a:latin typeface="Calibri"/>
                <a:cs typeface="Calibri"/>
              </a:rPr>
              <a:t>address.</a:t>
            </a:r>
            <a:endParaRPr sz="2800" dirty="0">
              <a:latin typeface="Calibri"/>
              <a:cs typeface="Calibri"/>
            </a:endParaRPr>
          </a:p>
          <a:p>
            <a:pPr marL="241300" marR="5080" indent="-228600" algn="just">
              <a:lnSpc>
                <a:spcPts val="3000"/>
              </a:lnSpc>
              <a:spcBef>
                <a:spcPts val="1105"/>
              </a:spcBef>
              <a:buFont typeface="Arial MT"/>
              <a:buChar char="•"/>
              <a:tabLst>
                <a:tab pos="241300" algn="l"/>
                <a:tab pos="2153285" algn="l"/>
                <a:tab pos="3286760" algn="l"/>
              </a:tabLst>
            </a:pPr>
            <a:r>
              <a:rPr sz="2800" spc="-10" dirty="0">
                <a:latin typeface="Calibri"/>
                <a:cs typeface="Calibri"/>
              </a:rPr>
              <a:t>Impact</a:t>
            </a:r>
            <a:r>
              <a:rPr sz="2800" dirty="0">
                <a:latin typeface="Calibri"/>
                <a:cs typeface="Calibri"/>
              </a:rPr>
              <a:t>	</a:t>
            </a:r>
            <a:r>
              <a:rPr sz="2800" spc="-25" dirty="0">
                <a:latin typeface="Calibri"/>
                <a:cs typeface="Calibri"/>
              </a:rPr>
              <a:t>is</a:t>
            </a:r>
            <a:r>
              <a:rPr sz="2800" dirty="0">
                <a:latin typeface="Calibri"/>
                <a:cs typeface="Calibri"/>
              </a:rPr>
              <a:t>	</a:t>
            </a:r>
            <a:r>
              <a:rPr sz="2800" spc="-20" dirty="0">
                <a:latin typeface="Calibri"/>
                <a:cs typeface="Calibri"/>
              </a:rPr>
              <a:t>generally </a:t>
            </a:r>
            <a:r>
              <a:rPr sz="2800" dirty="0">
                <a:latin typeface="Calibri"/>
                <a:cs typeface="Calibri"/>
              </a:rPr>
              <a:t>considered</a:t>
            </a:r>
            <a:r>
              <a:rPr sz="2800" spc="400" dirty="0">
                <a:latin typeface="Calibri"/>
                <a:cs typeface="Calibri"/>
              </a:rPr>
              <a:t>  </a:t>
            </a:r>
            <a:r>
              <a:rPr sz="2800" dirty="0">
                <a:latin typeface="Calibri"/>
                <a:cs typeface="Calibri"/>
              </a:rPr>
              <a:t>more</a:t>
            </a:r>
            <a:r>
              <a:rPr sz="2800" spc="395" dirty="0">
                <a:latin typeface="Calibri"/>
                <a:cs typeface="Calibri"/>
              </a:rPr>
              <a:t>  </a:t>
            </a:r>
            <a:r>
              <a:rPr sz="2800" spc="-10" dirty="0">
                <a:latin typeface="Calibri"/>
                <a:cs typeface="Calibri"/>
              </a:rPr>
              <a:t>important</a:t>
            </a:r>
            <a:endParaRPr sz="2800" dirty="0">
              <a:latin typeface="Calibri"/>
              <a:cs typeface="Calibri"/>
            </a:endParaRPr>
          </a:p>
        </p:txBody>
      </p:sp>
      <p:sp>
        <p:nvSpPr>
          <p:cNvPr id="3" name="object 3"/>
          <p:cNvSpPr txBox="1"/>
          <p:nvPr/>
        </p:nvSpPr>
        <p:spPr>
          <a:xfrm>
            <a:off x="950467" y="3840988"/>
            <a:ext cx="4384675" cy="2750820"/>
          </a:xfrm>
          <a:prstGeom prst="rect">
            <a:avLst/>
          </a:prstGeom>
        </p:spPr>
        <p:txBody>
          <a:bodyPr vert="horz" wrap="square" lIns="0" tIns="54610" rIns="0" bIns="0" rtlCol="0">
            <a:spAutoFit/>
          </a:bodyPr>
          <a:lstStyle/>
          <a:p>
            <a:pPr marL="12700" marR="5080" algn="just">
              <a:lnSpc>
                <a:spcPct val="90200"/>
              </a:lnSpc>
              <a:spcBef>
                <a:spcPts val="430"/>
              </a:spcBef>
            </a:pPr>
            <a:r>
              <a:rPr sz="2800" dirty="0">
                <a:latin typeface="Calibri"/>
                <a:cs typeface="Calibri"/>
              </a:rPr>
              <a:t>than</a:t>
            </a:r>
            <a:r>
              <a:rPr sz="2800" spc="60" dirty="0">
                <a:latin typeface="Calibri"/>
                <a:cs typeface="Calibri"/>
              </a:rPr>
              <a:t> </a:t>
            </a:r>
            <a:r>
              <a:rPr sz="2800" dirty="0">
                <a:latin typeface="Calibri"/>
                <a:cs typeface="Calibri"/>
              </a:rPr>
              <a:t>likelihood</a:t>
            </a:r>
            <a:r>
              <a:rPr sz="2800" spc="55" dirty="0">
                <a:latin typeface="Calibri"/>
                <a:cs typeface="Calibri"/>
              </a:rPr>
              <a:t> </a:t>
            </a:r>
            <a:r>
              <a:rPr sz="2800" dirty="0">
                <a:latin typeface="Calibri"/>
                <a:cs typeface="Calibri"/>
              </a:rPr>
              <a:t>(a</a:t>
            </a:r>
            <a:r>
              <a:rPr sz="2800" spc="55" dirty="0">
                <a:latin typeface="Calibri"/>
                <a:cs typeface="Calibri"/>
              </a:rPr>
              <a:t> </a:t>
            </a:r>
            <a:r>
              <a:rPr sz="2800" dirty="0">
                <a:latin typeface="Calibri"/>
                <a:cs typeface="Calibri"/>
              </a:rPr>
              <a:t>10%</a:t>
            </a:r>
            <a:r>
              <a:rPr sz="2800" spc="50" dirty="0">
                <a:latin typeface="Calibri"/>
                <a:cs typeface="Calibri"/>
              </a:rPr>
              <a:t> </a:t>
            </a:r>
            <a:r>
              <a:rPr sz="2800" spc="-10" dirty="0">
                <a:latin typeface="Calibri"/>
                <a:cs typeface="Calibri"/>
              </a:rPr>
              <a:t>chance </a:t>
            </a:r>
            <a:r>
              <a:rPr sz="2800" dirty="0">
                <a:latin typeface="Calibri"/>
                <a:cs typeface="Calibri"/>
              </a:rPr>
              <a:t>of</a:t>
            </a:r>
            <a:r>
              <a:rPr sz="2800" spc="45" dirty="0">
                <a:latin typeface="Calibri"/>
                <a:cs typeface="Calibri"/>
              </a:rPr>
              <a:t> </a:t>
            </a:r>
            <a:r>
              <a:rPr sz="2800" dirty="0">
                <a:latin typeface="Calibri"/>
                <a:cs typeface="Calibri"/>
              </a:rPr>
              <a:t>losing</a:t>
            </a:r>
            <a:r>
              <a:rPr sz="2800" spc="50" dirty="0">
                <a:latin typeface="Calibri"/>
                <a:cs typeface="Calibri"/>
              </a:rPr>
              <a:t> </a:t>
            </a:r>
            <a:r>
              <a:rPr sz="2800" dirty="0">
                <a:latin typeface="Calibri"/>
                <a:cs typeface="Calibri"/>
              </a:rPr>
              <a:t>$1,000,000</a:t>
            </a:r>
            <a:r>
              <a:rPr sz="2800" spc="60" dirty="0">
                <a:latin typeface="Calibri"/>
                <a:cs typeface="Calibri"/>
              </a:rPr>
              <a:t> </a:t>
            </a:r>
            <a:r>
              <a:rPr sz="2800" dirty="0">
                <a:latin typeface="Calibri"/>
                <a:cs typeface="Calibri"/>
              </a:rPr>
              <a:t>is</a:t>
            </a:r>
            <a:r>
              <a:rPr sz="2800" spc="60" dirty="0">
                <a:latin typeface="Calibri"/>
                <a:cs typeface="Calibri"/>
              </a:rPr>
              <a:t> </a:t>
            </a:r>
            <a:r>
              <a:rPr sz="2800" spc="-10" dirty="0">
                <a:latin typeface="Calibri"/>
                <a:cs typeface="Calibri"/>
              </a:rPr>
              <a:t>usually </a:t>
            </a:r>
            <a:r>
              <a:rPr sz="2800" dirty="0">
                <a:latin typeface="Calibri"/>
                <a:cs typeface="Calibri"/>
              </a:rPr>
              <a:t>considered</a:t>
            </a:r>
            <a:r>
              <a:rPr sz="2800" spc="4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more</a:t>
            </a:r>
            <a:r>
              <a:rPr sz="2800" spc="35" dirty="0">
                <a:latin typeface="Calibri"/>
                <a:cs typeface="Calibri"/>
              </a:rPr>
              <a:t> </a:t>
            </a:r>
            <a:r>
              <a:rPr sz="2800" dirty="0">
                <a:latin typeface="Calibri"/>
                <a:cs typeface="Calibri"/>
              </a:rPr>
              <a:t>severe</a:t>
            </a:r>
            <a:r>
              <a:rPr sz="2800" spc="35" dirty="0">
                <a:latin typeface="Calibri"/>
                <a:cs typeface="Calibri"/>
              </a:rPr>
              <a:t> </a:t>
            </a:r>
            <a:r>
              <a:rPr sz="2800" spc="-20" dirty="0">
                <a:latin typeface="Calibri"/>
                <a:cs typeface="Calibri"/>
              </a:rPr>
              <a:t>risk </a:t>
            </a:r>
            <a:r>
              <a:rPr sz="2800" dirty="0">
                <a:latin typeface="Calibri"/>
                <a:cs typeface="Calibri"/>
              </a:rPr>
              <a:t>than</a:t>
            </a:r>
            <a:r>
              <a:rPr sz="2800" spc="525" dirty="0">
                <a:latin typeface="Calibri"/>
                <a:cs typeface="Calibri"/>
              </a:rPr>
              <a:t> </a:t>
            </a:r>
            <a:r>
              <a:rPr sz="2800" dirty="0">
                <a:latin typeface="Calibri"/>
                <a:cs typeface="Calibri"/>
              </a:rPr>
              <a:t>a</a:t>
            </a:r>
            <a:r>
              <a:rPr sz="2800" spc="515" dirty="0">
                <a:latin typeface="Calibri"/>
                <a:cs typeface="Calibri"/>
              </a:rPr>
              <a:t> </a:t>
            </a:r>
            <a:r>
              <a:rPr sz="2800" dirty="0">
                <a:latin typeface="Calibri"/>
                <a:cs typeface="Calibri"/>
              </a:rPr>
              <a:t>90%</a:t>
            </a:r>
            <a:r>
              <a:rPr sz="2800" spc="515" dirty="0">
                <a:latin typeface="Calibri"/>
                <a:cs typeface="Calibri"/>
              </a:rPr>
              <a:t> </a:t>
            </a:r>
            <a:r>
              <a:rPr sz="2800" dirty="0">
                <a:latin typeface="Calibri"/>
                <a:cs typeface="Calibri"/>
              </a:rPr>
              <a:t>chance</a:t>
            </a:r>
            <a:r>
              <a:rPr sz="2800" spc="515" dirty="0">
                <a:latin typeface="Calibri"/>
                <a:cs typeface="Calibri"/>
              </a:rPr>
              <a:t> </a:t>
            </a:r>
            <a:r>
              <a:rPr sz="2800" dirty="0">
                <a:latin typeface="Calibri"/>
                <a:cs typeface="Calibri"/>
              </a:rPr>
              <a:t>of</a:t>
            </a:r>
            <a:r>
              <a:rPr sz="2800" spc="515" dirty="0">
                <a:latin typeface="Calibri"/>
                <a:cs typeface="Calibri"/>
              </a:rPr>
              <a:t> </a:t>
            </a:r>
            <a:r>
              <a:rPr sz="2800" spc="-10" dirty="0">
                <a:latin typeface="Calibri"/>
                <a:cs typeface="Calibri"/>
              </a:rPr>
              <a:t>losing</a:t>
            </a:r>
            <a:endParaRPr sz="2800" dirty="0">
              <a:latin typeface="Calibri"/>
              <a:cs typeface="Calibri"/>
            </a:endParaRPr>
          </a:p>
          <a:p>
            <a:pPr marL="12700" marR="6350" algn="just">
              <a:lnSpc>
                <a:spcPts val="3000"/>
              </a:lnSpc>
              <a:spcBef>
                <a:spcPts val="40"/>
              </a:spcBef>
            </a:pPr>
            <a:r>
              <a:rPr sz="2800" dirty="0">
                <a:latin typeface="Calibri"/>
                <a:cs typeface="Calibri"/>
              </a:rPr>
              <a:t>$1,000),</a:t>
            </a:r>
            <a:r>
              <a:rPr sz="2800" spc="405" dirty="0">
                <a:latin typeface="Calibri"/>
                <a:cs typeface="Calibri"/>
              </a:rPr>
              <a:t> </a:t>
            </a:r>
            <a:r>
              <a:rPr sz="2800" dirty="0">
                <a:latin typeface="Calibri"/>
                <a:cs typeface="Calibri"/>
              </a:rPr>
              <a:t>the</a:t>
            </a:r>
            <a:r>
              <a:rPr sz="2800" spc="405" dirty="0">
                <a:latin typeface="Calibri"/>
                <a:cs typeface="Calibri"/>
              </a:rPr>
              <a:t> </a:t>
            </a:r>
            <a:r>
              <a:rPr sz="2800" dirty="0">
                <a:latin typeface="Calibri"/>
                <a:cs typeface="Calibri"/>
              </a:rPr>
              <a:t>red</a:t>
            </a:r>
            <a:r>
              <a:rPr sz="2800" spc="405" dirty="0">
                <a:latin typeface="Calibri"/>
                <a:cs typeface="Calibri"/>
              </a:rPr>
              <a:t> </a:t>
            </a:r>
            <a:r>
              <a:rPr sz="2800" dirty="0">
                <a:latin typeface="Calibri"/>
                <a:cs typeface="Calibri"/>
              </a:rPr>
              <a:t>zone</a:t>
            </a:r>
            <a:r>
              <a:rPr sz="2800" spc="405" dirty="0">
                <a:latin typeface="Calibri"/>
                <a:cs typeface="Calibri"/>
              </a:rPr>
              <a:t> </a:t>
            </a:r>
            <a:r>
              <a:rPr sz="2800" spc="-10" dirty="0">
                <a:latin typeface="Calibri"/>
                <a:cs typeface="Calibri"/>
              </a:rPr>
              <a:t>(major </a:t>
            </a:r>
            <a:r>
              <a:rPr sz="2800" dirty="0">
                <a:latin typeface="Calibri"/>
                <a:cs typeface="Calibri"/>
              </a:rPr>
              <a:t>risk)</a:t>
            </a:r>
            <a:r>
              <a:rPr sz="2800" spc="370" dirty="0">
                <a:latin typeface="Calibri"/>
                <a:cs typeface="Calibri"/>
              </a:rPr>
              <a:t>  </a:t>
            </a:r>
            <a:r>
              <a:rPr sz="2800" dirty="0">
                <a:latin typeface="Calibri"/>
                <a:cs typeface="Calibri"/>
              </a:rPr>
              <a:t>extends</a:t>
            </a:r>
            <a:r>
              <a:rPr sz="2800" spc="370" dirty="0">
                <a:latin typeface="Calibri"/>
                <a:cs typeface="Calibri"/>
              </a:rPr>
              <a:t>  </a:t>
            </a:r>
            <a:r>
              <a:rPr sz="2800" dirty="0">
                <a:latin typeface="Calibri"/>
                <a:cs typeface="Calibri"/>
              </a:rPr>
              <a:t>farther</a:t>
            </a:r>
            <a:r>
              <a:rPr sz="2800" spc="370" dirty="0">
                <a:latin typeface="Calibri"/>
                <a:cs typeface="Calibri"/>
              </a:rPr>
              <a:t>  </a:t>
            </a:r>
            <a:r>
              <a:rPr sz="2800" spc="-20" dirty="0">
                <a:latin typeface="Calibri"/>
                <a:cs typeface="Calibri"/>
              </a:rPr>
              <a:t>down </a:t>
            </a:r>
            <a:r>
              <a:rPr sz="2800" dirty="0">
                <a:latin typeface="Calibri"/>
                <a:cs typeface="Calibri"/>
              </a:rPr>
              <a:t>the</a:t>
            </a:r>
            <a:r>
              <a:rPr sz="2800" spc="-30" dirty="0">
                <a:latin typeface="Calibri"/>
                <a:cs typeface="Calibri"/>
              </a:rPr>
              <a:t> </a:t>
            </a:r>
            <a:r>
              <a:rPr sz="2800" dirty="0">
                <a:latin typeface="Calibri"/>
                <a:cs typeface="Calibri"/>
              </a:rPr>
              <a:t>high</a:t>
            </a:r>
            <a:r>
              <a:rPr sz="2800" spc="-25" dirty="0">
                <a:latin typeface="Calibri"/>
                <a:cs typeface="Calibri"/>
              </a:rPr>
              <a:t> </a:t>
            </a:r>
            <a:r>
              <a:rPr sz="2800" dirty="0">
                <a:latin typeface="Calibri"/>
                <a:cs typeface="Calibri"/>
              </a:rPr>
              <a:t>impact</a:t>
            </a:r>
            <a:r>
              <a:rPr sz="2800" spc="-30" dirty="0">
                <a:latin typeface="Calibri"/>
                <a:cs typeface="Calibri"/>
              </a:rPr>
              <a:t> </a:t>
            </a:r>
            <a:r>
              <a:rPr sz="2800" spc="-10" dirty="0">
                <a:latin typeface="Calibri"/>
                <a:cs typeface="Calibri"/>
              </a:rPr>
              <a:t>column.</a:t>
            </a:r>
            <a:endParaRPr sz="28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10</a:t>
            </a:r>
            <a:endParaRPr sz="1200">
              <a:latin typeface="Calibri"/>
              <a:cs typeface="Calibri"/>
            </a:endParaRPr>
          </a:p>
        </p:txBody>
      </p:sp>
      <p:sp>
        <p:nvSpPr>
          <p:cNvPr id="6" name="object 6"/>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2-</a:t>
            </a:r>
            <a:r>
              <a:rPr spc="120" dirty="0"/>
              <a:t> </a:t>
            </a:r>
            <a:r>
              <a:rPr spc="95" dirty="0"/>
              <a:t>Risk</a:t>
            </a:r>
            <a:r>
              <a:rPr spc="114" dirty="0"/>
              <a:t> </a:t>
            </a:r>
            <a:r>
              <a:rPr spc="110" dirty="0"/>
              <a:t>Assessment</a:t>
            </a:r>
            <a:r>
              <a:rPr spc="135" dirty="0"/>
              <a:t> </a:t>
            </a:r>
            <a:r>
              <a:rPr sz="1950" spc="-10" dirty="0"/>
              <a:t>(3/4)</a:t>
            </a:r>
            <a:endParaRPr sz="1950"/>
          </a:p>
        </p:txBody>
      </p:sp>
      <p:pic>
        <p:nvPicPr>
          <p:cNvPr id="7" name="Picture 6">
            <a:extLst>
              <a:ext uri="{FF2B5EF4-FFF2-40B4-BE49-F238E27FC236}">
                <a16:creationId xmlns:a16="http://schemas.microsoft.com/office/drawing/2014/main" id="{8D142567-11B9-3B84-2F33-5899DC0655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826D1E8-979F-D220-76ED-952F09B49F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1087" y="1767077"/>
            <a:ext cx="6755572" cy="41478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214E0-38B3-317E-1F72-87E79820FFAD}"/>
              </a:ext>
            </a:extLst>
          </p:cNvPr>
          <p:cNvSpPr>
            <a:spLocks noGrp="1"/>
          </p:cNvSpPr>
          <p:nvPr>
            <p:ph type="title"/>
          </p:nvPr>
        </p:nvSpPr>
        <p:spPr>
          <a:xfrm>
            <a:off x="916939" y="615856"/>
            <a:ext cx="9651365" cy="1338828"/>
          </a:xfrm>
        </p:spPr>
        <p:txBody>
          <a:bodyPr/>
          <a:lstStyle/>
          <a:p>
            <a:r>
              <a:rPr lang="en-US" sz="4400" dirty="0">
                <a:latin typeface="Calibri"/>
                <a:cs typeface="Calibri"/>
              </a:rPr>
              <a:t>Example:</a:t>
            </a:r>
            <a:r>
              <a:rPr lang="en-US" sz="4400" spc="-55" dirty="0">
                <a:latin typeface="Calibri"/>
                <a:cs typeface="Calibri"/>
              </a:rPr>
              <a:t> </a:t>
            </a:r>
            <a:r>
              <a:rPr lang="en-US" sz="4400" dirty="0">
                <a:latin typeface="Calibri"/>
                <a:cs typeface="Calibri"/>
              </a:rPr>
              <a:t>Windows</a:t>
            </a:r>
            <a:r>
              <a:rPr lang="en-US" sz="4400" spc="-60" dirty="0">
                <a:latin typeface="Calibri"/>
                <a:cs typeface="Calibri"/>
              </a:rPr>
              <a:t> </a:t>
            </a:r>
            <a:r>
              <a:rPr lang="en-US" sz="4400" dirty="0">
                <a:latin typeface="Calibri"/>
                <a:cs typeface="Calibri"/>
              </a:rPr>
              <a:t>11</a:t>
            </a:r>
            <a:r>
              <a:rPr lang="en-US" sz="4400" spc="-60" dirty="0">
                <a:latin typeface="Calibri"/>
                <a:cs typeface="Calibri"/>
              </a:rPr>
              <a:t> </a:t>
            </a:r>
            <a:r>
              <a:rPr lang="en-US" sz="4400" spc="-10" dirty="0">
                <a:latin typeface="Calibri"/>
                <a:cs typeface="Calibri"/>
              </a:rPr>
              <a:t>project</a:t>
            </a:r>
            <a:br>
              <a:rPr lang="en-US" sz="4400" dirty="0">
                <a:latin typeface="Calibri"/>
                <a:cs typeface="Calibri"/>
              </a:rPr>
            </a:br>
            <a:r>
              <a:rPr lang="en-US" dirty="0"/>
              <a:t> </a:t>
            </a:r>
          </a:p>
        </p:txBody>
      </p:sp>
      <p:sp>
        <p:nvSpPr>
          <p:cNvPr id="3" name="Text Placeholder 2">
            <a:extLst>
              <a:ext uri="{FF2B5EF4-FFF2-40B4-BE49-F238E27FC236}">
                <a16:creationId xmlns:a16="http://schemas.microsoft.com/office/drawing/2014/main" id="{B78E3294-38C5-9347-907D-EB33E5BB0DD6}"/>
              </a:ext>
            </a:extLst>
          </p:cNvPr>
          <p:cNvSpPr>
            <a:spLocks noGrp="1"/>
          </p:cNvSpPr>
          <p:nvPr>
            <p:ph type="body" idx="1"/>
          </p:nvPr>
        </p:nvSpPr>
        <p:spPr>
          <a:xfrm>
            <a:off x="558164" y="2701014"/>
            <a:ext cx="3412677" cy="3146793"/>
          </a:xfrm>
        </p:spPr>
        <p:txBody>
          <a:bodyPr/>
          <a:lstStyle/>
          <a:p>
            <a:endParaRPr lang="en-US" dirty="0"/>
          </a:p>
        </p:txBody>
      </p:sp>
      <p:pic>
        <p:nvPicPr>
          <p:cNvPr id="2050" name="Picture 2">
            <a:extLst>
              <a:ext uri="{FF2B5EF4-FFF2-40B4-BE49-F238E27FC236}">
                <a16:creationId xmlns:a16="http://schemas.microsoft.com/office/drawing/2014/main" id="{1670637C-B97D-22E9-B08E-6A5094AC39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60" t="28029" r="33377" b="2287"/>
          <a:stretch>
            <a:fillRect/>
          </a:stretch>
        </p:blipFill>
        <p:spPr bwMode="auto">
          <a:xfrm>
            <a:off x="527956" y="1823472"/>
            <a:ext cx="5562601" cy="47471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80082288-7A86-F83D-38CE-2665A1B62D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783" t="53404" r="4386" b="32830"/>
          <a:stretch>
            <a:fillRect/>
          </a:stretch>
        </p:blipFill>
        <p:spPr bwMode="auto">
          <a:xfrm>
            <a:off x="7315200" y="3728128"/>
            <a:ext cx="2514600" cy="937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256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58973" y="2636917"/>
            <a:ext cx="7188200" cy="3041649"/>
          </a:xfrm>
          <a:prstGeom prst="rect">
            <a:avLst/>
          </a:prstGeom>
        </p:spPr>
      </p:pic>
      <p:sp>
        <p:nvSpPr>
          <p:cNvPr id="3" name="object 3"/>
          <p:cNvSpPr txBox="1"/>
          <p:nvPr/>
        </p:nvSpPr>
        <p:spPr>
          <a:xfrm>
            <a:off x="3124810" y="5659628"/>
            <a:ext cx="5859145" cy="793750"/>
          </a:xfrm>
          <a:prstGeom prst="rect">
            <a:avLst/>
          </a:prstGeom>
        </p:spPr>
        <p:txBody>
          <a:bodyPr vert="horz" wrap="square" lIns="0" tIns="12700" rIns="0" bIns="0" rtlCol="0">
            <a:spAutoFit/>
          </a:bodyPr>
          <a:lstStyle/>
          <a:p>
            <a:pPr marL="1564640">
              <a:lnSpc>
                <a:spcPts val="1980"/>
              </a:lnSpc>
              <a:spcBef>
                <a:spcPts val="100"/>
              </a:spcBef>
            </a:pPr>
            <a:r>
              <a:rPr sz="1800" b="1" dirty="0">
                <a:latin typeface="Calibri"/>
                <a:cs typeface="Calibri"/>
              </a:rPr>
              <a:t>Risk</a:t>
            </a:r>
            <a:r>
              <a:rPr sz="1800" b="1" spc="-55" dirty="0">
                <a:latin typeface="Calibri"/>
                <a:cs typeface="Calibri"/>
              </a:rPr>
              <a:t> </a:t>
            </a:r>
            <a:r>
              <a:rPr sz="1800" b="1" dirty="0">
                <a:latin typeface="Calibri"/>
                <a:cs typeface="Calibri"/>
              </a:rPr>
              <a:t>Assessment</a:t>
            </a:r>
            <a:r>
              <a:rPr sz="1800" b="1" spc="-55" dirty="0">
                <a:latin typeface="Calibri"/>
                <a:cs typeface="Calibri"/>
              </a:rPr>
              <a:t> </a:t>
            </a:r>
            <a:r>
              <a:rPr sz="1800" b="1" spc="-20" dirty="0">
                <a:latin typeface="Calibri"/>
                <a:cs typeface="Calibri"/>
              </a:rPr>
              <a:t>Form</a:t>
            </a:r>
            <a:endParaRPr sz="1800">
              <a:latin typeface="Calibri"/>
              <a:cs typeface="Calibri"/>
            </a:endParaRPr>
          </a:p>
          <a:p>
            <a:pPr marL="12700">
              <a:lnSpc>
                <a:spcPts val="1945"/>
              </a:lnSpc>
            </a:pPr>
            <a:r>
              <a:rPr sz="1800" dirty="0">
                <a:latin typeface="Calibri"/>
                <a:cs typeface="Calibri"/>
              </a:rPr>
              <a:t>Partial</a:t>
            </a:r>
            <a:r>
              <a:rPr sz="1800" spc="-35" dirty="0">
                <a:latin typeface="Calibri"/>
                <a:cs typeface="Calibri"/>
              </a:rPr>
              <a:t> </a:t>
            </a:r>
            <a:r>
              <a:rPr sz="1800" dirty="0">
                <a:latin typeface="Calibri"/>
                <a:cs typeface="Calibri"/>
              </a:rPr>
              <a:t>example</a:t>
            </a:r>
            <a:r>
              <a:rPr sz="1800" spc="-2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a</a:t>
            </a:r>
            <a:r>
              <a:rPr sz="1800" spc="-35" dirty="0">
                <a:latin typeface="Calibri"/>
                <a:cs typeface="Calibri"/>
              </a:rPr>
              <a:t> </a:t>
            </a:r>
            <a:r>
              <a:rPr sz="1800" dirty="0">
                <a:latin typeface="Calibri"/>
                <a:cs typeface="Calibri"/>
              </a:rPr>
              <a:t>risk</a:t>
            </a:r>
            <a:r>
              <a:rPr sz="1800" spc="-35" dirty="0">
                <a:latin typeface="Calibri"/>
                <a:cs typeface="Calibri"/>
              </a:rPr>
              <a:t> </a:t>
            </a:r>
            <a:r>
              <a:rPr sz="1800" dirty="0">
                <a:latin typeface="Calibri"/>
                <a:cs typeface="Calibri"/>
              </a:rPr>
              <a:t>assessment</a:t>
            </a:r>
            <a:r>
              <a:rPr sz="1800" spc="-35" dirty="0">
                <a:latin typeface="Calibri"/>
                <a:cs typeface="Calibri"/>
              </a:rPr>
              <a:t> </a:t>
            </a:r>
            <a:r>
              <a:rPr sz="1800" dirty="0">
                <a:latin typeface="Calibri"/>
                <a:cs typeface="Calibri"/>
              </a:rPr>
              <a:t>form</a:t>
            </a:r>
            <a:r>
              <a:rPr sz="1800" spc="-30" dirty="0">
                <a:latin typeface="Calibri"/>
                <a:cs typeface="Calibri"/>
              </a:rPr>
              <a:t> </a:t>
            </a:r>
            <a:r>
              <a:rPr sz="1800" dirty="0">
                <a:latin typeface="Calibri"/>
                <a:cs typeface="Calibri"/>
              </a:rPr>
              <a:t>used</a:t>
            </a:r>
            <a:r>
              <a:rPr sz="1800" spc="-30" dirty="0">
                <a:latin typeface="Calibri"/>
                <a:cs typeface="Calibri"/>
              </a:rPr>
              <a:t> </a:t>
            </a:r>
            <a:r>
              <a:rPr sz="1800" dirty="0">
                <a:latin typeface="Calibri"/>
                <a:cs typeface="Calibri"/>
              </a:rPr>
              <a:t>on</a:t>
            </a:r>
            <a:r>
              <a:rPr sz="1800" spc="-25" dirty="0">
                <a:latin typeface="Calibri"/>
                <a:cs typeface="Calibri"/>
              </a:rPr>
              <a:t> </a:t>
            </a:r>
            <a:r>
              <a:rPr sz="1800" dirty="0">
                <a:latin typeface="Calibri"/>
                <a:cs typeface="Calibri"/>
              </a:rPr>
              <a:t>an</a:t>
            </a:r>
            <a:r>
              <a:rPr sz="1800" spc="-25" dirty="0">
                <a:latin typeface="Calibri"/>
                <a:cs typeface="Calibri"/>
              </a:rPr>
              <a:t> </a:t>
            </a:r>
            <a:r>
              <a:rPr sz="1800" dirty="0">
                <a:latin typeface="Calibri"/>
                <a:cs typeface="Calibri"/>
              </a:rPr>
              <a:t>IS</a:t>
            </a:r>
            <a:r>
              <a:rPr sz="1800" spc="-35" dirty="0">
                <a:latin typeface="Calibri"/>
                <a:cs typeface="Calibri"/>
              </a:rPr>
              <a:t> </a:t>
            </a:r>
            <a:r>
              <a:rPr sz="1800" spc="-10" dirty="0">
                <a:latin typeface="Calibri"/>
                <a:cs typeface="Calibri"/>
              </a:rPr>
              <a:t>project</a:t>
            </a:r>
            <a:endParaRPr sz="1800">
              <a:latin typeface="Calibri"/>
              <a:cs typeface="Calibri"/>
            </a:endParaRPr>
          </a:p>
          <a:p>
            <a:pPr marL="12700">
              <a:lnSpc>
                <a:spcPts val="2125"/>
              </a:lnSpc>
            </a:pPr>
            <a:r>
              <a:rPr sz="1800" dirty="0">
                <a:latin typeface="Calibri"/>
                <a:cs typeface="Calibri"/>
              </a:rPr>
              <a:t>involving</a:t>
            </a:r>
            <a:r>
              <a:rPr sz="1800" spc="-55" dirty="0">
                <a:latin typeface="Calibri"/>
                <a:cs typeface="Calibri"/>
              </a:rPr>
              <a:t> </a:t>
            </a:r>
            <a:r>
              <a:rPr sz="1800" dirty="0">
                <a:latin typeface="Calibri"/>
                <a:cs typeface="Calibri"/>
              </a:rPr>
              <a:t>the</a:t>
            </a:r>
            <a:r>
              <a:rPr sz="1800" spc="-50" dirty="0">
                <a:latin typeface="Calibri"/>
                <a:cs typeface="Calibri"/>
              </a:rPr>
              <a:t> </a:t>
            </a:r>
            <a:r>
              <a:rPr sz="1800" dirty="0">
                <a:latin typeface="Calibri"/>
                <a:cs typeface="Calibri"/>
              </a:rPr>
              <a:t>upgrade</a:t>
            </a:r>
            <a:r>
              <a:rPr sz="1800" spc="-45" dirty="0">
                <a:latin typeface="Calibri"/>
                <a:cs typeface="Calibri"/>
              </a:rPr>
              <a:t> </a:t>
            </a:r>
            <a:r>
              <a:rPr sz="1800" dirty="0">
                <a:latin typeface="Calibri"/>
                <a:cs typeface="Calibri"/>
              </a:rPr>
              <a:t>from</a:t>
            </a:r>
            <a:r>
              <a:rPr sz="1800" spc="-60" dirty="0">
                <a:latin typeface="Calibri"/>
                <a:cs typeface="Calibri"/>
              </a:rPr>
              <a:t> </a:t>
            </a:r>
            <a:r>
              <a:rPr sz="1800" dirty="0">
                <a:latin typeface="Calibri"/>
                <a:cs typeface="Calibri"/>
              </a:rPr>
              <a:t>Windows</a:t>
            </a:r>
            <a:r>
              <a:rPr sz="1800" spc="-55" dirty="0">
                <a:latin typeface="Calibri"/>
                <a:cs typeface="Calibri"/>
              </a:rPr>
              <a:t> </a:t>
            </a:r>
            <a:r>
              <a:rPr sz="1800" dirty="0">
                <a:latin typeface="Calibri"/>
                <a:cs typeface="Calibri"/>
              </a:rPr>
              <a:t>10</a:t>
            </a:r>
            <a:r>
              <a:rPr sz="1800" spc="-55" dirty="0">
                <a:latin typeface="Calibri"/>
                <a:cs typeface="Calibri"/>
              </a:rPr>
              <a:t> </a:t>
            </a:r>
            <a:r>
              <a:rPr sz="1800" dirty="0">
                <a:latin typeface="Calibri"/>
                <a:cs typeface="Calibri"/>
              </a:rPr>
              <a:t>to</a:t>
            </a:r>
            <a:r>
              <a:rPr sz="1800" spc="-50" dirty="0">
                <a:latin typeface="Calibri"/>
                <a:cs typeface="Calibri"/>
              </a:rPr>
              <a:t> </a:t>
            </a:r>
            <a:r>
              <a:rPr sz="1800" dirty="0">
                <a:latin typeface="Calibri"/>
                <a:cs typeface="Calibri"/>
              </a:rPr>
              <a:t>Windows</a:t>
            </a:r>
            <a:r>
              <a:rPr sz="1800" spc="-60" dirty="0">
                <a:latin typeface="Calibri"/>
                <a:cs typeface="Calibri"/>
              </a:rPr>
              <a:t> </a:t>
            </a:r>
            <a:r>
              <a:rPr sz="1800" spc="-25" dirty="0">
                <a:latin typeface="Calibri"/>
                <a:cs typeface="Calibri"/>
              </a:rPr>
              <a:t>11.</a:t>
            </a:r>
            <a:endParaRPr sz="18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13</a:t>
            </a:fld>
            <a:endParaRPr spc="-25" dirty="0"/>
          </a:p>
        </p:txBody>
      </p:sp>
      <p:sp>
        <p:nvSpPr>
          <p:cNvPr id="4" name="object 4"/>
          <p:cNvSpPr txBox="1"/>
          <p:nvPr/>
        </p:nvSpPr>
        <p:spPr>
          <a:xfrm>
            <a:off x="628535" y="1697228"/>
            <a:ext cx="10730865" cy="760095"/>
          </a:xfrm>
          <a:prstGeom prst="rect">
            <a:avLst/>
          </a:prstGeom>
        </p:spPr>
        <p:txBody>
          <a:bodyPr vert="horz" wrap="square" lIns="0" tIns="9525" rIns="0" bIns="0" rtlCol="0">
            <a:spAutoFit/>
          </a:bodyPr>
          <a:lstStyle/>
          <a:p>
            <a:pPr marL="12700" marR="5080">
              <a:lnSpc>
                <a:spcPct val="100800"/>
              </a:lnSpc>
              <a:spcBef>
                <a:spcPts val="75"/>
              </a:spcBef>
            </a:pPr>
            <a:r>
              <a:rPr sz="2400" b="1" spc="-10" dirty="0">
                <a:latin typeface="Calibri"/>
                <a:cs typeface="Calibri"/>
              </a:rPr>
              <a:t>Failure</a:t>
            </a:r>
            <a:r>
              <a:rPr sz="2400" b="1" spc="-65" dirty="0">
                <a:latin typeface="Calibri"/>
                <a:cs typeface="Calibri"/>
              </a:rPr>
              <a:t> </a:t>
            </a:r>
            <a:r>
              <a:rPr sz="2400" b="1" dirty="0">
                <a:latin typeface="Calibri"/>
                <a:cs typeface="Calibri"/>
              </a:rPr>
              <a:t>Mode</a:t>
            </a:r>
            <a:r>
              <a:rPr sz="2400" b="1" spc="-65" dirty="0">
                <a:latin typeface="Calibri"/>
                <a:cs typeface="Calibri"/>
              </a:rPr>
              <a:t> </a:t>
            </a:r>
            <a:r>
              <a:rPr sz="2400" b="1" dirty="0">
                <a:latin typeface="Calibri"/>
                <a:cs typeface="Calibri"/>
              </a:rPr>
              <a:t>and</a:t>
            </a:r>
            <a:r>
              <a:rPr sz="2400" b="1" spc="-65" dirty="0">
                <a:latin typeface="Calibri"/>
                <a:cs typeface="Calibri"/>
              </a:rPr>
              <a:t> </a:t>
            </a:r>
            <a:r>
              <a:rPr sz="2400" b="1" spc="-10" dirty="0">
                <a:latin typeface="Calibri"/>
                <a:cs typeface="Calibri"/>
              </a:rPr>
              <a:t>Effects</a:t>
            </a:r>
            <a:r>
              <a:rPr sz="2400" b="1" spc="-60" dirty="0">
                <a:latin typeface="Calibri"/>
                <a:cs typeface="Calibri"/>
              </a:rPr>
              <a:t> </a:t>
            </a:r>
            <a:r>
              <a:rPr sz="2400" b="1" dirty="0">
                <a:latin typeface="Calibri"/>
                <a:cs typeface="Calibri"/>
              </a:rPr>
              <a:t>Analysis</a:t>
            </a:r>
            <a:r>
              <a:rPr sz="2400" b="1" spc="-60" dirty="0">
                <a:latin typeface="Calibri"/>
                <a:cs typeface="Calibri"/>
              </a:rPr>
              <a:t> </a:t>
            </a:r>
            <a:r>
              <a:rPr sz="2400" b="1" dirty="0">
                <a:latin typeface="Calibri"/>
                <a:cs typeface="Calibri"/>
              </a:rPr>
              <a:t>(FMEA)</a:t>
            </a:r>
            <a:r>
              <a:rPr sz="2400" b="1" spc="-70" dirty="0">
                <a:latin typeface="Calibri"/>
                <a:cs typeface="Calibri"/>
              </a:rPr>
              <a:t> </a:t>
            </a:r>
            <a:r>
              <a:rPr sz="2400" dirty="0">
                <a:latin typeface="Calibri"/>
                <a:cs typeface="Calibri"/>
              </a:rPr>
              <a:t>extends</a:t>
            </a:r>
            <a:r>
              <a:rPr sz="2400" spc="-70"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risk</a:t>
            </a:r>
            <a:r>
              <a:rPr sz="2400" spc="-70" dirty="0">
                <a:latin typeface="Calibri"/>
                <a:cs typeface="Calibri"/>
              </a:rPr>
              <a:t> </a:t>
            </a:r>
            <a:r>
              <a:rPr sz="2400" dirty="0">
                <a:latin typeface="Calibri"/>
                <a:cs typeface="Calibri"/>
              </a:rPr>
              <a:t>severity</a:t>
            </a:r>
            <a:r>
              <a:rPr sz="2400" spc="-60" dirty="0">
                <a:latin typeface="Calibri"/>
                <a:cs typeface="Calibri"/>
              </a:rPr>
              <a:t> </a:t>
            </a:r>
            <a:r>
              <a:rPr sz="2400" dirty="0">
                <a:latin typeface="Calibri"/>
                <a:cs typeface="Calibri"/>
              </a:rPr>
              <a:t>matrix</a:t>
            </a:r>
            <a:r>
              <a:rPr sz="2400" spc="-70" dirty="0">
                <a:latin typeface="Calibri"/>
                <a:cs typeface="Calibri"/>
              </a:rPr>
              <a:t> </a:t>
            </a:r>
            <a:r>
              <a:rPr sz="2400" dirty="0">
                <a:latin typeface="Calibri"/>
                <a:cs typeface="Calibri"/>
              </a:rPr>
              <a:t>by</a:t>
            </a:r>
            <a:r>
              <a:rPr sz="2400" spc="-65" dirty="0">
                <a:latin typeface="Calibri"/>
                <a:cs typeface="Calibri"/>
              </a:rPr>
              <a:t> </a:t>
            </a:r>
            <a:r>
              <a:rPr sz="2400" spc="-10" dirty="0">
                <a:latin typeface="Calibri"/>
                <a:cs typeface="Calibri"/>
              </a:rPr>
              <a:t>including </a:t>
            </a:r>
            <a:r>
              <a:rPr sz="2400" dirty="0">
                <a:latin typeface="Calibri"/>
                <a:cs typeface="Calibri"/>
              </a:rPr>
              <a:t>ease</a:t>
            </a:r>
            <a:r>
              <a:rPr sz="2400" spc="-5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detection</a:t>
            </a:r>
            <a:r>
              <a:rPr sz="2400" spc="-50" dirty="0">
                <a:latin typeface="Calibri"/>
                <a:cs typeface="Calibri"/>
              </a:rPr>
              <a:t> </a:t>
            </a:r>
            <a:r>
              <a:rPr sz="2400" dirty="0">
                <a:latin typeface="Calibri"/>
                <a:cs typeface="Calibri"/>
              </a:rPr>
              <a:t>in</a:t>
            </a:r>
            <a:r>
              <a:rPr sz="2400" spc="-50"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equation:</a:t>
            </a:r>
            <a:r>
              <a:rPr sz="2400" spc="-55" dirty="0">
                <a:latin typeface="Calibri"/>
                <a:cs typeface="Calibri"/>
              </a:rPr>
              <a:t> </a:t>
            </a:r>
            <a:r>
              <a:rPr sz="2400" dirty="0">
                <a:latin typeface="Calibri"/>
                <a:cs typeface="Calibri"/>
              </a:rPr>
              <a:t>Impact</a:t>
            </a:r>
            <a:r>
              <a:rPr sz="2400" spc="-50" dirty="0">
                <a:latin typeface="Calibri"/>
                <a:cs typeface="Calibri"/>
              </a:rPr>
              <a:t> </a:t>
            </a:r>
            <a:r>
              <a:rPr sz="2400" dirty="0">
                <a:latin typeface="Calibri"/>
                <a:cs typeface="Calibri"/>
              </a:rPr>
              <a:t>×</a:t>
            </a:r>
            <a:r>
              <a:rPr sz="2400" spc="-50" dirty="0">
                <a:latin typeface="Calibri"/>
                <a:cs typeface="Calibri"/>
              </a:rPr>
              <a:t> </a:t>
            </a:r>
            <a:r>
              <a:rPr sz="2400" dirty="0">
                <a:latin typeface="Calibri"/>
                <a:cs typeface="Calibri"/>
              </a:rPr>
              <a:t>Probability</a:t>
            </a:r>
            <a:r>
              <a:rPr sz="2400" spc="-55" dirty="0">
                <a:latin typeface="Calibri"/>
                <a:cs typeface="Calibri"/>
              </a:rPr>
              <a:t> </a:t>
            </a:r>
            <a:r>
              <a:rPr sz="2400" dirty="0">
                <a:latin typeface="Calibri"/>
                <a:cs typeface="Calibri"/>
              </a:rPr>
              <a:t>×</a:t>
            </a:r>
            <a:r>
              <a:rPr sz="2400" spc="-50" dirty="0">
                <a:latin typeface="Calibri"/>
                <a:cs typeface="Calibri"/>
              </a:rPr>
              <a:t> </a:t>
            </a:r>
            <a:r>
              <a:rPr sz="2400" dirty="0">
                <a:latin typeface="Calibri"/>
                <a:cs typeface="Calibri"/>
              </a:rPr>
              <a:t>Detection</a:t>
            </a:r>
            <a:r>
              <a:rPr sz="2400" spc="-55" dirty="0">
                <a:latin typeface="Calibri"/>
                <a:cs typeface="Calibri"/>
              </a:rPr>
              <a:t> </a:t>
            </a:r>
            <a:r>
              <a:rPr sz="2400" dirty="0">
                <a:latin typeface="Calibri"/>
                <a:cs typeface="Calibri"/>
              </a:rPr>
              <a:t>=</a:t>
            </a:r>
            <a:r>
              <a:rPr sz="2400" spc="-50" dirty="0">
                <a:latin typeface="Calibri"/>
                <a:cs typeface="Calibri"/>
              </a:rPr>
              <a:t> </a:t>
            </a:r>
            <a:r>
              <a:rPr sz="2400" dirty="0">
                <a:latin typeface="Calibri"/>
                <a:cs typeface="Calibri"/>
              </a:rPr>
              <a:t>Risk</a:t>
            </a:r>
            <a:r>
              <a:rPr sz="2400" spc="-60" dirty="0">
                <a:latin typeface="Calibri"/>
                <a:cs typeface="Calibri"/>
              </a:rPr>
              <a:t> </a:t>
            </a:r>
            <a:r>
              <a:rPr sz="2400" spc="-10" dirty="0">
                <a:latin typeface="Calibri"/>
                <a:cs typeface="Calibri"/>
              </a:rPr>
              <a:t>Value</a:t>
            </a:r>
            <a:endParaRPr sz="2400" dirty="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2-</a:t>
            </a:r>
            <a:r>
              <a:rPr spc="120" dirty="0"/>
              <a:t> </a:t>
            </a:r>
            <a:r>
              <a:rPr spc="95" dirty="0"/>
              <a:t>Risk</a:t>
            </a:r>
            <a:r>
              <a:rPr spc="114" dirty="0"/>
              <a:t> </a:t>
            </a:r>
            <a:r>
              <a:rPr spc="110" dirty="0"/>
              <a:t>Assessment</a:t>
            </a:r>
            <a:r>
              <a:rPr spc="135" dirty="0"/>
              <a:t> </a:t>
            </a:r>
            <a:r>
              <a:rPr sz="1950" spc="-10" dirty="0"/>
              <a:t>(4/4)</a:t>
            </a:r>
            <a:endParaRPr sz="1950"/>
          </a:p>
        </p:txBody>
      </p:sp>
      <p:pic>
        <p:nvPicPr>
          <p:cNvPr id="7" name="Picture 6">
            <a:extLst>
              <a:ext uri="{FF2B5EF4-FFF2-40B4-BE49-F238E27FC236}">
                <a16:creationId xmlns:a16="http://schemas.microsoft.com/office/drawing/2014/main" id="{713B4DFC-FB2A-2121-38EB-CAC1E31727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3-</a:t>
            </a:r>
            <a:r>
              <a:rPr spc="120" dirty="0"/>
              <a:t> </a:t>
            </a:r>
            <a:r>
              <a:rPr spc="95" dirty="0"/>
              <a:t>Risk</a:t>
            </a:r>
            <a:r>
              <a:rPr spc="120" dirty="0"/>
              <a:t> </a:t>
            </a:r>
            <a:r>
              <a:rPr spc="105" dirty="0"/>
              <a:t>Response</a:t>
            </a:r>
            <a:r>
              <a:rPr spc="120" dirty="0"/>
              <a:t> </a:t>
            </a:r>
            <a:r>
              <a:rPr spc="100" dirty="0"/>
              <a:t>Development</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14</a:t>
            </a:fld>
            <a:endParaRPr spc="-25" dirty="0"/>
          </a:p>
        </p:txBody>
      </p:sp>
      <p:sp>
        <p:nvSpPr>
          <p:cNvPr id="3" name="object 3"/>
          <p:cNvSpPr txBox="1"/>
          <p:nvPr/>
        </p:nvSpPr>
        <p:spPr>
          <a:xfrm>
            <a:off x="916939" y="1770379"/>
            <a:ext cx="10356850" cy="4069079"/>
          </a:xfrm>
          <a:prstGeom prst="rect">
            <a:avLst/>
          </a:prstGeom>
        </p:spPr>
        <p:txBody>
          <a:bodyPr vert="horz" wrap="square" lIns="0" tIns="66040" rIns="0" bIns="0" rtlCol="0">
            <a:spAutoFit/>
          </a:bodyPr>
          <a:lstStyle/>
          <a:p>
            <a:pPr marL="241300" marR="5080" indent="-228600" algn="just">
              <a:lnSpc>
                <a:spcPct val="90200"/>
              </a:lnSpc>
              <a:spcBef>
                <a:spcPts val="520"/>
              </a:spcBef>
              <a:buFont typeface="Arial MT"/>
              <a:buChar char="•"/>
              <a:tabLst>
                <a:tab pos="241300" algn="l"/>
              </a:tabLst>
            </a:pPr>
            <a:r>
              <a:rPr sz="3600" dirty="0">
                <a:latin typeface="Calibri"/>
                <a:cs typeface="Calibri"/>
              </a:rPr>
              <a:t>When</a:t>
            </a:r>
            <a:r>
              <a:rPr sz="3600" spc="320" dirty="0">
                <a:latin typeface="Calibri"/>
                <a:cs typeface="Calibri"/>
              </a:rPr>
              <a:t>  </a:t>
            </a:r>
            <a:r>
              <a:rPr sz="3600" dirty="0">
                <a:latin typeface="Calibri"/>
                <a:cs typeface="Calibri"/>
              </a:rPr>
              <a:t>a</a:t>
            </a:r>
            <a:r>
              <a:rPr sz="3600" spc="315" dirty="0">
                <a:latin typeface="Calibri"/>
                <a:cs typeface="Calibri"/>
              </a:rPr>
              <a:t>  </a:t>
            </a:r>
            <a:r>
              <a:rPr sz="3600" dirty="0">
                <a:latin typeface="Calibri"/>
                <a:cs typeface="Calibri"/>
              </a:rPr>
              <a:t>risk</a:t>
            </a:r>
            <a:r>
              <a:rPr sz="3600" spc="325" dirty="0">
                <a:latin typeface="Calibri"/>
                <a:cs typeface="Calibri"/>
              </a:rPr>
              <a:t>  </a:t>
            </a:r>
            <a:r>
              <a:rPr sz="3600" dirty="0">
                <a:latin typeface="Calibri"/>
                <a:cs typeface="Calibri"/>
              </a:rPr>
              <a:t>event</a:t>
            </a:r>
            <a:r>
              <a:rPr sz="3600" spc="315" dirty="0">
                <a:latin typeface="Calibri"/>
                <a:cs typeface="Calibri"/>
              </a:rPr>
              <a:t>  </a:t>
            </a:r>
            <a:r>
              <a:rPr sz="3600" dirty="0">
                <a:latin typeface="Calibri"/>
                <a:cs typeface="Calibri"/>
              </a:rPr>
              <a:t>is</a:t>
            </a:r>
            <a:r>
              <a:rPr sz="3600" spc="320" dirty="0">
                <a:latin typeface="Calibri"/>
                <a:cs typeface="Calibri"/>
              </a:rPr>
              <a:t>  </a:t>
            </a:r>
            <a:r>
              <a:rPr sz="3600" dirty="0">
                <a:latin typeface="Calibri"/>
                <a:cs typeface="Calibri"/>
              </a:rPr>
              <a:t>identified</a:t>
            </a:r>
            <a:r>
              <a:rPr sz="3600" spc="315" dirty="0">
                <a:latin typeface="Calibri"/>
                <a:cs typeface="Calibri"/>
              </a:rPr>
              <a:t>  </a:t>
            </a:r>
            <a:r>
              <a:rPr sz="3600" dirty="0">
                <a:latin typeface="Calibri"/>
                <a:cs typeface="Calibri"/>
              </a:rPr>
              <a:t>and</a:t>
            </a:r>
            <a:r>
              <a:rPr sz="3600" spc="320" dirty="0">
                <a:latin typeface="Calibri"/>
                <a:cs typeface="Calibri"/>
              </a:rPr>
              <a:t>  </a:t>
            </a:r>
            <a:r>
              <a:rPr sz="3600" dirty="0">
                <a:latin typeface="Calibri"/>
                <a:cs typeface="Calibri"/>
              </a:rPr>
              <a:t>assessed,</a:t>
            </a:r>
            <a:r>
              <a:rPr sz="3600" spc="320" dirty="0">
                <a:latin typeface="Calibri"/>
                <a:cs typeface="Calibri"/>
              </a:rPr>
              <a:t>  </a:t>
            </a:r>
            <a:r>
              <a:rPr sz="3600" spc="-50" dirty="0">
                <a:latin typeface="Calibri"/>
                <a:cs typeface="Calibri"/>
              </a:rPr>
              <a:t>a </a:t>
            </a:r>
            <a:r>
              <a:rPr sz="3600" dirty="0">
                <a:latin typeface="Calibri"/>
                <a:cs typeface="Calibri"/>
              </a:rPr>
              <a:t>decision</a:t>
            </a:r>
            <a:r>
              <a:rPr sz="3600" spc="240" dirty="0">
                <a:latin typeface="Calibri"/>
                <a:cs typeface="Calibri"/>
              </a:rPr>
              <a:t> </a:t>
            </a:r>
            <a:r>
              <a:rPr sz="3600" dirty="0">
                <a:latin typeface="Calibri"/>
                <a:cs typeface="Calibri"/>
              </a:rPr>
              <a:t>must</a:t>
            </a:r>
            <a:r>
              <a:rPr sz="3600" spc="245" dirty="0">
                <a:latin typeface="Calibri"/>
                <a:cs typeface="Calibri"/>
              </a:rPr>
              <a:t> </a:t>
            </a:r>
            <a:r>
              <a:rPr sz="3600" dirty="0">
                <a:latin typeface="Calibri"/>
                <a:cs typeface="Calibri"/>
              </a:rPr>
              <a:t>be</a:t>
            </a:r>
            <a:r>
              <a:rPr sz="3600" spc="245" dirty="0">
                <a:latin typeface="Calibri"/>
                <a:cs typeface="Calibri"/>
              </a:rPr>
              <a:t> </a:t>
            </a:r>
            <a:r>
              <a:rPr sz="3600" dirty="0">
                <a:latin typeface="Calibri"/>
                <a:cs typeface="Calibri"/>
              </a:rPr>
              <a:t>made</a:t>
            </a:r>
            <a:r>
              <a:rPr sz="3600" spc="240" dirty="0">
                <a:latin typeface="Calibri"/>
                <a:cs typeface="Calibri"/>
              </a:rPr>
              <a:t> </a:t>
            </a:r>
            <a:r>
              <a:rPr sz="3600" dirty="0">
                <a:latin typeface="Calibri"/>
                <a:cs typeface="Calibri"/>
              </a:rPr>
              <a:t>concerning</a:t>
            </a:r>
            <a:r>
              <a:rPr sz="3600" spc="260" dirty="0">
                <a:latin typeface="Calibri"/>
                <a:cs typeface="Calibri"/>
              </a:rPr>
              <a:t> </a:t>
            </a:r>
            <a:r>
              <a:rPr sz="3600" dirty="0">
                <a:latin typeface="Calibri"/>
                <a:cs typeface="Calibri"/>
              </a:rPr>
              <a:t>which</a:t>
            </a:r>
            <a:r>
              <a:rPr sz="3600" spc="245" dirty="0">
                <a:latin typeface="Calibri"/>
                <a:cs typeface="Calibri"/>
              </a:rPr>
              <a:t> </a:t>
            </a:r>
            <a:r>
              <a:rPr sz="3600" dirty="0">
                <a:latin typeface="Calibri"/>
                <a:cs typeface="Calibri"/>
              </a:rPr>
              <a:t>response</a:t>
            </a:r>
            <a:r>
              <a:rPr sz="3600" spc="250" dirty="0">
                <a:latin typeface="Calibri"/>
                <a:cs typeface="Calibri"/>
              </a:rPr>
              <a:t> </a:t>
            </a:r>
            <a:r>
              <a:rPr sz="3600" spc="-25" dirty="0">
                <a:latin typeface="Calibri"/>
                <a:cs typeface="Calibri"/>
              </a:rPr>
              <a:t>is </a:t>
            </a:r>
            <a:r>
              <a:rPr sz="3600" dirty="0">
                <a:latin typeface="Calibri"/>
                <a:cs typeface="Calibri"/>
              </a:rPr>
              <a:t>appropriate</a:t>
            </a:r>
            <a:r>
              <a:rPr sz="3600" spc="455" dirty="0">
                <a:latin typeface="Calibri"/>
                <a:cs typeface="Calibri"/>
              </a:rPr>
              <a:t> </a:t>
            </a:r>
            <a:r>
              <a:rPr sz="3600" dirty="0">
                <a:latin typeface="Calibri"/>
                <a:cs typeface="Calibri"/>
              </a:rPr>
              <a:t>for</a:t>
            </a:r>
            <a:r>
              <a:rPr sz="3600" spc="459" dirty="0">
                <a:latin typeface="Calibri"/>
                <a:cs typeface="Calibri"/>
              </a:rPr>
              <a:t> </a:t>
            </a:r>
            <a:r>
              <a:rPr sz="3600" dirty="0">
                <a:latin typeface="Calibri"/>
                <a:cs typeface="Calibri"/>
              </a:rPr>
              <a:t>the</a:t>
            </a:r>
            <a:r>
              <a:rPr sz="3600" spc="465" dirty="0">
                <a:latin typeface="Calibri"/>
                <a:cs typeface="Calibri"/>
              </a:rPr>
              <a:t> </a:t>
            </a:r>
            <a:r>
              <a:rPr sz="3600" dirty="0">
                <a:latin typeface="Calibri"/>
                <a:cs typeface="Calibri"/>
              </a:rPr>
              <a:t>specific</a:t>
            </a:r>
            <a:r>
              <a:rPr sz="3600" spc="470" dirty="0">
                <a:latin typeface="Calibri"/>
                <a:cs typeface="Calibri"/>
              </a:rPr>
              <a:t> </a:t>
            </a:r>
            <a:r>
              <a:rPr sz="3600" dirty="0">
                <a:latin typeface="Calibri"/>
                <a:cs typeface="Calibri"/>
              </a:rPr>
              <a:t>event.</a:t>
            </a:r>
            <a:r>
              <a:rPr sz="3600" spc="470" dirty="0">
                <a:latin typeface="Calibri"/>
                <a:cs typeface="Calibri"/>
              </a:rPr>
              <a:t> </a:t>
            </a:r>
            <a:r>
              <a:rPr sz="3600" dirty="0">
                <a:latin typeface="Calibri"/>
                <a:cs typeface="Calibri"/>
              </a:rPr>
              <a:t>Responses</a:t>
            </a:r>
            <a:r>
              <a:rPr sz="3600" spc="470" dirty="0">
                <a:latin typeface="Calibri"/>
                <a:cs typeface="Calibri"/>
              </a:rPr>
              <a:t> </a:t>
            </a:r>
            <a:r>
              <a:rPr sz="3600" dirty="0">
                <a:latin typeface="Calibri"/>
                <a:cs typeface="Calibri"/>
              </a:rPr>
              <a:t>to</a:t>
            </a:r>
            <a:r>
              <a:rPr sz="3600" spc="470" dirty="0">
                <a:latin typeface="Calibri"/>
                <a:cs typeface="Calibri"/>
              </a:rPr>
              <a:t> </a:t>
            </a:r>
            <a:r>
              <a:rPr sz="3600" spc="-20" dirty="0">
                <a:latin typeface="Calibri"/>
                <a:cs typeface="Calibri"/>
              </a:rPr>
              <a:t>risk </a:t>
            </a:r>
            <a:r>
              <a:rPr sz="3600" dirty="0">
                <a:latin typeface="Calibri"/>
                <a:cs typeface="Calibri"/>
              </a:rPr>
              <a:t>can</a:t>
            </a:r>
            <a:r>
              <a:rPr sz="3600" spc="-55" dirty="0">
                <a:latin typeface="Calibri"/>
                <a:cs typeface="Calibri"/>
              </a:rPr>
              <a:t> </a:t>
            </a:r>
            <a:r>
              <a:rPr sz="3600" dirty="0">
                <a:latin typeface="Calibri"/>
                <a:cs typeface="Calibri"/>
              </a:rPr>
              <a:t>be</a:t>
            </a:r>
            <a:r>
              <a:rPr sz="3600" spc="-55" dirty="0">
                <a:latin typeface="Calibri"/>
                <a:cs typeface="Calibri"/>
              </a:rPr>
              <a:t> </a:t>
            </a:r>
            <a:r>
              <a:rPr sz="3600" dirty="0">
                <a:latin typeface="Calibri"/>
                <a:cs typeface="Calibri"/>
              </a:rPr>
              <a:t>classified</a:t>
            </a:r>
            <a:r>
              <a:rPr sz="3600" spc="-70" dirty="0">
                <a:latin typeface="Calibri"/>
                <a:cs typeface="Calibri"/>
              </a:rPr>
              <a:t> </a:t>
            </a:r>
            <a:r>
              <a:rPr sz="3600" spc="-25" dirty="0">
                <a:latin typeface="Calibri"/>
                <a:cs typeface="Calibri"/>
              </a:rPr>
              <a:t>as:</a:t>
            </a:r>
            <a:endParaRPr sz="3600" dirty="0">
              <a:latin typeface="Calibri"/>
              <a:cs typeface="Calibri"/>
            </a:endParaRPr>
          </a:p>
          <a:p>
            <a:pPr marL="926465" lvl="1" indent="-456565">
              <a:lnSpc>
                <a:spcPct val="100000"/>
              </a:lnSpc>
              <a:spcBef>
                <a:spcPts val="185"/>
              </a:spcBef>
              <a:buAutoNum type="alphaLcPeriod"/>
              <a:tabLst>
                <a:tab pos="926465" algn="l"/>
              </a:tabLst>
            </a:pPr>
            <a:r>
              <a:rPr sz="3200" spc="-10" dirty="0">
                <a:solidFill>
                  <a:srgbClr val="262EA4"/>
                </a:solidFill>
                <a:latin typeface="Calibri"/>
                <a:cs typeface="Calibri"/>
              </a:rPr>
              <a:t>Mitigating</a:t>
            </a:r>
            <a:endParaRPr sz="3200" dirty="0">
              <a:latin typeface="Calibri"/>
              <a:cs typeface="Calibri"/>
            </a:endParaRPr>
          </a:p>
          <a:p>
            <a:pPr marL="926465" lvl="1" indent="-456565">
              <a:lnSpc>
                <a:spcPct val="100000"/>
              </a:lnSpc>
              <a:spcBef>
                <a:spcPts val="75"/>
              </a:spcBef>
              <a:buAutoNum type="alphaLcPeriod"/>
              <a:tabLst>
                <a:tab pos="926465" algn="l"/>
              </a:tabLst>
            </a:pPr>
            <a:r>
              <a:rPr sz="3200" spc="-10" dirty="0">
                <a:solidFill>
                  <a:srgbClr val="262EA4"/>
                </a:solidFill>
                <a:latin typeface="Calibri"/>
                <a:cs typeface="Calibri"/>
              </a:rPr>
              <a:t>Avoiding</a:t>
            </a:r>
            <a:endParaRPr sz="3200" dirty="0">
              <a:latin typeface="Calibri"/>
              <a:cs typeface="Calibri"/>
            </a:endParaRPr>
          </a:p>
          <a:p>
            <a:pPr marL="926465" lvl="1" indent="-456565">
              <a:lnSpc>
                <a:spcPct val="100000"/>
              </a:lnSpc>
              <a:spcBef>
                <a:spcPts val="140"/>
              </a:spcBef>
              <a:buAutoNum type="alphaLcPeriod"/>
              <a:tabLst>
                <a:tab pos="926465" algn="l"/>
              </a:tabLst>
            </a:pPr>
            <a:r>
              <a:rPr sz="3200" spc="-10" dirty="0">
                <a:solidFill>
                  <a:srgbClr val="262EA4"/>
                </a:solidFill>
                <a:latin typeface="Calibri"/>
                <a:cs typeface="Calibri"/>
              </a:rPr>
              <a:t>Transferring</a:t>
            </a:r>
            <a:endParaRPr sz="3200" dirty="0">
              <a:latin typeface="Calibri"/>
              <a:cs typeface="Calibri"/>
            </a:endParaRPr>
          </a:p>
          <a:p>
            <a:pPr marL="926465" lvl="1" indent="-456565">
              <a:lnSpc>
                <a:spcPct val="100000"/>
              </a:lnSpc>
              <a:spcBef>
                <a:spcPts val="75"/>
              </a:spcBef>
              <a:buAutoNum type="alphaLcPeriod"/>
              <a:tabLst>
                <a:tab pos="926465" algn="l"/>
              </a:tabLst>
            </a:pPr>
            <a:r>
              <a:rPr sz="3200" spc="-10" dirty="0">
                <a:solidFill>
                  <a:srgbClr val="262EA4"/>
                </a:solidFill>
                <a:latin typeface="Calibri"/>
                <a:cs typeface="Calibri"/>
              </a:rPr>
              <a:t>Accepting</a:t>
            </a:r>
            <a:endParaRPr sz="3200" dirty="0">
              <a:latin typeface="Calibri"/>
              <a:cs typeface="Calibri"/>
            </a:endParaRPr>
          </a:p>
        </p:txBody>
      </p:sp>
      <p:pic>
        <p:nvPicPr>
          <p:cNvPr id="5" name="Picture 4">
            <a:extLst>
              <a:ext uri="{FF2B5EF4-FFF2-40B4-BE49-F238E27FC236}">
                <a16:creationId xmlns:a16="http://schemas.microsoft.com/office/drawing/2014/main" id="{9309D0D6-3CAD-E4FA-447C-B69F4A9198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5" dirty="0"/>
              <a:t>a.</a:t>
            </a:r>
            <a:r>
              <a:rPr spc="110" dirty="0"/>
              <a:t> </a:t>
            </a:r>
            <a:r>
              <a:rPr spc="100" dirty="0"/>
              <a:t>Mitigating</a:t>
            </a:r>
            <a:r>
              <a:rPr spc="120" dirty="0"/>
              <a:t> </a:t>
            </a:r>
            <a:r>
              <a:rPr spc="75" dirty="0"/>
              <a:t>Risk</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15</a:t>
            </a:fld>
            <a:endParaRPr spc="-25" dirty="0"/>
          </a:p>
        </p:txBody>
      </p:sp>
      <p:sp>
        <p:nvSpPr>
          <p:cNvPr id="3" name="object 3"/>
          <p:cNvSpPr txBox="1"/>
          <p:nvPr/>
        </p:nvSpPr>
        <p:spPr>
          <a:xfrm>
            <a:off x="916939" y="1758188"/>
            <a:ext cx="10358120" cy="3489930"/>
          </a:xfrm>
          <a:prstGeom prst="rect">
            <a:avLst/>
          </a:prstGeom>
        </p:spPr>
        <p:txBody>
          <a:bodyPr vert="horz" wrap="square" lIns="0" tIns="116205" rIns="0" bIns="0" rtlCol="0">
            <a:spAutoFit/>
          </a:bodyPr>
          <a:lstStyle/>
          <a:p>
            <a:pPr marL="241300" marR="5080" indent="-228600" algn="just">
              <a:lnSpc>
                <a:spcPct val="77300"/>
              </a:lnSpc>
              <a:spcBef>
                <a:spcPts val="915"/>
              </a:spcBef>
              <a:buFont typeface="Arial MT"/>
              <a:buChar char="•"/>
              <a:tabLst>
                <a:tab pos="241300" algn="l"/>
              </a:tabLst>
            </a:pPr>
            <a:r>
              <a:rPr sz="3000" dirty="0">
                <a:latin typeface="Calibri"/>
                <a:cs typeface="Calibri"/>
              </a:rPr>
              <a:t>Reducing</a:t>
            </a:r>
            <a:r>
              <a:rPr sz="3000" spc="-25" dirty="0">
                <a:latin typeface="Calibri"/>
                <a:cs typeface="Calibri"/>
              </a:rPr>
              <a:t> </a:t>
            </a:r>
            <a:r>
              <a:rPr sz="3000" dirty="0">
                <a:latin typeface="Calibri"/>
                <a:cs typeface="Calibri"/>
              </a:rPr>
              <a:t>risk</a:t>
            </a:r>
            <a:r>
              <a:rPr sz="3000" spc="-15" dirty="0">
                <a:latin typeface="Calibri"/>
                <a:cs typeface="Calibri"/>
              </a:rPr>
              <a:t> </a:t>
            </a:r>
            <a:r>
              <a:rPr sz="3000" dirty="0">
                <a:latin typeface="Calibri"/>
                <a:cs typeface="Calibri"/>
              </a:rPr>
              <a:t>is</a:t>
            </a:r>
            <a:r>
              <a:rPr sz="3000" spc="-10" dirty="0">
                <a:latin typeface="Calibri"/>
                <a:cs typeface="Calibri"/>
              </a:rPr>
              <a:t> </a:t>
            </a:r>
            <a:r>
              <a:rPr sz="3000" dirty="0">
                <a:latin typeface="Calibri"/>
                <a:cs typeface="Calibri"/>
              </a:rPr>
              <a:t>usually</a:t>
            </a:r>
            <a:r>
              <a:rPr sz="3000" spc="-10" dirty="0">
                <a:latin typeface="Calibri"/>
                <a:cs typeface="Calibri"/>
              </a:rPr>
              <a:t> </a:t>
            </a:r>
            <a:r>
              <a:rPr sz="3000" dirty="0">
                <a:latin typeface="Calibri"/>
                <a:cs typeface="Calibri"/>
              </a:rPr>
              <a:t>the</a:t>
            </a:r>
            <a:r>
              <a:rPr sz="3000" spc="-20" dirty="0">
                <a:latin typeface="Calibri"/>
                <a:cs typeface="Calibri"/>
              </a:rPr>
              <a:t> </a:t>
            </a:r>
            <a:r>
              <a:rPr sz="3000" dirty="0">
                <a:latin typeface="Calibri"/>
                <a:cs typeface="Calibri"/>
              </a:rPr>
              <a:t>first</a:t>
            </a:r>
            <a:r>
              <a:rPr sz="3000" spc="-15" dirty="0">
                <a:latin typeface="Calibri"/>
                <a:cs typeface="Calibri"/>
              </a:rPr>
              <a:t> </a:t>
            </a:r>
            <a:r>
              <a:rPr sz="3000" dirty="0">
                <a:latin typeface="Calibri"/>
                <a:cs typeface="Calibri"/>
              </a:rPr>
              <a:t>alternative</a:t>
            </a:r>
            <a:r>
              <a:rPr sz="3000" spc="-20" dirty="0">
                <a:latin typeface="Calibri"/>
                <a:cs typeface="Calibri"/>
              </a:rPr>
              <a:t> </a:t>
            </a:r>
            <a:r>
              <a:rPr sz="3000" dirty="0">
                <a:latin typeface="Calibri"/>
                <a:cs typeface="Calibri"/>
              </a:rPr>
              <a:t>considered.</a:t>
            </a:r>
            <a:r>
              <a:rPr sz="3000" spc="-10" dirty="0">
                <a:latin typeface="Calibri"/>
                <a:cs typeface="Calibri"/>
              </a:rPr>
              <a:t> </a:t>
            </a:r>
            <a:r>
              <a:rPr sz="3000" dirty="0">
                <a:latin typeface="Calibri"/>
                <a:cs typeface="Calibri"/>
              </a:rPr>
              <a:t>There</a:t>
            </a:r>
            <a:r>
              <a:rPr sz="3000" spc="-20" dirty="0">
                <a:latin typeface="Calibri"/>
                <a:cs typeface="Calibri"/>
              </a:rPr>
              <a:t> </a:t>
            </a:r>
            <a:r>
              <a:rPr sz="3000" spc="-25" dirty="0">
                <a:latin typeface="Calibri"/>
                <a:cs typeface="Calibri"/>
              </a:rPr>
              <a:t>are </a:t>
            </a:r>
            <a:r>
              <a:rPr sz="3000" dirty="0">
                <a:latin typeface="Calibri"/>
                <a:cs typeface="Calibri"/>
              </a:rPr>
              <a:t>basically</a:t>
            </a:r>
            <a:r>
              <a:rPr sz="3000" spc="-105" dirty="0">
                <a:latin typeface="Calibri"/>
                <a:cs typeface="Calibri"/>
              </a:rPr>
              <a:t> </a:t>
            </a:r>
            <a:r>
              <a:rPr sz="3000" dirty="0">
                <a:latin typeface="Calibri"/>
                <a:cs typeface="Calibri"/>
              </a:rPr>
              <a:t>two</a:t>
            </a:r>
            <a:r>
              <a:rPr sz="3000" spc="-95" dirty="0">
                <a:latin typeface="Calibri"/>
                <a:cs typeface="Calibri"/>
              </a:rPr>
              <a:t> </a:t>
            </a:r>
            <a:r>
              <a:rPr sz="3000" spc="-10" dirty="0">
                <a:latin typeface="Calibri"/>
                <a:cs typeface="Calibri"/>
              </a:rPr>
              <a:t>strategies</a:t>
            </a:r>
            <a:r>
              <a:rPr sz="3000" spc="-100" dirty="0">
                <a:latin typeface="Calibri"/>
                <a:cs typeface="Calibri"/>
              </a:rPr>
              <a:t> </a:t>
            </a:r>
            <a:r>
              <a:rPr sz="3000" dirty="0">
                <a:latin typeface="Calibri"/>
                <a:cs typeface="Calibri"/>
              </a:rPr>
              <a:t>for</a:t>
            </a:r>
            <a:r>
              <a:rPr sz="3000" spc="-100" dirty="0">
                <a:latin typeface="Calibri"/>
                <a:cs typeface="Calibri"/>
              </a:rPr>
              <a:t> </a:t>
            </a:r>
            <a:r>
              <a:rPr sz="3000" b="1" spc="-10" dirty="0">
                <a:latin typeface="Calibri"/>
                <a:cs typeface="Calibri"/>
              </a:rPr>
              <a:t>mitigating</a:t>
            </a:r>
            <a:r>
              <a:rPr sz="3000" b="1" spc="-95" dirty="0">
                <a:latin typeface="Calibri"/>
                <a:cs typeface="Calibri"/>
              </a:rPr>
              <a:t> </a:t>
            </a:r>
            <a:r>
              <a:rPr sz="3000" b="1" spc="-10" dirty="0">
                <a:latin typeface="Calibri"/>
                <a:cs typeface="Calibri"/>
              </a:rPr>
              <a:t>risk</a:t>
            </a:r>
            <a:r>
              <a:rPr sz="3000" spc="-10" dirty="0">
                <a:latin typeface="Calibri"/>
                <a:cs typeface="Calibri"/>
              </a:rPr>
              <a:t>:</a:t>
            </a:r>
            <a:endParaRPr sz="3000" dirty="0">
              <a:latin typeface="Calibri"/>
              <a:cs typeface="Calibri"/>
            </a:endParaRPr>
          </a:p>
          <a:p>
            <a:pPr marL="925194" marR="5715" lvl="1" indent="-455930" algn="just">
              <a:lnSpc>
                <a:spcPct val="80400"/>
              </a:lnSpc>
              <a:spcBef>
                <a:spcPts val="509"/>
              </a:spcBef>
              <a:buAutoNum type="arabicPeriod"/>
              <a:tabLst>
                <a:tab pos="926465" algn="l"/>
              </a:tabLst>
            </a:pPr>
            <a:r>
              <a:rPr sz="2600" dirty="0">
                <a:latin typeface="Calibri"/>
                <a:cs typeface="Calibri"/>
              </a:rPr>
              <a:t>Reduce</a:t>
            </a:r>
            <a:r>
              <a:rPr sz="2600" spc="320" dirty="0">
                <a:latin typeface="Calibri"/>
                <a:cs typeface="Calibri"/>
              </a:rPr>
              <a:t>  </a:t>
            </a:r>
            <a:r>
              <a:rPr sz="2600" dirty="0">
                <a:latin typeface="Calibri"/>
                <a:cs typeface="Calibri"/>
              </a:rPr>
              <a:t>the</a:t>
            </a:r>
            <a:r>
              <a:rPr sz="2600" spc="320" dirty="0">
                <a:latin typeface="Calibri"/>
                <a:cs typeface="Calibri"/>
              </a:rPr>
              <a:t>  </a:t>
            </a:r>
            <a:r>
              <a:rPr sz="2600" dirty="0">
                <a:latin typeface="Calibri"/>
                <a:cs typeface="Calibri"/>
              </a:rPr>
              <a:t>likelihood</a:t>
            </a:r>
            <a:r>
              <a:rPr sz="2600" spc="320" dirty="0">
                <a:latin typeface="Calibri"/>
                <a:cs typeface="Calibri"/>
              </a:rPr>
              <a:t>  </a:t>
            </a:r>
            <a:r>
              <a:rPr sz="2600" dirty="0">
                <a:latin typeface="Calibri"/>
                <a:cs typeface="Calibri"/>
              </a:rPr>
              <a:t>that</a:t>
            </a:r>
            <a:r>
              <a:rPr sz="2600" spc="325" dirty="0">
                <a:latin typeface="Calibri"/>
                <a:cs typeface="Calibri"/>
              </a:rPr>
              <a:t>  </a:t>
            </a:r>
            <a:r>
              <a:rPr sz="2600" dirty="0">
                <a:latin typeface="Calibri"/>
                <a:cs typeface="Calibri"/>
              </a:rPr>
              <a:t>the</a:t>
            </a:r>
            <a:r>
              <a:rPr sz="2600" spc="320" dirty="0">
                <a:latin typeface="Calibri"/>
                <a:cs typeface="Calibri"/>
              </a:rPr>
              <a:t>  </a:t>
            </a:r>
            <a:r>
              <a:rPr sz="2600" dirty="0">
                <a:latin typeface="Calibri"/>
                <a:cs typeface="Calibri"/>
              </a:rPr>
              <a:t>event</a:t>
            </a:r>
            <a:r>
              <a:rPr sz="2600" spc="325" dirty="0">
                <a:latin typeface="Calibri"/>
                <a:cs typeface="Calibri"/>
              </a:rPr>
              <a:t>  </a:t>
            </a:r>
            <a:r>
              <a:rPr sz="2600" dirty="0">
                <a:latin typeface="Calibri"/>
                <a:cs typeface="Calibri"/>
              </a:rPr>
              <a:t>will</a:t>
            </a:r>
            <a:r>
              <a:rPr sz="2600" spc="325" dirty="0">
                <a:latin typeface="Calibri"/>
                <a:cs typeface="Calibri"/>
              </a:rPr>
              <a:t>  </a:t>
            </a:r>
            <a:r>
              <a:rPr sz="2600" dirty="0">
                <a:latin typeface="Calibri"/>
                <a:cs typeface="Calibri"/>
              </a:rPr>
              <a:t>occur.</a:t>
            </a:r>
            <a:r>
              <a:rPr sz="2600" spc="325" dirty="0">
                <a:latin typeface="Calibri"/>
                <a:cs typeface="Calibri"/>
              </a:rPr>
              <a:t>  </a:t>
            </a:r>
            <a:r>
              <a:rPr sz="2600" dirty="0">
                <a:latin typeface="Calibri"/>
                <a:cs typeface="Calibri"/>
              </a:rPr>
              <a:t>Testing</a:t>
            </a:r>
            <a:r>
              <a:rPr sz="2600" spc="320" dirty="0">
                <a:latin typeface="Calibri"/>
                <a:cs typeface="Calibri"/>
              </a:rPr>
              <a:t>  </a:t>
            </a:r>
            <a:r>
              <a:rPr sz="2600" spc="-25" dirty="0">
                <a:latin typeface="Calibri"/>
                <a:cs typeface="Calibri"/>
              </a:rPr>
              <a:t>and 	</a:t>
            </a:r>
            <a:r>
              <a:rPr sz="2600" dirty="0">
                <a:latin typeface="Calibri"/>
                <a:cs typeface="Calibri"/>
              </a:rPr>
              <a:t>prototyping</a:t>
            </a:r>
            <a:r>
              <a:rPr sz="2600" spc="229" dirty="0">
                <a:latin typeface="Calibri"/>
                <a:cs typeface="Calibri"/>
              </a:rPr>
              <a:t> </a:t>
            </a:r>
            <a:r>
              <a:rPr sz="2600" dirty="0">
                <a:latin typeface="Calibri"/>
                <a:cs typeface="Calibri"/>
              </a:rPr>
              <a:t>are</a:t>
            </a:r>
            <a:r>
              <a:rPr sz="2600" spc="229" dirty="0">
                <a:latin typeface="Calibri"/>
                <a:cs typeface="Calibri"/>
              </a:rPr>
              <a:t> </a:t>
            </a:r>
            <a:r>
              <a:rPr sz="2600" dirty="0">
                <a:latin typeface="Calibri"/>
                <a:cs typeface="Calibri"/>
              </a:rPr>
              <a:t>frequently</a:t>
            </a:r>
            <a:r>
              <a:rPr sz="2600" spc="229" dirty="0">
                <a:latin typeface="Calibri"/>
                <a:cs typeface="Calibri"/>
              </a:rPr>
              <a:t> </a:t>
            </a:r>
            <a:r>
              <a:rPr sz="2600" dirty="0">
                <a:latin typeface="Calibri"/>
                <a:cs typeface="Calibri"/>
              </a:rPr>
              <a:t>used</a:t>
            </a:r>
            <a:r>
              <a:rPr sz="2600" spc="235" dirty="0">
                <a:latin typeface="Calibri"/>
                <a:cs typeface="Calibri"/>
              </a:rPr>
              <a:t> </a:t>
            </a:r>
            <a:r>
              <a:rPr sz="2600" dirty="0">
                <a:latin typeface="Calibri"/>
                <a:cs typeface="Calibri"/>
              </a:rPr>
              <a:t>to</a:t>
            </a:r>
            <a:r>
              <a:rPr sz="2600" spc="235" dirty="0">
                <a:latin typeface="Calibri"/>
                <a:cs typeface="Calibri"/>
              </a:rPr>
              <a:t> </a:t>
            </a:r>
            <a:r>
              <a:rPr sz="2600" dirty="0">
                <a:latin typeface="Calibri"/>
                <a:cs typeface="Calibri"/>
              </a:rPr>
              <a:t>prevent</a:t>
            </a:r>
            <a:r>
              <a:rPr sz="2600" spc="235" dirty="0">
                <a:latin typeface="Calibri"/>
                <a:cs typeface="Calibri"/>
              </a:rPr>
              <a:t> </a:t>
            </a:r>
            <a:r>
              <a:rPr sz="2600" dirty="0">
                <a:latin typeface="Calibri"/>
                <a:cs typeface="Calibri"/>
              </a:rPr>
              <a:t>problems</a:t>
            </a:r>
            <a:r>
              <a:rPr sz="2600" spc="229" dirty="0">
                <a:latin typeface="Calibri"/>
                <a:cs typeface="Calibri"/>
              </a:rPr>
              <a:t> </a:t>
            </a:r>
            <a:r>
              <a:rPr sz="2600" dirty="0">
                <a:latin typeface="Calibri"/>
                <a:cs typeface="Calibri"/>
              </a:rPr>
              <a:t>from</a:t>
            </a:r>
            <a:r>
              <a:rPr sz="2600" spc="229" dirty="0">
                <a:latin typeface="Calibri"/>
                <a:cs typeface="Calibri"/>
              </a:rPr>
              <a:t> </a:t>
            </a:r>
            <a:r>
              <a:rPr sz="2600" spc="-10" dirty="0">
                <a:latin typeface="Calibri"/>
                <a:cs typeface="Calibri"/>
              </a:rPr>
              <a:t>surfacing 	</a:t>
            </a:r>
            <a:r>
              <a:rPr sz="2600" dirty="0">
                <a:latin typeface="Calibri"/>
                <a:cs typeface="Calibri"/>
              </a:rPr>
              <a:t>later</a:t>
            </a:r>
            <a:r>
              <a:rPr sz="2600" spc="-35" dirty="0">
                <a:latin typeface="Calibri"/>
                <a:cs typeface="Calibri"/>
              </a:rPr>
              <a:t> </a:t>
            </a:r>
            <a:r>
              <a:rPr sz="2600" dirty="0">
                <a:latin typeface="Calibri"/>
                <a:cs typeface="Calibri"/>
              </a:rPr>
              <a:t>in</a:t>
            </a:r>
            <a:r>
              <a:rPr sz="2600" spc="-40" dirty="0">
                <a:latin typeface="Calibri"/>
                <a:cs typeface="Calibri"/>
              </a:rPr>
              <a:t> </a:t>
            </a:r>
            <a:r>
              <a:rPr sz="2600" dirty="0">
                <a:latin typeface="Calibri"/>
                <a:cs typeface="Calibri"/>
              </a:rPr>
              <a:t>a</a:t>
            </a:r>
            <a:r>
              <a:rPr sz="2600" spc="-35" dirty="0">
                <a:latin typeface="Calibri"/>
                <a:cs typeface="Calibri"/>
              </a:rPr>
              <a:t> </a:t>
            </a:r>
            <a:r>
              <a:rPr sz="2600" spc="-10" dirty="0">
                <a:latin typeface="Calibri"/>
                <a:cs typeface="Calibri"/>
              </a:rPr>
              <a:t>project.</a:t>
            </a:r>
            <a:endParaRPr sz="2600" dirty="0">
              <a:latin typeface="Calibri"/>
              <a:cs typeface="Calibri"/>
            </a:endParaRPr>
          </a:p>
          <a:p>
            <a:pPr marL="925830" lvl="1" indent="-455930" algn="just">
              <a:lnSpc>
                <a:spcPts val="3000"/>
              </a:lnSpc>
              <a:buAutoNum type="arabicPeriod"/>
              <a:tabLst>
                <a:tab pos="925830" algn="l"/>
              </a:tabLst>
            </a:pPr>
            <a:r>
              <a:rPr sz="2600" dirty="0">
                <a:latin typeface="Calibri"/>
                <a:cs typeface="Calibri"/>
              </a:rPr>
              <a:t>Reduce</a:t>
            </a:r>
            <a:r>
              <a:rPr sz="2600" spc="-70"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impact</a:t>
            </a:r>
            <a:r>
              <a:rPr sz="2600" spc="-60" dirty="0">
                <a:latin typeface="Calibri"/>
                <a:cs typeface="Calibri"/>
              </a:rPr>
              <a:t> </a:t>
            </a:r>
            <a:r>
              <a:rPr sz="2600" dirty="0">
                <a:latin typeface="Calibri"/>
                <a:cs typeface="Calibri"/>
              </a:rPr>
              <a:t>that</a:t>
            </a:r>
            <a:r>
              <a:rPr sz="2600" spc="-60"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adverse</a:t>
            </a:r>
            <a:r>
              <a:rPr sz="2600" spc="-70" dirty="0">
                <a:latin typeface="Calibri"/>
                <a:cs typeface="Calibri"/>
              </a:rPr>
              <a:t> </a:t>
            </a:r>
            <a:r>
              <a:rPr sz="2600" dirty="0">
                <a:latin typeface="Calibri"/>
                <a:cs typeface="Calibri"/>
              </a:rPr>
              <a:t>event</a:t>
            </a:r>
            <a:r>
              <a:rPr sz="2600" spc="-55" dirty="0">
                <a:latin typeface="Calibri"/>
                <a:cs typeface="Calibri"/>
              </a:rPr>
              <a:t> </a:t>
            </a:r>
            <a:r>
              <a:rPr sz="2600" dirty="0">
                <a:latin typeface="Calibri"/>
                <a:cs typeface="Calibri"/>
              </a:rPr>
              <a:t>would</a:t>
            </a:r>
            <a:r>
              <a:rPr sz="2600" spc="-65" dirty="0">
                <a:latin typeface="Calibri"/>
                <a:cs typeface="Calibri"/>
              </a:rPr>
              <a:t> </a:t>
            </a:r>
            <a:r>
              <a:rPr sz="2600" dirty="0">
                <a:latin typeface="Calibri"/>
                <a:cs typeface="Calibri"/>
              </a:rPr>
              <a:t>have</a:t>
            </a:r>
            <a:r>
              <a:rPr sz="2600" spc="-65" dirty="0">
                <a:latin typeface="Calibri"/>
                <a:cs typeface="Calibri"/>
              </a:rPr>
              <a:t> </a:t>
            </a:r>
            <a:r>
              <a:rPr sz="2600" dirty="0">
                <a:latin typeface="Calibri"/>
                <a:cs typeface="Calibri"/>
              </a:rPr>
              <a:t>on</a:t>
            </a:r>
            <a:r>
              <a:rPr sz="2600" spc="-65" dirty="0">
                <a:latin typeface="Calibri"/>
                <a:cs typeface="Calibri"/>
              </a:rPr>
              <a:t> </a:t>
            </a:r>
            <a:r>
              <a:rPr sz="2600" dirty="0">
                <a:latin typeface="Calibri"/>
                <a:cs typeface="Calibri"/>
              </a:rPr>
              <a:t>the</a:t>
            </a:r>
            <a:r>
              <a:rPr sz="2600" spc="-65" dirty="0">
                <a:latin typeface="Calibri"/>
                <a:cs typeface="Calibri"/>
              </a:rPr>
              <a:t> </a:t>
            </a:r>
            <a:r>
              <a:rPr sz="2600" spc="-10" dirty="0">
                <a:latin typeface="Calibri"/>
                <a:cs typeface="Calibri"/>
              </a:rPr>
              <a:t>project.</a:t>
            </a:r>
            <a:endParaRPr sz="2600" dirty="0">
              <a:latin typeface="Calibri"/>
              <a:cs typeface="Calibri"/>
            </a:endParaRPr>
          </a:p>
          <a:p>
            <a:pPr marL="241300" marR="5080" indent="-228600" algn="just">
              <a:lnSpc>
                <a:spcPts val="2900"/>
              </a:lnSpc>
              <a:spcBef>
                <a:spcPts val="950"/>
              </a:spcBef>
              <a:buFont typeface="Arial MT"/>
              <a:buChar char="•"/>
              <a:tabLst>
                <a:tab pos="241300" algn="l"/>
              </a:tabLst>
            </a:pPr>
            <a:r>
              <a:rPr sz="3000" dirty="0">
                <a:latin typeface="Calibri"/>
                <a:cs typeface="Calibri"/>
              </a:rPr>
              <a:t>Most</a:t>
            </a:r>
            <a:r>
              <a:rPr sz="3000" spc="625" dirty="0">
                <a:latin typeface="Calibri"/>
                <a:cs typeface="Calibri"/>
              </a:rPr>
              <a:t> </a:t>
            </a:r>
            <a:r>
              <a:rPr sz="3000" dirty="0">
                <a:latin typeface="Calibri"/>
                <a:cs typeface="Calibri"/>
              </a:rPr>
              <a:t>risk</a:t>
            </a:r>
            <a:r>
              <a:rPr sz="3000" spc="625" dirty="0">
                <a:latin typeface="Calibri"/>
                <a:cs typeface="Calibri"/>
              </a:rPr>
              <a:t> </a:t>
            </a:r>
            <a:r>
              <a:rPr sz="3000" dirty="0">
                <a:latin typeface="Calibri"/>
                <a:cs typeface="Calibri"/>
              </a:rPr>
              <a:t>teams</a:t>
            </a:r>
            <a:r>
              <a:rPr sz="3000" spc="630" dirty="0">
                <a:latin typeface="Calibri"/>
                <a:cs typeface="Calibri"/>
              </a:rPr>
              <a:t> </a:t>
            </a:r>
            <a:r>
              <a:rPr sz="3000" dirty="0">
                <a:latin typeface="Calibri"/>
                <a:cs typeface="Calibri"/>
              </a:rPr>
              <a:t>focus</a:t>
            </a:r>
            <a:r>
              <a:rPr sz="3000" spc="630" dirty="0">
                <a:latin typeface="Calibri"/>
                <a:cs typeface="Calibri"/>
              </a:rPr>
              <a:t> </a:t>
            </a:r>
            <a:r>
              <a:rPr sz="3000" dirty="0">
                <a:latin typeface="Calibri"/>
                <a:cs typeface="Calibri"/>
              </a:rPr>
              <a:t>first</a:t>
            </a:r>
            <a:r>
              <a:rPr sz="3000" spc="630" dirty="0">
                <a:latin typeface="Calibri"/>
                <a:cs typeface="Calibri"/>
              </a:rPr>
              <a:t> </a:t>
            </a:r>
            <a:r>
              <a:rPr sz="3000" dirty="0">
                <a:latin typeface="Calibri"/>
                <a:cs typeface="Calibri"/>
              </a:rPr>
              <a:t>on</a:t>
            </a:r>
            <a:r>
              <a:rPr sz="3000" spc="625" dirty="0">
                <a:latin typeface="Calibri"/>
                <a:cs typeface="Calibri"/>
              </a:rPr>
              <a:t> </a:t>
            </a:r>
            <a:r>
              <a:rPr sz="3000" dirty="0">
                <a:latin typeface="Calibri"/>
                <a:cs typeface="Calibri"/>
              </a:rPr>
              <a:t>reducing</a:t>
            </a:r>
            <a:r>
              <a:rPr sz="3000" spc="630" dirty="0">
                <a:latin typeface="Calibri"/>
                <a:cs typeface="Calibri"/>
              </a:rPr>
              <a:t> </a:t>
            </a:r>
            <a:r>
              <a:rPr sz="3000" dirty="0">
                <a:latin typeface="Calibri"/>
                <a:cs typeface="Calibri"/>
              </a:rPr>
              <a:t>the</a:t>
            </a:r>
            <a:r>
              <a:rPr sz="3000" spc="620" dirty="0">
                <a:latin typeface="Calibri"/>
                <a:cs typeface="Calibri"/>
              </a:rPr>
              <a:t> </a:t>
            </a:r>
            <a:r>
              <a:rPr sz="3000" dirty="0">
                <a:latin typeface="Calibri"/>
                <a:cs typeface="Calibri"/>
              </a:rPr>
              <a:t>likelihood</a:t>
            </a:r>
            <a:r>
              <a:rPr sz="3000" spc="630" dirty="0">
                <a:latin typeface="Calibri"/>
                <a:cs typeface="Calibri"/>
              </a:rPr>
              <a:t> </a:t>
            </a:r>
            <a:r>
              <a:rPr sz="3000" dirty="0">
                <a:latin typeface="Calibri"/>
                <a:cs typeface="Calibri"/>
              </a:rPr>
              <a:t>of</a:t>
            </a:r>
            <a:r>
              <a:rPr sz="3000" spc="625" dirty="0">
                <a:latin typeface="Calibri"/>
                <a:cs typeface="Calibri"/>
              </a:rPr>
              <a:t> </a:t>
            </a:r>
            <a:r>
              <a:rPr sz="3000" spc="-20" dirty="0">
                <a:latin typeface="Calibri"/>
                <a:cs typeface="Calibri"/>
              </a:rPr>
              <a:t>risk </a:t>
            </a:r>
            <a:r>
              <a:rPr sz="3000" dirty="0">
                <a:latin typeface="Calibri"/>
                <a:cs typeface="Calibri"/>
              </a:rPr>
              <a:t>events</a:t>
            </a:r>
            <a:r>
              <a:rPr sz="3000" spc="190" dirty="0">
                <a:latin typeface="Calibri"/>
                <a:cs typeface="Calibri"/>
              </a:rPr>
              <a:t>  </a:t>
            </a:r>
            <a:r>
              <a:rPr sz="3000" dirty="0">
                <a:latin typeface="Calibri"/>
                <a:cs typeface="Calibri"/>
              </a:rPr>
              <a:t>since,</a:t>
            </a:r>
            <a:r>
              <a:rPr sz="3000" spc="195" dirty="0">
                <a:latin typeface="Calibri"/>
                <a:cs typeface="Calibri"/>
              </a:rPr>
              <a:t>  </a:t>
            </a:r>
            <a:r>
              <a:rPr sz="3000" dirty="0">
                <a:latin typeface="Calibri"/>
                <a:cs typeface="Calibri"/>
              </a:rPr>
              <a:t>if</a:t>
            </a:r>
            <a:r>
              <a:rPr sz="3000" spc="190" dirty="0">
                <a:latin typeface="Calibri"/>
                <a:cs typeface="Calibri"/>
              </a:rPr>
              <a:t>  </a:t>
            </a:r>
            <a:r>
              <a:rPr sz="3000" dirty="0">
                <a:latin typeface="Calibri"/>
                <a:cs typeface="Calibri"/>
              </a:rPr>
              <a:t>successful,</a:t>
            </a:r>
            <a:r>
              <a:rPr sz="3000" spc="190" dirty="0">
                <a:latin typeface="Calibri"/>
                <a:cs typeface="Calibri"/>
              </a:rPr>
              <a:t>  </a:t>
            </a:r>
            <a:r>
              <a:rPr sz="3000" dirty="0">
                <a:latin typeface="Calibri"/>
                <a:cs typeface="Calibri"/>
              </a:rPr>
              <a:t>this</a:t>
            </a:r>
            <a:r>
              <a:rPr sz="3000" spc="195" dirty="0">
                <a:latin typeface="Calibri"/>
                <a:cs typeface="Calibri"/>
              </a:rPr>
              <a:t>  </a:t>
            </a:r>
            <a:r>
              <a:rPr sz="3000" dirty="0">
                <a:latin typeface="Calibri"/>
                <a:cs typeface="Calibri"/>
              </a:rPr>
              <a:t>may</a:t>
            </a:r>
            <a:r>
              <a:rPr sz="3000" spc="195" dirty="0">
                <a:latin typeface="Calibri"/>
                <a:cs typeface="Calibri"/>
              </a:rPr>
              <a:t>  </a:t>
            </a:r>
            <a:r>
              <a:rPr sz="3000" dirty="0">
                <a:latin typeface="Calibri"/>
                <a:cs typeface="Calibri"/>
              </a:rPr>
              <a:t>eliminate</a:t>
            </a:r>
            <a:r>
              <a:rPr sz="3000" spc="190" dirty="0">
                <a:latin typeface="Calibri"/>
                <a:cs typeface="Calibri"/>
              </a:rPr>
              <a:t>  </a:t>
            </a:r>
            <a:r>
              <a:rPr sz="3000" dirty="0">
                <a:latin typeface="Calibri"/>
                <a:cs typeface="Calibri"/>
              </a:rPr>
              <a:t>the</a:t>
            </a:r>
            <a:r>
              <a:rPr sz="3000" spc="190" dirty="0">
                <a:latin typeface="Calibri"/>
                <a:cs typeface="Calibri"/>
              </a:rPr>
              <a:t>  </a:t>
            </a:r>
            <a:r>
              <a:rPr sz="3000" dirty="0">
                <a:latin typeface="Calibri"/>
                <a:cs typeface="Calibri"/>
              </a:rPr>
              <a:t>need</a:t>
            </a:r>
            <a:r>
              <a:rPr sz="3000" spc="190" dirty="0">
                <a:latin typeface="Calibri"/>
                <a:cs typeface="Calibri"/>
              </a:rPr>
              <a:t>  </a:t>
            </a:r>
            <a:r>
              <a:rPr sz="3000" spc="-25" dirty="0">
                <a:latin typeface="Calibri"/>
                <a:cs typeface="Calibri"/>
              </a:rPr>
              <a:t>to </a:t>
            </a:r>
            <a:r>
              <a:rPr sz="3000" dirty="0">
                <a:latin typeface="Calibri"/>
                <a:cs typeface="Calibri"/>
              </a:rPr>
              <a:t>consider</a:t>
            </a:r>
            <a:r>
              <a:rPr sz="3000" spc="-95" dirty="0">
                <a:latin typeface="Calibri"/>
                <a:cs typeface="Calibri"/>
              </a:rPr>
              <a:t> </a:t>
            </a:r>
            <a:r>
              <a:rPr sz="3000" dirty="0">
                <a:latin typeface="Calibri"/>
                <a:cs typeface="Calibri"/>
              </a:rPr>
              <a:t>the</a:t>
            </a:r>
            <a:r>
              <a:rPr sz="3000" spc="-95" dirty="0">
                <a:latin typeface="Calibri"/>
                <a:cs typeface="Calibri"/>
              </a:rPr>
              <a:t> </a:t>
            </a:r>
            <a:r>
              <a:rPr sz="3000" dirty="0">
                <a:latin typeface="Calibri"/>
                <a:cs typeface="Calibri"/>
              </a:rPr>
              <a:t>potentially</a:t>
            </a:r>
            <a:r>
              <a:rPr sz="3000" spc="-85" dirty="0">
                <a:latin typeface="Calibri"/>
                <a:cs typeface="Calibri"/>
              </a:rPr>
              <a:t> </a:t>
            </a:r>
            <a:r>
              <a:rPr sz="3000" dirty="0">
                <a:latin typeface="Calibri"/>
                <a:cs typeface="Calibri"/>
              </a:rPr>
              <a:t>costly</a:t>
            </a:r>
            <a:r>
              <a:rPr sz="3000" spc="-90" dirty="0">
                <a:latin typeface="Calibri"/>
                <a:cs typeface="Calibri"/>
              </a:rPr>
              <a:t> </a:t>
            </a:r>
            <a:r>
              <a:rPr sz="3000" dirty="0">
                <a:latin typeface="Calibri"/>
                <a:cs typeface="Calibri"/>
              </a:rPr>
              <a:t>second</a:t>
            </a:r>
            <a:r>
              <a:rPr sz="3000" spc="-90" dirty="0">
                <a:latin typeface="Calibri"/>
                <a:cs typeface="Calibri"/>
              </a:rPr>
              <a:t> </a:t>
            </a:r>
            <a:r>
              <a:rPr sz="3000" spc="-10" dirty="0">
                <a:latin typeface="Calibri"/>
                <a:cs typeface="Calibri"/>
              </a:rPr>
              <a:t>strategy.</a:t>
            </a:r>
            <a:endParaRPr sz="3000" dirty="0">
              <a:latin typeface="Calibri"/>
              <a:cs typeface="Calibri"/>
            </a:endParaRPr>
          </a:p>
        </p:txBody>
      </p:sp>
      <p:pic>
        <p:nvPicPr>
          <p:cNvPr id="5" name="Picture 4">
            <a:extLst>
              <a:ext uri="{FF2B5EF4-FFF2-40B4-BE49-F238E27FC236}">
                <a16:creationId xmlns:a16="http://schemas.microsoft.com/office/drawing/2014/main" id="{7A8A5AF2-765E-AE2F-B7BD-6D9C5129CE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lang="en-US" spc="100" dirty="0"/>
              <a:t>b. </a:t>
            </a:r>
            <a:r>
              <a:rPr spc="100" dirty="0"/>
              <a:t>Avoiding</a:t>
            </a:r>
            <a:r>
              <a:rPr spc="114" dirty="0"/>
              <a:t> </a:t>
            </a:r>
            <a:r>
              <a:rPr spc="75" dirty="0"/>
              <a:t>Risk</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16</a:t>
            </a:fld>
            <a:endParaRPr spc="-25" dirty="0"/>
          </a:p>
        </p:txBody>
      </p:sp>
      <p:sp>
        <p:nvSpPr>
          <p:cNvPr id="3" name="object 3"/>
          <p:cNvSpPr txBox="1">
            <a:spLocks noGrp="1"/>
          </p:cNvSpPr>
          <p:nvPr>
            <p:ph type="body" idx="1"/>
          </p:nvPr>
        </p:nvSpPr>
        <p:spPr>
          <a:prstGeom prst="rect">
            <a:avLst/>
          </a:prstGeom>
        </p:spPr>
        <p:txBody>
          <a:bodyPr vert="horz" wrap="square" lIns="0" tIns="353821" rIns="0" bIns="0" rtlCol="0">
            <a:spAutoFit/>
          </a:bodyPr>
          <a:lstStyle/>
          <a:p>
            <a:pPr marL="241300" marR="5715" indent="-228600" algn="just">
              <a:lnSpc>
                <a:spcPts val="2710"/>
              </a:lnSpc>
              <a:spcBef>
                <a:spcPts val="730"/>
              </a:spcBef>
              <a:buFont typeface="Arial MT"/>
              <a:buChar char="•"/>
              <a:tabLst>
                <a:tab pos="241300" algn="l"/>
              </a:tabLst>
            </a:pPr>
            <a:r>
              <a:rPr b="1" dirty="0">
                <a:latin typeface="Calibri"/>
                <a:cs typeface="Calibri"/>
              </a:rPr>
              <a:t>Risk</a:t>
            </a:r>
            <a:r>
              <a:rPr b="1" spc="315" dirty="0">
                <a:latin typeface="Calibri"/>
                <a:cs typeface="Calibri"/>
              </a:rPr>
              <a:t> </a:t>
            </a:r>
            <a:r>
              <a:rPr b="1" dirty="0">
                <a:latin typeface="Calibri"/>
                <a:cs typeface="Calibri"/>
              </a:rPr>
              <a:t>avoidance</a:t>
            </a:r>
            <a:r>
              <a:rPr b="1" spc="315" dirty="0">
                <a:latin typeface="Calibri"/>
                <a:cs typeface="Calibri"/>
              </a:rPr>
              <a:t> </a:t>
            </a:r>
            <a:r>
              <a:rPr dirty="0"/>
              <a:t>is</a:t>
            </a:r>
            <a:r>
              <a:rPr spc="320" dirty="0"/>
              <a:t> </a:t>
            </a:r>
            <a:r>
              <a:rPr dirty="0"/>
              <a:t>changing</a:t>
            </a:r>
            <a:r>
              <a:rPr spc="300" dirty="0"/>
              <a:t> </a:t>
            </a:r>
            <a:r>
              <a:rPr dirty="0"/>
              <a:t>the</a:t>
            </a:r>
            <a:r>
              <a:rPr spc="310" dirty="0"/>
              <a:t> </a:t>
            </a:r>
            <a:r>
              <a:rPr dirty="0"/>
              <a:t>project</a:t>
            </a:r>
            <a:r>
              <a:rPr spc="310" dirty="0"/>
              <a:t> </a:t>
            </a:r>
            <a:r>
              <a:rPr dirty="0"/>
              <a:t>plan</a:t>
            </a:r>
            <a:r>
              <a:rPr spc="315" dirty="0"/>
              <a:t> </a:t>
            </a:r>
            <a:r>
              <a:rPr dirty="0"/>
              <a:t>to</a:t>
            </a:r>
            <a:r>
              <a:rPr spc="315" dirty="0"/>
              <a:t> </a:t>
            </a:r>
            <a:r>
              <a:rPr dirty="0"/>
              <a:t>eliminate</a:t>
            </a:r>
            <a:r>
              <a:rPr spc="305" dirty="0"/>
              <a:t> </a:t>
            </a:r>
            <a:r>
              <a:rPr dirty="0"/>
              <a:t>the</a:t>
            </a:r>
            <a:r>
              <a:rPr spc="310" dirty="0"/>
              <a:t> </a:t>
            </a:r>
            <a:r>
              <a:rPr dirty="0"/>
              <a:t>risk</a:t>
            </a:r>
            <a:r>
              <a:rPr spc="315" dirty="0"/>
              <a:t> </a:t>
            </a:r>
            <a:r>
              <a:rPr spc="-25" dirty="0"/>
              <a:t>or </a:t>
            </a:r>
            <a:r>
              <a:rPr spc="-10" dirty="0"/>
              <a:t>condition.</a:t>
            </a:r>
          </a:p>
          <a:p>
            <a:pPr marL="241300" marR="5080" indent="-228600" algn="just">
              <a:lnSpc>
                <a:spcPct val="80000"/>
              </a:lnSpc>
              <a:spcBef>
                <a:spcPts val="1030"/>
              </a:spcBef>
              <a:buFont typeface="Arial MT"/>
              <a:buChar char="•"/>
              <a:tabLst>
                <a:tab pos="241300" algn="l"/>
              </a:tabLst>
            </a:pPr>
            <a:r>
              <a:rPr dirty="0"/>
              <a:t>Although</a:t>
            </a:r>
            <a:r>
              <a:rPr spc="440" dirty="0"/>
              <a:t> </a:t>
            </a:r>
            <a:r>
              <a:rPr dirty="0"/>
              <a:t>it</a:t>
            </a:r>
            <a:r>
              <a:rPr spc="434" dirty="0"/>
              <a:t> </a:t>
            </a:r>
            <a:r>
              <a:rPr dirty="0"/>
              <a:t>is</a:t>
            </a:r>
            <a:r>
              <a:rPr spc="434" dirty="0"/>
              <a:t> </a:t>
            </a:r>
            <a:r>
              <a:rPr dirty="0"/>
              <a:t>impossible</a:t>
            </a:r>
            <a:r>
              <a:rPr spc="425" dirty="0"/>
              <a:t> </a:t>
            </a:r>
            <a:r>
              <a:rPr dirty="0"/>
              <a:t>to</a:t>
            </a:r>
            <a:r>
              <a:rPr spc="434" dirty="0"/>
              <a:t> </a:t>
            </a:r>
            <a:r>
              <a:rPr dirty="0"/>
              <a:t>eliminate</a:t>
            </a:r>
            <a:r>
              <a:rPr spc="430" dirty="0"/>
              <a:t> </a:t>
            </a:r>
            <a:r>
              <a:rPr dirty="0"/>
              <a:t>all</a:t>
            </a:r>
            <a:r>
              <a:rPr spc="430" dirty="0"/>
              <a:t> </a:t>
            </a:r>
            <a:r>
              <a:rPr dirty="0"/>
              <a:t>risk</a:t>
            </a:r>
            <a:r>
              <a:rPr spc="440" dirty="0"/>
              <a:t> </a:t>
            </a:r>
            <a:r>
              <a:rPr dirty="0"/>
              <a:t>events,</a:t>
            </a:r>
            <a:r>
              <a:rPr spc="434" dirty="0"/>
              <a:t> </a:t>
            </a:r>
            <a:r>
              <a:rPr dirty="0"/>
              <a:t>some</a:t>
            </a:r>
            <a:r>
              <a:rPr spc="430" dirty="0"/>
              <a:t> </a:t>
            </a:r>
            <a:r>
              <a:rPr spc="-10" dirty="0"/>
              <a:t>specific </a:t>
            </a:r>
            <a:r>
              <a:rPr dirty="0"/>
              <a:t>risks</a:t>
            </a:r>
            <a:r>
              <a:rPr spc="515" dirty="0"/>
              <a:t> </a:t>
            </a:r>
            <a:r>
              <a:rPr dirty="0"/>
              <a:t>may</a:t>
            </a:r>
            <a:r>
              <a:rPr spc="505" dirty="0"/>
              <a:t> </a:t>
            </a:r>
            <a:r>
              <a:rPr dirty="0"/>
              <a:t>be</a:t>
            </a:r>
            <a:r>
              <a:rPr spc="505" dirty="0"/>
              <a:t> </a:t>
            </a:r>
            <a:r>
              <a:rPr dirty="0"/>
              <a:t>avoided</a:t>
            </a:r>
            <a:r>
              <a:rPr spc="509" dirty="0"/>
              <a:t> </a:t>
            </a:r>
            <a:r>
              <a:rPr dirty="0"/>
              <a:t>before</a:t>
            </a:r>
            <a:r>
              <a:rPr spc="505" dirty="0"/>
              <a:t> </a:t>
            </a:r>
            <a:r>
              <a:rPr dirty="0"/>
              <a:t>you</a:t>
            </a:r>
            <a:r>
              <a:rPr spc="509" dirty="0"/>
              <a:t> </a:t>
            </a:r>
            <a:r>
              <a:rPr dirty="0"/>
              <a:t>launch</a:t>
            </a:r>
            <a:r>
              <a:rPr spc="520" dirty="0"/>
              <a:t> </a:t>
            </a:r>
            <a:r>
              <a:rPr dirty="0"/>
              <a:t>the</a:t>
            </a:r>
            <a:r>
              <a:rPr spc="505" dirty="0"/>
              <a:t> </a:t>
            </a:r>
            <a:r>
              <a:rPr dirty="0"/>
              <a:t>project.</a:t>
            </a:r>
            <a:r>
              <a:rPr spc="515" dirty="0"/>
              <a:t> </a:t>
            </a:r>
            <a:r>
              <a:rPr dirty="0"/>
              <a:t>For</a:t>
            </a:r>
            <a:r>
              <a:rPr spc="509" dirty="0"/>
              <a:t> </a:t>
            </a:r>
            <a:r>
              <a:rPr spc="-10" dirty="0"/>
              <a:t>example, </a:t>
            </a:r>
            <a:r>
              <a:rPr dirty="0"/>
              <a:t>adopting</a:t>
            </a:r>
            <a:r>
              <a:rPr spc="210" dirty="0"/>
              <a:t> </a:t>
            </a:r>
            <a:r>
              <a:rPr dirty="0"/>
              <a:t>proven</a:t>
            </a:r>
            <a:r>
              <a:rPr spc="220" dirty="0"/>
              <a:t> </a:t>
            </a:r>
            <a:r>
              <a:rPr dirty="0"/>
              <a:t>technology</a:t>
            </a:r>
            <a:r>
              <a:rPr spc="200" dirty="0"/>
              <a:t> </a:t>
            </a:r>
            <a:r>
              <a:rPr dirty="0"/>
              <a:t>instead</a:t>
            </a:r>
            <a:r>
              <a:rPr spc="210" dirty="0"/>
              <a:t> </a:t>
            </a:r>
            <a:r>
              <a:rPr dirty="0"/>
              <a:t>of</a:t>
            </a:r>
            <a:r>
              <a:rPr spc="210" dirty="0"/>
              <a:t> </a:t>
            </a:r>
            <a:r>
              <a:rPr dirty="0"/>
              <a:t>experimental</a:t>
            </a:r>
            <a:r>
              <a:rPr spc="210" dirty="0"/>
              <a:t> </a:t>
            </a:r>
            <a:r>
              <a:rPr dirty="0"/>
              <a:t>technology</a:t>
            </a:r>
            <a:r>
              <a:rPr spc="210" dirty="0"/>
              <a:t> </a:t>
            </a:r>
            <a:r>
              <a:rPr spc="-25" dirty="0"/>
              <a:t>can </a:t>
            </a:r>
            <a:r>
              <a:rPr dirty="0"/>
              <a:t>eliminate</a:t>
            </a:r>
            <a:r>
              <a:rPr spc="350" dirty="0"/>
              <a:t>  </a:t>
            </a:r>
            <a:r>
              <a:rPr dirty="0"/>
              <a:t>technical</a:t>
            </a:r>
            <a:r>
              <a:rPr spc="345" dirty="0"/>
              <a:t>  </a:t>
            </a:r>
            <a:r>
              <a:rPr dirty="0"/>
              <a:t>failure.</a:t>
            </a:r>
            <a:r>
              <a:rPr spc="355" dirty="0"/>
              <a:t>  </a:t>
            </a:r>
            <a:r>
              <a:rPr dirty="0"/>
              <a:t>Choosing</a:t>
            </a:r>
            <a:r>
              <a:rPr spc="350" dirty="0"/>
              <a:t>  </a:t>
            </a:r>
            <a:r>
              <a:rPr dirty="0"/>
              <a:t>an</a:t>
            </a:r>
            <a:r>
              <a:rPr spc="355" dirty="0"/>
              <a:t>  </a:t>
            </a:r>
            <a:r>
              <a:rPr dirty="0"/>
              <a:t>Australian</a:t>
            </a:r>
            <a:r>
              <a:rPr spc="360" dirty="0"/>
              <a:t>  </a:t>
            </a:r>
            <a:r>
              <a:rPr dirty="0"/>
              <a:t>supplier</a:t>
            </a:r>
            <a:r>
              <a:rPr spc="350" dirty="0"/>
              <a:t>  </a:t>
            </a:r>
            <a:r>
              <a:rPr spc="-25" dirty="0"/>
              <a:t>as </a:t>
            </a:r>
            <a:r>
              <a:rPr dirty="0"/>
              <a:t>opposed</a:t>
            </a:r>
            <a:r>
              <a:rPr spc="90" dirty="0"/>
              <a:t>  </a:t>
            </a:r>
            <a:r>
              <a:rPr dirty="0"/>
              <a:t>to</a:t>
            </a:r>
            <a:r>
              <a:rPr spc="90" dirty="0"/>
              <a:t>  </a:t>
            </a:r>
            <a:r>
              <a:rPr dirty="0"/>
              <a:t>an</a:t>
            </a:r>
            <a:r>
              <a:rPr spc="95" dirty="0"/>
              <a:t>  </a:t>
            </a:r>
            <a:r>
              <a:rPr dirty="0"/>
              <a:t>Indonesian</a:t>
            </a:r>
            <a:r>
              <a:rPr spc="90" dirty="0"/>
              <a:t>  </a:t>
            </a:r>
            <a:r>
              <a:rPr dirty="0"/>
              <a:t>supplier</a:t>
            </a:r>
            <a:r>
              <a:rPr spc="90" dirty="0"/>
              <a:t>  </a:t>
            </a:r>
            <a:r>
              <a:rPr dirty="0"/>
              <a:t>would</a:t>
            </a:r>
            <a:r>
              <a:rPr spc="90" dirty="0"/>
              <a:t>  </a:t>
            </a:r>
            <a:r>
              <a:rPr dirty="0"/>
              <a:t>virtually</a:t>
            </a:r>
            <a:r>
              <a:rPr spc="85" dirty="0"/>
              <a:t>  </a:t>
            </a:r>
            <a:r>
              <a:rPr dirty="0"/>
              <a:t>eliminate</a:t>
            </a:r>
            <a:r>
              <a:rPr spc="90" dirty="0"/>
              <a:t>  </a:t>
            </a:r>
            <a:r>
              <a:rPr spc="-25" dirty="0"/>
              <a:t>the </a:t>
            </a:r>
            <a:r>
              <a:rPr dirty="0"/>
              <a:t>chance</a:t>
            </a:r>
            <a:r>
              <a:rPr spc="135" dirty="0"/>
              <a:t>  </a:t>
            </a:r>
            <a:r>
              <a:rPr dirty="0"/>
              <a:t>that</a:t>
            </a:r>
            <a:r>
              <a:rPr spc="140" dirty="0"/>
              <a:t>  </a:t>
            </a:r>
            <a:r>
              <a:rPr dirty="0"/>
              <a:t>political</a:t>
            </a:r>
            <a:r>
              <a:rPr spc="135" dirty="0"/>
              <a:t>  </a:t>
            </a:r>
            <a:r>
              <a:rPr dirty="0"/>
              <a:t>unrest</a:t>
            </a:r>
            <a:r>
              <a:rPr spc="140" dirty="0"/>
              <a:t>  </a:t>
            </a:r>
            <a:r>
              <a:rPr dirty="0"/>
              <a:t>would</a:t>
            </a:r>
            <a:r>
              <a:rPr spc="145" dirty="0"/>
              <a:t>  </a:t>
            </a:r>
            <a:r>
              <a:rPr dirty="0"/>
              <a:t>disrupt</a:t>
            </a:r>
            <a:r>
              <a:rPr spc="140" dirty="0"/>
              <a:t>  </a:t>
            </a:r>
            <a:r>
              <a:rPr dirty="0"/>
              <a:t>the</a:t>
            </a:r>
            <a:r>
              <a:rPr spc="135" dirty="0"/>
              <a:t>  </a:t>
            </a:r>
            <a:r>
              <a:rPr dirty="0"/>
              <a:t>supply</a:t>
            </a:r>
            <a:r>
              <a:rPr spc="140" dirty="0"/>
              <a:t>  </a:t>
            </a:r>
            <a:r>
              <a:rPr dirty="0"/>
              <a:t>of</a:t>
            </a:r>
            <a:r>
              <a:rPr spc="135" dirty="0"/>
              <a:t>  </a:t>
            </a:r>
            <a:r>
              <a:rPr spc="-10" dirty="0"/>
              <a:t>critical </a:t>
            </a:r>
            <a:r>
              <a:rPr dirty="0"/>
              <a:t>materials.</a:t>
            </a:r>
            <a:r>
              <a:rPr spc="45" dirty="0"/>
              <a:t>  </a:t>
            </a:r>
            <a:r>
              <a:rPr dirty="0"/>
              <a:t>Likewise,</a:t>
            </a:r>
            <a:r>
              <a:rPr spc="40" dirty="0"/>
              <a:t>  </a:t>
            </a:r>
            <a:r>
              <a:rPr dirty="0"/>
              <a:t>one</a:t>
            </a:r>
            <a:r>
              <a:rPr spc="40" dirty="0"/>
              <a:t>  </a:t>
            </a:r>
            <a:r>
              <a:rPr dirty="0"/>
              <a:t>could</a:t>
            </a:r>
            <a:r>
              <a:rPr spc="40" dirty="0"/>
              <a:t>  </a:t>
            </a:r>
            <a:r>
              <a:rPr dirty="0"/>
              <a:t>eliminate</a:t>
            </a:r>
            <a:r>
              <a:rPr spc="40" dirty="0"/>
              <a:t>  </a:t>
            </a:r>
            <a:r>
              <a:rPr dirty="0"/>
              <a:t>the</a:t>
            </a:r>
            <a:r>
              <a:rPr spc="40" dirty="0"/>
              <a:t>  </a:t>
            </a:r>
            <a:r>
              <a:rPr dirty="0"/>
              <a:t>risk</a:t>
            </a:r>
            <a:r>
              <a:rPr spc="45" dirty="0"/>
              <a:t>  </a:t>
            </a:r>
            <a:r>
              <a:rPr dirty="0"/>
              <a:t>of</a:t>
            </a:r>
            <a:r>
              <a:rPr spc="35" dirty="0"/>
              <a:t>  </a:t>
            </a:r>
            <a:r>
              <a:rPr dirty="0"/>
              <a:t>choosing</a:t>
            </a:r>
            <a:r>
              <a:rPr spc="40" dirty="0"/>
              <a:t>  </a:t>
            </a:r>
            <a:r>
              <a:rPr spc="-25" dirty="0"/>
              <a:t>the </a:t>
            </a:r>
            <a:r>
              <a:rPr dirty="0"/>
              <a:t>wrong</a:t>
            </a:r>
            <a:r>
              <a:rPr spc="90" dirty="0"/>
              <a:t> </a:t>
            </a:r>
            <a:r>
              <a:rPr dirty="0"/>
              <a:t>software</a:t>
            </a:r>
            <a:r>
              <a:rPr spc="95" dirty="0"/>
              <a:t> </a:t>
            </a:r>
            <a:r>
              <a:rPr dirty="0"/>
              <a:t>by</a:t>
            </a:r>
            <a:r>
              <a:rPr spc="90" dirty="0"/>
              <a:t> </a:t>
            </a:r>
            <a:r>
              <a:rPr dirty="0"/>
              <a:t>developing</a:t>
            </a:r>
            <a:r>
              <a:rPr spc="95" dirty="0"/>
              <a:t> </a:t>
            </a:r>
            <a:r>
              <a:rPr dirty="0"/>
              <a:t>web</a:t>
            </a:r>
            <a:r>
              <a:rPr spc="100" dirty="0"/>
              <a:t> </a:t>
            </a:r>
            <a:r>
              <a:rPr dirty="0"/>
              <a:t>applications</a:t>
            </a:r>
            <a:r>
              <a:rPr spc="100" dirty="0"/>
              <a:t> </a:t>
            </a:r>
            <a:r>
              <a:rPr dirty="0"/>
              <a:t>using</a:t>
            </a:r>
            <a:r>
              <a:rPr spc="95" dirty="0"/>
              <a:t> </a:t>
            </a:r>
            <a:r>
              <a:rPr dirty="0"/>
              <a:t>both</a:t>
            </a:r>
            <a:r>
              <a:rPr spc="100" dirty="0"/>
              <a:t> </a:t>
            </a:r>
            <a:r>
              <a:rPr spc="-20" dirty="0"/>
              <a:t>ASAP.NET </a:t>
            </a:r>
            <a:r>
              <a:rPr dirty="0"/>
              <a:t>and</a:t>
            </a:r>
            <a:r>
              <a:rPr spc="385" dirty="0"/>
              <a:t> </a:t>
            </a:r>
            <a:r>
              <a:rPr dirty="0"/>
              <a:t>PHP.</a:t>
            </a:r>
            <a:r>
              <a:rPr spc="390" dirty="0"/>
              <a:t> </a:t>
            </a:r>
            <a:r>
              <a:rPr dirty="0"/>
              <a:t>Choosing</a:t>
            </a:r>
            <a:r>
              <a:rPr spc="375" dirty="0"/>
              <a:t> </a:t>
            </a:r>
            <a:r>
              <a:rPr dirty="0"/>
              <a:t>to</a:t>
            </a:r>
            <a:r>
              <a:rPr spc="385" dirty="0"/>
              <a:t> </a:t>
            </a:r>
            <a:r>
              <a:rPr dirty="0"/>
              <a:t>move</a:t>
            </a:r>
            <a:r>
              <a:rPr spc="380" dirty="0"/>
              <a:t> </a:t>
            </a:r>
            <a:r>
              <a:rPr dirty="0"/>
              <a:t>a</a:t>
            </a:r>
            <a:r>
              <a:rPr spc="385" dirty="0"/>
              <a:t> </a:t>
            </a:r>
            <a:r>
              <a:rPr dirty="0"/>
              <a:t>concert</a:t>
            </a:r>
            <a:r>
              <a:rPr spc="390" dirty="0"/>
              <a:t> </a:t>
            </a:r>
            <a:r>
              <a:rPr dirty="0"/>
              <a:t>indoors</a:t>
            </a:r>
            <a:r>
              <a:rPr spc="390" dirty="0"/>
              <a:t> </a:t>
            </a:r>
            <a:r>
              <a:rPr dirty="0"/>
              <a:t>would</a:t>
            </a:r>
            <a:r>
              <a:rPr spc="390" dirty="0"/>
              <a:t> </a:t>
            </a:r>
            <a:r>
              <a:rPr dirty="0"/>
              <a:t>eliminate</a:t>
            </a:r>
            <a:r>
              <a:rPr spc="385" dirty="0"/>
              <a:t> </a:t>
            </a:r>
            <a:r>
              <a:rPr spc="-25" dirty="0"/>
              <a:t>the </a:t>
            </a:r>
            <a:r>
              <a:rPr dirty="0"/>
              <a:t>threat</a:t>
            </a:r>
            <a:r>
              <a:rPr spc="-80" dirty="0"/>
              <a:t> </a:t>
            </a:r>
            <a:r>
              <a:rPr dirty="0"/>
              <a:t>of</a:t>
            </a:r>
            <a:r>
              <a:rPr spc="-75" dirty="0"/>
              <a:t> </a:t>
            </a:r>
            <a:r>
              <a:rPr dirty="0"/>
              <a:t>unstable</a:t>
            </a:r>
            <a:r>
              <a:rPr spc="-80" dirty="0"/>
              <a:t> </a:t>
            </a:r>
            <a:r>
              <a:rPr spc="-10" dirty="0"/>
              <a:t>weather.</a:t>
            </a:r>
          </a:p>
        </p:txBody>
      </p:sp>
      <p:pic>
        <p:nvPicPr>
          <p:cNvPr id="5" name="Picture 4">
            <a:extLst>
              <a:ext uri="{FF2B5EF4-FFF2-40B4-BE49-F238E27FC236}">
                <a16:creationId xmlns:a16="http://schemas.microsoft.com/office/drawing/2014/main" id="{1A69D9E1-BA5F-D32F-6A2C-DE08153473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lang="en-US" spc="60" dirty="0"/>
              <a:t>c. </a:t>
            </a:r>
            <a:r>
              <a:rPr spc="60" dirty="0"/>
              <a:t>Transferring</a:t>
            </a:r>
            <a:r>
              <a:rPr spc="150" dirty="0"/>
              <a:t> </a:t>
            </a:r>
            <a:r>
              <a:rPr spc="75" dirty="0"/>
              <a:t>Risk</a:t>
            </a:r>
          </a:p>
        </p:txBody>
      </p:sp>
      <p:sp>
        <p:nvSpPr>
          <p:cNvPr id="3" name="object 3"/>
          <p:cNvSpPr txBox="1"/>
          <p:nvPr/>
        </p:nvSpPr>
        <p:spPr>
          <a:xfrm>
            <a:off x="916938" y="1476756"/>
            <a:ext cx="10360661" cy="5311140"/>
          </a:xfrm>
          <a:prstGeom prst="rect">
            <a:avLst/>
          </a:prstGeom>
        </p:spPr>
        <p:txBody>
          <a:bodyPr vert="horz" wrap="square" lIns="0" tIns="57150" rIns="0" bIns="0" rtlCol="0">
            <a:spAutoFit/>
          </a:bodyPr>
          <a:lstStyle/>
          <a:p>
            <a:pPr marL="241300" marR="6350" indent="-228600" algn="just">
              <a:lnSpc>
                <a:spcPts val="2810"/>
              </a:lnSpc>
              <a:spcBef>
                <a:spcPts val="450"/>
              </a:spcBef>
              <a:buFont typeface="Arial MT"/>
              <a:buChar char="•"/>
              <a:tabLst>
                <a:tab pos="241300" algn="l"/>
              </a:tabLst>
            </a:pPr>
            <a:r>
              <a:rPr sz="2600" dirty="0">
                <a:latin typeface="Calibri"/>
                <a:cs typeface="Calibri"/>
              </a:rPr>
              <a:t>Passing</a:t>
            </a:r>
            <a:r>
              <a:rPr sz="2600" spc="-30" dirty="0">
                <a:latin typeface="Calibri"/>
                <a:cs typeface="Calibri"/>
              </a:rPr>
              <a:t> </a:t>
            </a:r>
            <a:r>
              <a:rPr sz="2600" dirty="0">
                <a:latin typeface="Calibri"/>
                <a:cs typeface="Calibri"/>
              </a:rPr>
              <a:t>risk</a:t>
            </a:r>
            <a:r>
              <a:rPr sz="2600" spc="-20" dirty="0">
                <a:latin typeface="Calibri"/>
                <a:cs typeface="Calibri"/>
              </a:rPr>
              <a:t> </a:t>
            </a:r>
            <a:r>
              <a:rPr sz="2600" dirty="0">
                <a:latin typeface="Calibri"/>
                <a:cs typeface="Calibri"/>
              </a:rPr>
              <a:t>to</a:t>
            </a:r>
            <a:r>
              <a:rPr sz="2600" spc="-20" dirty="0">
                <a:latin typeface="Calibri"/>
                <a:cs typeface="Calibri"/>
              </a:rPr>
              <a:t> </a:t>
            </a:r>
            <a:r>
              <a:rPr sz="2600" dirty="0">
                <a:latin typeface="Calibri"/>
                <a:cs typeface="Calibri"/>
              </a:rPr>
              <a:t>another</a:t>
            </a:r>
            <a:r>
              <a:rPr sz="2600" spc="-15" dirty="0">
                <a:latin typeface="Calibri"/>
                <a:cs typeface="Calibri"/>
              </a:rPr>
              <a:t> </a:t>
            </a:r>
            <a:r>
              <a:rPr sz="2600" dirty="0">
                <a:latin typeface="Calibri"/>
                <a:cs typeface="Calibri"/>
              </a:rPr>
              <a:t>party</a:t>
            </a:r>
            <a:r>
              <a:rPr sz="2600" spc="-30" dirty="0">
                <a:latin typeface="Calibri"/>
                <a:cs typeface="Calibri"/>
              </a:rPr>
              <a:t> </a:t>
            </a:r>
            <a:r>
              <a:rPr sz="2600" dirty="0">
                <a:latin typeface="Calibri"/>
                <a:cs typeface="Calibri"/>
              </a:rPr>
              <a:t>is</a:t>
            </a:r>
            <a:r>
              <a:rPr sz="2600" spc="-30" dirty="0">
                <a:latin typeface="Calibri"/>
                <a:cs typeface="Calibri"/>
              </a:rPr>
              <a:t> </a:t>
            </a:r>
            <a:r>
              <a:rPr sz="2600" dirty="0">
                <a:latin typeface="Calibri"/>
                <a:cs typeface="Calibri"/>
              </a:rPr>
              <a:t>common;</a:t>
            </a:r>
            <a:r>
              <a:rPr sz="2600" spc="-20" dirty="0">
                <a:latin typeface="Calibri"/>
                <a:cs typeface="Calibri"/>
              </a:rPr>
              <a:t> </a:t>
            </a:r>
            <a:r>
              <a:rPr sz="2600" dirty="0">
                <a:latin typeface="Calibri"/>
                <a:cs typeface="Calibri"/>
              </a:rPr>
              <a:t>this</a:t>
            </a:r>
            <a:r>
              <a:rPr sz="2600" spc="-30" dirty="0">
                <a:latin typeface="Calibri"/>
                <a:cs typeface="Calibri"/>
              </a:rPr>
              <a:t> </a:t>
            </a:r>
            <a:r>
              <a:rPr sz="2600" spc="-10" dirty="0">
                <a:latin typeface="Calibri"/>
                <a:cs typeface="Calibri"/>
              </a:rPr>
              <a:t>transfer</a:t>
            </a:r>
            <a:r>
              <a:rPr sz="2600" spc="-20" dirty="0">
                <a:latin typeface="Calibri"/>
                <a:cs typeface="Calibri"/>
              </a:rPr>
              <a:t> </a:t>
            </a:r>
            <a:r>
              <a:rPr sz="2600" dirty="0">
                <a:latin typeface="Calibri"/>
                <a:cs typeface="Calibri"/>
              </a:rPr>
              <a:t>does</a:t>
            </a:r>
            <a:r>
              <a:rPr sz="2600" spc="-30" dirty="0">
                <a:latin typeface="Calibri"/>
                <a:cs typeface="Calibri"/>
              </a:rPr>
              <a:t> </a:t>
            </a:r>
            <a:r>
              <a:rPr sz="2600" dirty="0">
                <a:latin typeface="Calibri"/>
                <a:cs typeface="Calibri"/>
              </a:rPr>
              <a:t>not</a:t>
            </a:r>
            <a:r>
              <a:rPr sz="2600" spc="-20" dirty="0">
                <a:latin typeface="Calibri"/>
                <a:cs typeface="Calibri"/>
              </a:rPr>
              <a:t> </a:t>
            </a:r>
            <a:r>
              <a:rPr sz="2600" dirty="0">
                <a:latin typeface="Calibri"/>
                <a:cs typeface="Calibri"/>
              </a:rPr>
              <a:t>change</a:t>
            </a:r>
            <a:r>
              <a:rPr sz="2600" spc="-35" dirty="0">
                <a:latin typeface="Calibri"/>
                <a:cs typeface="Calibri"/>
              </a:rPr>
              <a:t> </a:t>
            </a:r>
            <a:r>
              <a:rPr sz="2600" spc="-10" dirty="0">
                <a:latin typeface="Calibri"/>
                <a:cs typeface="Calibri"/>
              </a:rPr>
              <a:t>risk; </a:t>
            </a:r>
            <a:r>
              <a:rPr sz="2600" dirty="0">
                <a:latin typeface="Calibri"/>
                <a:cs typeface="Calibri"/>
              </a:rPr>
              <a:t>which</a:t>
            </a:r>
            <a:r>
              <a:rPr sz="2600" spc="-65" dirty="0">
                <a:latin typeface="Calibri"/>
                <a:cs typeface="Calibri"/>
              </a:rPr>
              <a:t> </a:t>
            </a:r>
            <a:r>
              <a:rPr sz="2600" dirty="0">
                <a:latin typeface="Calibri"/>
                <a:cs typeface="Calibri"/>
              </a:rPr>
              <a:t>will</a:t>
            </a:r>
            <a:r>
              <a:rPr sz="2600" spc="-60" dirty="0">
                <a:latin typeface="Calibri"/>
                <a:cs typeface="Calibri"/>
              </a:rPr>
              <a:t> </a:t>
            </a:r>
            <a:r>
              <a:rPr sz="2600" dirty="0">
                <a:latin typeface="Calibri"/>
                <a:cs typeface="Calibri"/>
              </a:rPr>
              <a:t>almost</a:t>
            </a:r>
            <a:r>
              <a:rPr sz="2600" spc="-55" dirty="0">
                <a:latin typeface="Calibri"/>
                <a:cs typeface="Calibri"/>
              </a:rPr>
              <a:t> </a:t>
            </a:r>
            <a:r>
              <a:rPr sz="2600" spc="-10" dirty="0">
                <a:latin typeface="Calibri"/>
                <a:cs typeface="Calibri"/>
              </a:rPr>
              <a:t>always</a:t>
            </a:r>
            <a:r>
              <a:rPr sz="2600" spc="-65" dirty="0">
                <a:latin typeface="Calibri"/>
                <a:cs typeface="Calibri"/>
              </a:rPr>
              <a:t> </a:t>
            </a:r>
            <a:r>
              <a:rPr sz="2600" dirty="0">
                <a:latin typeface="Calibri"/>
                <a:cs typeface="Calibri"/>
              </a:rPr>
              <a:t>results</a:t>
            </a:r>
            <a:r>
              <a:rPr sz="2600" spc="-65" dirty="0">
                <a:latin typeface="Calibri"/>
                <a:cs typeface="Calibri"/>
              </a:rPr>
              <a:t> </a:t>
            </a:r>
            <a:r>
              <a:rPr sz="2600" dirty="0">
                <a:latin typeface="Calibri"/>
                <a:cs typeface="Calibri"/>
              </a:rPr>
              <a:t>in</a:t>
            </a:r>
            <a:r>
              <a:rPr sz="2600" spc="-65" dirty="0">
                <a:latin typeface="Calibri"/>
                <a:cs typeface="Calibri"/>
              </a:rPr>
              <a:t> </a:t>
            </a:r>
            <a:r>
              <a:rPr sz="2600" dirty="0">
                <a:latin typeface="Calibri"/>
                <a:cs typeface="Calibri"/>
              </a:rPr>
              <a:t>paying</a:t>
            </a:r>
            <a:r>
              <a:rPr sz="2600" spc="-55" dirty="0">
                <a:latin typeface="Calibri"/>
                <a:cs typeface="Calibri"/>
              </a:rPr>
              <a:t> </a:t>
            </a:r>
            <a:r>
              <a:rPr sz="2600" dirty="0">
                <a:latin typeface="Calibri"/>
                <a:cs typeface="Calibri"/>
              </a:rPr>
              <a:t>a</a:t>
            </a:r>
            <a:r>
              <a:rPr sz="2600" spc="-60" dirty="0">
                <a:latin typeface="Calibri"/>
                <a:cs typeface="Calibri"/>
              </a:rPr>
              <a:t> </a:t>
            </a:r>
            <a:r>
              <a:rPr sz="2600" dirty="0">
                <a:latin typeface="Calibri"/>
                <a:cs typeface="Calibri"/>
              </a:rPr>
              <a:t>premium</a:t>
            </a:r>
            <a:r>
              <a:rPr sz="2600" spc="-60" dirty="0">
                <a:latin typeface="Calibri"/>
                <a:cs typeface="Calibri"/>
              </a:rPr>
              <a:t> </a:t>
            </a:r>
            <a:r>
              <a:rPr sz="2600" dirty="0">
                <a:latin typeface="Calibri"/>
                <a:cs typeface="Calibri"/>
              </a:rPr>
              <a:t>for</a:t>
            </a:r>
            <a:r>
              <a:rPr sz="2600" spc="-55" dirty="0">
                <a:latin typeface="Calibri"/>
                <a:cs typeface="Calibri"/>
              </a:rPr>
              <a:t> </a:t>
            </a:r>
            <a:r>
              <a:rPr sz="2600" dirty="0">
                <a:latin typeface="Calibri"/>
                <a:cs typeface="Calibri"/>
              </a:rPr>
              <a:t>this</a:t>
            </a:r>
            <a:r>
              <a:rPr sz="2600" spc="-65" dirty="0">
                <a:latin typeface="Calibri"/>
                <a:cs typeface="Calibri"/>
              </a:rPr>
              <a:t> </a:t>
            </a:r>
            <a:r>
              <a:rPr sz="2600" spc="-10" dirty="0">
                <a:latin typeface="Calibri"/>
                <a:cs typeface="Calibri"/>
              </a:rPr>
              <a:t>exemption.</a:t>
            </a:r>
            <a:endParaRPr sz="2600" dirty="0">
              <a:latin typeface="Calibri"/>
              <a:cs typeface="Calibri"/>
            </a:endParaRPr>
          </a:p>
          <a:p>
            <a:pPr marL="241300" marR="5080" indent="-228600" algn="just">
              <a:lnSpc>
                <a:spcPct val="90800"/>
              </a:lnSpc>
              <a:spcBef>
                <a:spcPts val="915"/>
              </a:spcBef>
              <a:buFont typeface="Arial MT"/>
              <a:buChar char="•"/>
              <a:tabLst>
                <a:tab pos="241300" algn="l"/>
              </a:tabLst>
            </a:pPr>
            <a:r>
              <a:rPr sz="2600" spc="-25" dirty="0">
                <a:latin typeface="Calibri"/>
                <a:cs typeface="Calibri"/>
              </a:rPr>
              <a:t>Fixed-</a:t>
            </a:r>
            <a:r>
              <a:rPr sz="2600" dirty="0">
                <a:latin typeface="Calibri"/>
                <a:cs typeface="Calibri"/>
              </a:rPr>
              <a:t>price</a:t>
            </a:r>
            <a:r>
              <a:rPr sz="2600" spc="295" dirty="0">
                <a:latin typeface="Calibri"/>
                <a:cs typeface="Calibri"/>
              </a:rPr>
              <a:t> </a:t>
            </a:r>
            <a:r>
              <a:rPr sz="2600" dirty="0">
                <a:latin typeface="Calibri"/>
                <a:cs typeface="Calibri"/>
              </a:rPr>
              <a:t>contracts</a:t>
            </a:r>
            <a:r>
              <a:rPr sz="2600" spc="300" dirty="0">
                <a:latin typeface="Calibri"/>
                <a:cs typeface="Calibri"/>
              </a:rPr>
              <a:t> </a:t>
            </a:r>
            <a:r>
              <a:rPr sz="2600" dirty="0">
                <a:latin typeface="Calibri"/>
                <a:cs typeface="Calibri"/>
              </a:rPr>
              <a:t>are</a:t>
            </a:r>
            <a:r>
              <a:rPr sz="2600" spc="295" dirty="0">
                <a:latin typeface="Calibri"/>
                <a:cs typeface="Calibri"/>
              </a:rPr>
              <a:t> </a:t>
            </a:r>
            <a:r>
              <a:rPr sz="2600" dirty="0">
                <a:latin typeface="Calibri"/>
                <a:cs typeface="Calibri"/>
              </a:rPr>
              <a:t>the</a:t>
            </a:r>
            <a:r>
              <a:rPr sz="2600" spc="305" dirty="0">
                <a:latin typeface="Calibri"/>
                <a:cs typeface="Calibri"/>
              </a:rPr>
              <a:t> </a:t>
            </a:r>
            <a:r>
              <a:rPr sz="2600" dirty="0">
                <a:latin typeface="Calibri"/>
                <a:cs typeface="Calibri"/>
              </a:rPr>
              <a:t>classic</a:t>
            </a:r>
            <a:r>
              <a:rPr sz="2600" spc="305" dirty="0">
                <a:latin typeface="Calibri"/>
                <a:cs typeface="Calibri"/>
              </a:rPr>
              <a:t> </a:t>
            </a:r>
            <a:r>
              <a:rPr sz="2600" dirty="0">
                <a:latin typeface="Calibri"/>
                <a:cs typeface="Calibri"/>
              </a:rPr>
              <a:t>example</a:t>
            </a:r>
            <a:r>
              <a:rPr sz="2600" spc="300" dirty="0">
                <a:latin typeface="Calibri"/>
                <a:cs typeface="Calibri"/>
              </a:rPr>
              <a:t> </a:t>
            </a:r>
            <a:r>
              <a:rPr sz="2600" dirty="0">
                <a:latin typeface="Calibri"/>
                <a:cs typeface="Calibri"/>
              </a:rPr>
              <a:t>of</a:t>
            </a:r>
            <a:r>
              <a:rPr sz="2600" spc="300" dirty="0">
                <a:latin typeface="Calibri"/>
                <a:cs typeface="Calibri"/>
              </a:rPr>
              <a:t> </a:t>
            </a:r>
            <a:r>
              <a:rPr sz="2600" dirty="0">
                <a:latin typeface="Calibri"/>
                <a:cs typeface="Calibri"/>
              </a:rPr>
              <a:t>transferring</a:t>
            </a:r>
            <a:r>
              <a:rPr sz="2600" spc="300" dirty="0">
                <a:latin typeface="Calibri"/>
                <a:cs typeface="Calibri"/>
              </a:rPr>
              <a:t> </a:t>
            </a:r>
            <a:r>
              <a:rPr sz="2600" dirty="0">
                <a:latin typeface="Calibri"/>
                <a:cs typeface="Calibri"/>
              </a:rPr>
              <a:t>risk</a:t>
            </a:r>
            <a:r>
              <a:rPr sz="2600" spc="310" dirty="0">
                <a:latin typeface="Calibri"/>
                <a:cs typeface="Calibri"/>
              </a:rPr>
              <a:t> </a:t>
            </a:r>
            <a:r>
              <a:rPr sz="2600" dirty="0">
                <a:latin typeface="Calibri"/>
                <a:cs typeface="Calibri"/>
              </a:rPr>
              <a:t>from</a:t>
            </a:r>
            <a:r>
              <a:rPr sz="2600" spc="305" dirty="0">
                <a:latin typeface="Calibri"/>
                <a:cs typeface="Calibri"/>
              </a:rPr>
              <a:t> </a:t>
            </a:r>
            <a:r>
              <a:rPr sz="2600" spc="-25" dirty="0">
                <a:latin typeface="Calibri"/>
                <a:cs typeface="Calibri"/>
              </a:rPr>
              <a:t>an </a:t>
            </a:r>
            <a:r>
              <a:rPr sz="2600" dirty="0">
                <a:latin typeface="Calibri"/>
                <a:cs typeface="Calibri"/>
              </a:rPr>
              <a:t>owner</a:t>
            </a:r>
            <a:r>
              <a:rPr sz="2600" spc="110" dirty="0">
                <a:latin typeface="Calibri"/>
                <a:cs typeface="Calibri"/>
              </a:rPr>
              <a:t> </a:t>
            </a:r>
            <a:r>
              <a:rPr sz="2600" dirty="0">
                <a:latin typeface="Calibri"/>
                <a:cs typeface="Calibri"/>
              </a:rPr>
              <a:t>to</a:t>
            </a:r>
            <a:r>
              <a:rPr sz="2600" spc="114" dirty="0">
                <a:latin typeface="Calibri"/>
                <a:cs typeface="Calibri"/>
              </a:rPr>
              <a:t> </a:t>
            </a:r>
            <a:r>
              <a:rPr sz="2600" dirty="0">
                <a:latin typeface="Calibri"/>
                <a:cs typeface="Calibri"/>
              </a:rPr>
              <a:t>a</a:t>
            </a:r>
            <a:r>
              <a:rPr sz="2600" spc="114" dirty="0">
                <a:latin typeface="Calibri"/>
                <a:cs typeface="Calibri"/>
              </a:rPr>
              <a:t> </a:t>
            </a:r>
            <a:r>
              <a:rPr sz="2600" spc="-20" dirty="0">
                <a:latin typeface="Calibri"/>
                <a:cs typeface="Calibri"/>
              </a:rPr>
              <a:t>contractor.</a:t>
            </a:r>
            <a:r>
              <a:rPr sz="2600" spc="114" dirty="0">
                <a:latin typeface="Calibri"/>
                <a:cs typeface="Calibri"/>
              </a:rPr>
              <a:t> </a:t>
            </a:r>
            <a:r>
              <a:rPr sz="2600" dirty="0">
                <a:latin typeface="Calibri"/>
                <a:cs typeface="Calibri"/>
              </a:rPr>
              <a:t>The</a:t>
            </a:r>
            <a:r>
              <a:rPr sz="2600" spc="100" dirty="0">
                <a:latin typeface="Calibri"/>
                <a:cs typeface="Calibri"/>
              </a:rPr>
              <a:t> </a:t>
            </a:r>
            <a:r>
              <a:rPr sz="2600" dirty="0">
                <a:latin typeface="Calibri"/>
                <a:cs typeface="Calibri"/>
              </a:rPr>
              <a:t>contractor</a:t>
            </a:r>
            <a:r>
              <a:rPr sz="2600" spc="114" dirty="0">
                <a:latin typeface="Calibri"/>
                <a:cs typeface="Calibri"/>
              </a:rPr>
              <a:t> </a:t>
            </a:r>
            <a:r>
              <a:rPr sz="2600" dirty="0">
                <a:latin typeface="Calibri"/>
                <a:cs typeface="Calibri"/>
              </a:rPr>
              <a:t>understands</a:t>
            </a:r>
            <a:r>
              <a:rPr sz="2600" spc="100" dirty="0">
                <a:latin typeface="Calibri"/>
                <a:cs typeface="Calibri"/>
              </a:rPr>
              <a:t> </a:t>
            </a:r>
            <a:r>
              <a:rPr sz="2600" dirty="0">
                <a:latin typeface="Calibri"/>
                <a:cs typeface="Calibri"/>
              </a:rPr>
              <a:t>his</a:t>
            </a:r>
            <a:r>
              <a:rPr sz="2600" spc="105" dirty="0">
                <a:latin typeface="Calibri"/>
                <a:cs typeface="Calibri"/>
              </a:rPr>
              <a:t> </a:t>
            </a:r>
            <a:r>
              <a:rPr sz="2600" dirty="0">
                <a:latin typeface="Calibri"/>
                <a:cs typeface="Calibri"/>
              </a:rPr>
              <a:t>or</a:t>
            </a:r>
            <a:r>
              <a:rPr sz="2600" spc="114" dirty="0">
                <a:latin typeface="Calibri"/>
                <a:cs typeface="Calibri"/>
              </a:rPr>
              <a:t> </a:t>
            </a:r>
            <a:r>
              <a:rPr sz="2600" dirty="0">
                <a:latin typeface="Calibri"/>
                <a:cs typeface="Calibri"/>
              </a:rPr>
              <a:t>her</a:t>
            </a:r>
            <a:r>
              <a:rPr sz="2600" spc="114" dirty="0">
                <a:latin typeface="Calibri"/>
                <a:cs typeface="Calibri"/>
              </a:rPr>
              <a:t> </a:t>
            </a:r>
            <a:r>
              <a:rPr sz="2600" dirty="0">
                <a:latin typeface="Calibri"/>
                <a:cs typeface="Calibri"/>
              </a:rPr>
              <a:t>firm</a:t>
            </a:r>
            <a:r>
              <a:rPr sz="2600" spc="105" dirty="0">
                <a:latin typeface="Calibri"/>
                <a:cs typeface="Calibri"/>
              </a:rPr>
              <a:t> </a:t>
            </a:r>
            <a:r>
              <a:rPr sz="2600" dirty="0">
                <a:latin typeface="Calibri"/>
                <a:cs typeface="Calibri"/>
              </a:rPr>
              <a:t>will</a:t>
            </a:r>
            <a:r>
              <a:rPr sz="2600" spc="110" dirty="0">
                <a:latin typeface="Calibri"/>
                <a:cs typeface="Calibri"/>
              </a:rPr>
              <a:t> </a:t>
            </a:r>
            <a:r>
              <a:rPr sz="2600" spc="-25" dirty="0">
                <a:latin typeface="Calibri"/>
                <a:cs typeface="Calibri"/>
              </a:rPr>
              <a:t>pay </a:t>
            </a:r>
            <a:r>
              <a:rPr sz="2600" dirty="0">
                <a:latin typeface="Calibri"/>
                <a:cs typeface="Calibri"/>
              </a:rPr>
              <a:t>for</a:t>
            </a:r>
            <a:r>
              <a:rPr sz="2600" spc="380" dirty="0">
                <a:latin typeface="Calibri"/>
                <a:cs typeface="Calibri"/>
              </a:rPr>
              <a:t> </a:t>
            </a:r>
            <a:r>
              <a:rPr sz="2600" dirty="0">
                <a:latin typeface="Calibri"/>
                <a:cs typeface="Calibri"/>
              </a:rPr>
              <a:t>any</a:t>
            </a:r>
            <a:r>
              <a:rPr sz="2600" spc="375" dirty="0">
                <a:latin typeface="Calibri"/>
                <a:cs typeface="Calibri"/>
              </a:rPr>
              <a:t> </a:t>
            </a:r>
            <a:r>
              <a:rPr sz="2600" dirty="0">
                <a:latin typeface="Calibri"/>
                <a:cs typeface="Calibri"/>
              </a:rPr>
              <a:t>risk</a:t>
            </a:r>
            <a:r>
              <a:rPr sz="2600" spc="385" dirty="0">
                <a:latin typeface="Calibri"/>
                <a:cs typeface="Calibri"/>
              </a:rPr>
              <a:t> </a:t>
            </a:r>
            <a:r>
              <a:rPr sz="2600" dirty="0">
                <a:latin typeface="Calibri"/>
                <a:cs typeface="Calibri"/>
              </a:rPr>
              <a:t>event</a:t>
            </a:r>
            <a:r>
              <a:rPr sz="2600" spc="380" dirty="0">
                <a:latin typeface="Calibri"/>
                <a:cs typeface="Calibri"/>
              </a:rPr>
              <a:t> </a:t>
            </a:r>
            <a:r>
              <a:rPr sz="2600" dirty="0">
                <a:latin typeface="Calibri"/>
                <a:cs typeface="Calibri"/>
              </a:rPr>
              <a:t>that</a:t>
            </a:r>
            <a:r>
              <a:rPr sz="2600" spc="380" dirty="0">
                <a:latin typeface="Calibri"/>
                <a:cs typeface="Calibri"/>
              </a:rPr>
              <a:t> </a:t>
            </a:r>
            <a:r>
              <a:rPr sz="2600" dirty="0">
                <a:latin typeface="Calibri"/>
                <a:cs typeface="Calibri"/>
              </a:rPr>
              <a:t>materializes;</a:t>
            </a:r>
            <a:r>
              <a:rPr sz="2600" spc="380" dirty="0">
                <a:latin typeface="Calibri"/>
                <a:cs typeface="Calibri"/>
              </a:rPr>
              <a:t> </a:t>
            </a:r>
            <a:r>
              <a:rPr sz="2600" dirty="0">
                <a:latin typeface="Calibri"/>
                <a:cs typeface="Calibri"/>
              </a:rPr>
              <a:t>therefore,</a:t>
            </a:r>
            <a:r>
              <a:rPr sz="2600" spc="380" dirty="0">
                <a:latin typeface="Calibri"/>
                <a:cs typeface="Calibri"/>
              </a:rPr>
              <a:t> </a:t>
            </a:r>
            <a:r>
              <a:rPr sz="2600" dirty="0">
                <a:latin typeface="Calibri"/>
                <a:cs typeface="Calibri"/>
              </a:rPr>
              <a:t>a</a:t>
            </a:r>
            <a:r>
              <a:rPr sz="2600" spc="385" dirty="0">
                <a:latin typeface="Calibri"/>
                <a:cs typeface="Calibri"/>
              </a:rPr>
              <a:t> </a:t>
            </a:r>
            <a:r>
              <a:rPr sz="2600" dirty="0">
                <a:latin typeface="Calibri"/>
                <a:cs typeface="Calibri"/>
              </a:rPr>
              <a:t>monetary</a:t>
            </a:r>
            <a:r>
              <a:rPr sz="2600" spc="375" dirty="0">
                <a:latin typeface="Calibri"/>
                <a:cs typeface="Calibri"/>
              </a:rPr>
              <a:t> </a:t>
            </a:r>
            <a:r>
              <a:rPr sz="2600" dirty="0">
                <a:latin typeface="Calibri"/>
                <a:cs typeface="Calibri"/>
              </a:rPr>
              <a:t>risk</a:t>
            </a:r>
            <a:r>
              <a:rPr sz="2600" spc="380" dirty="0">
                <a:latin typeface="Calibri"/>
                <a:cs typeface="Calibri"/>
              </a:rPr>
              <a:t> </a:t>
            </a:r>
            <a:r>
              <a:rPr sz="2600" dirty="0">
                <a:latin typeface="Calibri"/>
                <a:cs typeface="Calibri"/>
              </a:rPr>
              <a:t>factor</a:t>
            </a:r>
            <a:r>
              <a:rPr sz="2600" spc="380" dirty="0">
                <a:latin typeface="Calibri"/>
                <a:cs typeface="Calibri"/>
              </a:rPr>
              <a:t> </a:t>
            </a:r>
            <a:r>
              <a:rPr sz="2600" spc="-25" dirty="0">
                <a:latin typeface="Calibri"/>
                <a:cs typeface="Calibri"/>
              </a:rPr>
              <a:t>is </a:t>
            </a:r>
            <a:r>
              <a:rPr sz="2600" dirty="0">
                <a:latin typeface="Calibri"/>
                <a:cs typeface="Calibri"/>
              </a:rPr>
              <a:t>added</a:t>
            </a:r>
            <a:r>
              <a:rPr sz="2600" spc="-55" dirty="0">
                <a:latin typeface="Calibri"/>
                <a:cs typeface="Calibri"/>
              </a:rPr>
              <a:t> </a:t>
            </a:r>
            <a:r>
              <a:rPr sz="2600" dirty="0">
                <a:latin typeface="Calibri"/>
                <a:cs typeface="Calibri"/>
              </a:rPr>
              <a:t>to</a:t>
            </a:r>
            <a:r>
              <a:rPr sz="2600" spc="-45" dirty="0">
                <a:latin typeface="Calibri"/>
                <a:cs typeface="Calibri"/>
              </a:rPr>
              <a:t> </a:t>
            </a:r>
            <a:r>
              <a:rPr sz="2600" dirty="0">
                <a:latin typeface="Calibri"/>
                <a:cs typeface="Calibri"/>
              </a:rPr>
              <a:t>the</a:t>
            </a:r>
            <a:r>
              <a:rPr sz="2600" spc="-50" dirty="0">
                <a:latin typeface="Calibri"/>
                <a:cs typeface="Calibri"/>
              </a:rPr>
              <a:t> </a:t>
            </a:r>
            <a:r>
              <a:rPr sz="2600" spc="-10" dirty="0">
                <a:latin typeface="Calibri"/>
                <a:cs typeface="Calibri"/>
              </a:rPr>
              <a:t>contract</a:t>
            </a:r>
            <a:r>
              <a:rPr sz="2600" spc="-45" dirty="0">
                <a:latin typeface="Calibri"/>
                <a:cs typeface="Calibri"/>
              </a:rPr>
              <a:t> </a:t>
            </a:r>
            <a:r>
              <a:rPr sz="2600" dirty="0">
                <a:latin typeface="Calibri"/>
                <a:cs typeface="Calibri"/>
              </a:rPr>
              <a:t>bid</a:t>
            </a:r>
            <a:r>
              <a:rPr sz="2600" spc="-55" dirty="0">
                <a:latin typeface="Calibri"/>
                <a:cs typeface="Calibri"/>
              </a:rPr>
              <a:t> </a:t>
            </a:r>
            <a:r>
              <a:rPr sz="2600" spc="-10" dirty="0">
                <a:latin typeface="Calibri"/>
                <a:cs typeface="Calibri"/>
              </a:rPr>
              <a:t>price.</a:t>
            </a:r>
            <a:endParaRPr sz="2600" dirty="0">
              <a:latin typeface="Calibri"/>
              <a:cs typeface="Calibri"/>
            </a:endParaRPr>
          </a:p>
          <a:p>
            <a:pPr marL="241300" marR="5715" indent="-228600" algn="just">
              <a:lnSpc>
                <a:spcPct val="89800"/>
              </a:lnSpc>
              <a:spcBef>
                <a:spcPts val="990"/>
              </a:spcBef>
              <a:buFont typeface="Arial MT"/>
              <a:buChar char="•"/>
              <a:tabLst>
                <a:tab pos="241300" algn="l"/>
              </a:tabLst>
            </a:pPr>
            <a:r>
              <a:rPr sz="2600" dirty="0">
                <a:latin typeface="Calibri"/>
                <a:cs typeface="Calibri"/>
              </a:rPr>
              <a:t>On</a:t>
            </a:r>
            <a:r>
              <a:rPr sz="2600" spc="50" dirty="0">
                <a:latin typeface="Calibri"/>
                <a:cs typeface="Calibri"/>
              </a:rPr>
              <a:t> </a:t>
            </a:r>
            <a:r>
              <a:rPr sz="2600" dirty="0">
                <a:latin typeface="Calibri"/>
                <a:cs typeface="Calibri"/>
              </a:rPr>
              <a:t>large,</a:t>
            </a:r>
            <a:r>
              <a:rPr sz="2600" spc="55" dirty="0">
                <a:latin typeface="Calibri"/>
                <a:cs typeface="Calibri"/>
              </a:rPr>
              <a:t> </a:t>
            </a:r>
            <a:r>
              <a:rPr sz="2600" dirty="0">
                <a:latin typeface="Calibri"/>
                <a:cs typeface="Calibri"/>
              </a:rPr>
              <a:t>international</a:t>
            </a:r>
            <a:r>
              <a:rPr sz="2600" spc="60" dirty="0">
                <a:latin typeface="Calibri"/>
                <a:cs typeface="Calibri"/>
              </a:rPr>
              <a:t> </a:t>
            </a:r>
            <a:r>
              <a:rPr sz="2600" dirty="0">
                <a:latin typeface="Calibri"/>
                <a:cs typeface="Calibri"/>
              </a:rPr>
              <a:t>construction</a:t>
            </a:r>
            <a:r>
              <a:rPr sz="2600" spc="55" dirty="0">
                <a:latin typeface="Calibri"/>
                <a:cs typeface="Calibri"/>
              </a:rPr>
              <a:t> </a:t>
            </a:r>
            <a:r>
              <a:rPr sz="2600" dirty="0">
                <a:latin typeface="Calibri"/>
                <a:cs typeface="Calibri"/>
              </a:rPr>
              <a:t>projects</a:t>
            </a:r>
            <a:r>
              <a:rPr sz="2600" spc="45" dirty="0">
                <a:latin typeface="Calibri"/>
                <a:cs typeface="Calibri"/>
              </a:rPr>
              <a:t> </a:t>
            </a:r>
            <a:r>
              <a:rPr sz="2600" dirty="0">
                <a:latin typeface="Calibri"/>
                <a:cs typeface="Calibri"/>
              </a:rPr>
              <a:t>like</a:t>
            </a:r>
            <a:r>
              <a:rPr sz="2600" spc="45" dirty="0">
                <a:latin typeface="Calibri"/>
                <a:cs typeface="Calibri"/>
              </a:rPr>
              <a:t> </a:t>
            </a:r>
            <a:r>
              <a:rPr sz="2600" dirty="0">
                <a:latin typeface="Calibri"/>
                <a:cs typeface="Calibri"/>
              </a:rPr>
              <a:t>petrochemical</a:t>
            </a:r>
            <a:r>
              <a:rPr sz="2600" spc="50" dirty="0">
                <a:latin typeface="Calibri"/>
                <a:cs typeface="Calibri"/>
              </a:rPr>
              <a:t> </a:t>
            </a:r>
            <a:r>
              <a:rPr sz="2600" dirty="0">
                <a:latin typeface="Calibri"/>
                <a:cs typeface="Calibri"/>
              </a:rPr>
              <a:t>plants</a:t>
            </a:r>
            <a:r>
              <a:rPr sz="2600" spc="50" dirty="0">
                <a:latin typeface="Calibri"/>
                <a:cs typeface="Calibri"/>
              </a:rPr>
              <a:t> </a:t>
            </a:r>
            <a:r>
              <a:rPr sz="2600" spc="-25" dirty="0">
                <a:latin typeface="Calibri"/>
                <a:cs typeface="Calibri"/>
              </a:rPr>
              <a:t>and </a:t>
            </a:r>
            <a:r>
              <a:rPr sz="2600" dirty="0">
                <a:latin typeface="Calibri"/>
                <a:cs typeface="Calibri"/>
              </a:rPr>
              <a:t>oil</a:t>
            </a:r>
            <a:r>
              <a:rPr sz="2600" spc="204" dirty="0">
                <a:latin typeface="Calibri"/>
                <a:cs typeface="Calibri"/>
              </a:rPr>
              <a:t> </a:t>
            </a:r>
            <a:r>
              <a:rPr sz="2600" dirty="0">
                <a:latin typeface="Calibri"/>
                <a:cs typeface="Calibri"/>
              </a:rPr>
              <a:t>refineries,</a:t>
            </a:r>
            <a:r>
              <a:rPr sz="2600" spc="204" dirty="0">
                <a:latin typeface="Calibri"/>
                <a:cs typeface="Calibri"/>
              </a:rPr>
              <a:t> </a:t>
            </a:r>
            <a:r>
              <a:rPr sz="2600" dirty="0">
                <a:latin typeface="Calibri"/>
                <a:cs typeface="Calibri"/>
              </a:rPr>
              <a:t>host</a:t>
            </a:r>
            <a:r>
              <a:rPr sz="2600" spc="210" dirty="0">
                <a:latin typeface="Calibri"/>
                <a:cs typeface="Calibri"/>
              </a:rPr>
              <a:t> </a:t>
            </a:r>
            <a:r>
              <a:rPr sz="2600" dirty="0">
                <a:latin typeface="Calibri"/>
                <a:cs typeface="Calibri"/>
              </a:rPr>
              <a:t>countries</a:t>
            </a:r>
            <a:r>
              <a:rPr sz="2600" spc="204" dirty="0">
                <a:latin typeface="Calibri"/>
                <a:cs typeface="Calibri"/>
              </a:rPr>
              <a:t> </a:t>
            </a:r>
            <a:r>
              <a:rPr sz="2600" dirty="0">
                <a:latin typeface="Calibri"/>
                <a:cs typeface="Calibri"/>
              </a:rPr>
              <a:t>are</a:t>
            </a:r>
            <a:r>
              <a:rPr sz="2600" spc="200" dirty="0">
                <a:latin typeface="Calibri"/>
                <a:cs typeface="Calibri"/>
              </a:rPr>
              <a:t> </a:t>
            </a:r>
            <a:r>
              <a:rPr sz="2600" dirty="0">
                <a:latin typeface="Calibri"/>
                <a:cs typeface="Calibri"/>
              </a:rPr>
              <a:t>insisting</a:t>
            </a:r>
            <a:r>
              <a:rPr sz="2600" spc="204" dirty="0">
                <a:latin typeface="Calibri"/>
                <a:cs typeface="Calibri"/>
              </a:rPr>
              <a:t> </a:t>
            </a:r>
            <a:r>
              <a:rPr sz="2600" dirty="0">
                <a:latin typeface="Calibri"/>
                <a:cs typeface="Calibri"/>
              </a:rPr>
              <a:t>on</a:t>
            </a:r>
            <a:r>
              <a:rPr sz="2600" spc="200" dirty="0">
                <a:latin typeface="Calibri"/>
                <a:cs typeface="Calibri"/>
              </a:rPr>
              <a:t> </a:t>
            </a:r>
            <a:r>
              <a:rPr sz="2600" dirty="0">
                <a:latin typeface="Calibri"/>
                <a:cs typeface="Calibri"/>
              </a:rPr>
              <a:t>contracts</a:t>
            </a:r>
            <a:r>
              <a:rPr sz="2600" spc="200" dirty="0">
                <a:latin typeface="Calibri"/>
                <a:cs typeface="Calibri"/>
              </a:rPr>
              <a:t> </a:t>
            </a:r>
            <a:r>
              <a:rPr sz="2600" dirty="0">
                <a:latin typeface="Calibri"/>
                <a:cs typeface="Calibri"/>
              </a:rPr>
              <a:t>that</a:t>
            </a:r>
            <a:r>
              <a:rPr sz="2600" spc="204" dirty="0">
                <a:latin typeface="Calibri"/>
                <a:cs typeface="Calibri"/>
              </a:rPr>
              <a:t> </a:t>
            </a:r>
            <a:r>
              <a:rPr sz="2600" dirty="0">
                <a:latin typeface="Calibri"/>
                <a:cs typeface="Calibri"/>
              </a:rPr>
              <a:t>enforce</a:t>
            </a:r>
            <a:r>
              <a:rPr sz="2600" spc="200" dirty="0">
                <a:latin typeface="Calibri"/>
                <a:cs typeface="Calibri"/>
              </a:rPr>
              <a:t> </a:t>
            </a:r>
            <a:r>
              <a:rPr sz="2600" spc="-10" dirty="0">
                <a:latin typeface="Calibri"/>
                <a:cs typeface="Calibri"/>
              </a:rPr>
              <a:t>Build- </a:t>
            </a:r>
            <a:r>
              <a:rPr sz="2600" spc="-25" dirty="0">
                <a:latin typeface="Calibri"/>
                <a:cs typeface="Calibri"/>
              </a:rPr>
              <a:t>Own-Operate-</a:t>
            </a:r>
            <a:r>
              <a:rPr sz="2600" dirty="0">
                <a:latin typeface="Calibri"/>
                <a:cs typeface="Calibri"/>
              </a:rPr>
              <a:t>Transfer</a:t>
            </a:r>
            <a:r>
              <a:rPr sz="2600" spc="509" dirty="0">
                <a:latin typeface="Calibri"/>
                <a:cs typeface="Calibri"/>
              </a:rPr>
              <a:t>  </a:t>
            </a:r>
            <a:r>
              <a:rPr sz="2600" dirty="0">
                <a:latin typeface="Calibri"/>
                <a:cs typeface="Calibri"/>
              </a:rPr>
              <a:t>(BOOT)</a:t>
            </a:r>
            <a:r>
              <a:rPr sz="2600" spc="509" dirty="0">
                <a:latin typeface="Calibri"/>
                <a:cs typeface="Calibri"/>
              </a:rPr>
              <a:t>  </a:t>
            </a:r>
            <a:r>
              <a:rPr sz="2600" dirty="0">
                <a:latin typeface="Calibri"/>
                <a:cs typeface="Calibri"/>
              </a:rPr>
              <a:t>provisions.</a:t>
            </a:r>
            <a:r>
              <a:rPr sz="2600" spc="515" dirty="0">
                <a:latin typeface="Calibri"/>
                <a:cs typeface="Calibri"/>
              </a:rPr>
              <a:t>  </a:t>
            </a:r>
            <a:r>
              <a:rPr sz="2600" dirty="0">
                <a:latin typeface="Calibri"/>
                <a:cs typeface="Calibri"/>
              </a:rPr>
              <a:t>Here,</a:t>
            </a:r>
            <a:r>
              <a:rPr sz="2600" spc="509" dirty="0">
                <a:latin typeface="Calibri"/>
                <a:cs typeface="Calibri"/>
              </a:rPr>
              <a:t>  </a:t>
            </a:r>
            <a:r>
              <a:rPr sz="2600" dirty="0">
                <a:latin typeface="Calibri"/>
                <a:cs typeface="Calibri"/>
              </a:rPr>
              <a:t>the</a:t>
            </a:r>
            <a:r>
              <a:rPr sz="2600" spc="509" dirty="0">
                <a:latin typeface="Calibri"/>
                <a:cs typeface="Calibri"/>
              </a:rPr>
              <a:t>  </a:t>
            </a:r>
            <a:r>
              <a:rPr sz="2600" dirty="0">
                <a:latin typeface="Calibri"/>
                <a:cs typeface="Calibri"/>
              </a:rPr>
              <a:t>prime</a:t>
            </a:r>
            <a:r>
              <a:rPr sz="2600" spc="505" dirty="0">
                <a:latin typeface="Calibri"/>
                <a:cs typeface="Calibri"/>
              </a:rPr>
              <a:t>  </a:t>
            </a:r>
            <a:r>
              <a:rPr sz="2600" spc="-10" dirty="0">
                <a:latin typeface="Calibri"/>
                <a:cs typeface="Calibri"/>
              </a:rPr>
              <a:t>project organization</a:t>
            </a:r>
            <a:r>
              <a:rPr sz="2600" spc="60" dirty="0">
                <a:latin typeface="Calibri"/>
                <a:cs typeface="Calibri"/>
              </a:rPr>
              <a:t> </a:t>
            </a:r>
            <a:r>
              <a:rPr sz="2600" dirty="0">
                <a:latin typeface="Calibri"/>
                <a:cs typeface="Calibri"/>
              </a:rPr>
              <a:t>is</a:t>
            </a:r>
            <a:r>
              <a:rPr sz="2600" spc="60" dirty="0">
                <a:latin typeface="Calibri"/>
                <a:cs typeface="Calibri"/>
              </a:rPr>
              <a:t> </a:t>
            </a:r>
            <a:r>
              <a:rPr sz="2600" dirty="0">
                <a:latin typeface="Calibri"/>
                <a:cs typeface="Calibri"/>
              </a:rPr>
              <a:t>expected</a:t>
            </a:r>
            <a:r>
              <a:rPr sz="2600" spc="65" dirty="0">
                <a:latin typeface="Calibri"/>
                <a:cs typeface="Calibri"/>
              </a:rPr>
              <a:t> </a:t>
            </a:r>
            <a:r>
              <a:rPr sz="2600" dirty="0">
                <a:latin typeface="Calibri"/>
                <a:cs typeface="Calibri"/>
              </a:rPr>
              <a:t>not</a:t>
            </a:r>
            <a:r>
              <a:rPr sz="2600" spc="65" dirty="0">
                <a:latin typeface="Calibri"/>
                <a:cs typeface="Calibri"/>
              </a:rPr>
              <a:t> </a:t>
            </a:r>
            <a:r>
              <a:rPr sz="2600" dirty="0">
                <a:latin typeface="Calibri"/>
                <a:cs typeface="Calibri"/>
              </a:rPr>
              <a:t>only</a:t>
            </a:r>
            <a:r>
              <a:rPr sz="2600" spc="60" dirty="0">
                <a:latin typeface="Calibri"/>
                <a:cs typeface="Calibri"/>
              </a:rPr>
              <a:t> </a:t>
            </a:r>
            <a:r>
              <a:rPr sz="2600" dirty="0">
                <a:latin typeface="Calibri"/>
                <a:cs typeface="Calibri"/>
              </a:rPr>
              <a:t>to</a:t>
            </a:r>
            <a:r>
              <a:rPr sz="2600" spc="70" dirty="0">
                <a:latin typeface="Calibri"/>
                <a:cs typeface="Calibri"/>
              </a:rPr>
              <a:t> </a:t>
            </a:r>
            <a:r>
              <a:rPr sz="2600" dirty="0">
                <a:latin typeface="Calibri"/>
                <a:cs typeface="Calibri"/>
              </a:rPr>
              <a:t>build</a:t>
            </a:r>
            <a:r>
              <a:rPr sz="2600" spc="60" dirty="0">
                <a:latin typeface="Calibri"/>
                <a:cs typeface="Calibri"/>
              </a:rPr>
              <a:t> </a:t>
            </a:r>
            <a:r>
              <a:rPr sz="2600" dirty="0">
                <a:latin typeface="Calibri"/>
                <a:cs typeface="Calibri"/>
              </a:rPr>
              <a:t>the</a:t>
            </a:r>
            <a:r>
              <a:rPr sz="2600" spc="60" dirty="0">
                <a:latin typeface="Calibri"/>
                <a:cs typeface="Calibri"/>
              </a:rPr>
              <a:t> </a:t>
            </a:r>
            <a:r>
              <a:rPr sz="2600" spc="-10" dirty="0">
                <a:latin typeface="Calibri"/>
                <a:cs typeface="Calibri"/>
              </a:rPr>
              <a:t>facility,</a:t>
            </a:r>
            <a:r>
              <a:rPr sz="2600" spc="65" dirty="0">
                <a:latin typeface="Calibri"/>
                <a:cs typeface="Calibri"/>
              </a:rPr>
              <a:t> </a:t>
            </a:r>
            <a:r>
              <a:rPr sz="2600" dirty="0">
                <a:latin typeface="Calibri"/>
                <a:cs typeface="Calibri"/>
              </a:rPr>
              <a:t>but</a:t>
            </a:r>
            <a:r>
              <a:rPr sz="2600" spc="60" dirty="0">
                <a:latin typeface="Calibri"/>
                <a:cs typeface="Calibri"/>
              </a:rPr>
              <a:t> </a:t>
            </a:r>
            <a:r>
              <a:rPr sz="2600" dirty="0">
                <a:latin typeface="Calibri"/>
                <a:cs typeface="Calibri"/>
              </a:rPr>
              <a:t>also</a:t>
            </a:r>
            <a:r>
              <a:rPr sz="2600" spc="70" dirty="0">
                <a:latin typeface="Calibri"/>
                <a:cs typeface="Calibri"/>
              </a:rPr>
              <a:t> </a:t>
            </a:r>
            <a:r>
              <a:rPr sz="2600" dirty="0">
                <a:latin typeface="Calibri"/>
                <a:cs typeface="Calibri"/>
              </a:rPr>
              <a:t>to</a:t>
            </a:r>
            <a:r>
              <a:rPr sz="2600" spc="70" dirty="0">
                <a:latin typeface="Calibri"/>
                <a:cs typeface="Calibri"/>
              </a:rPr>
              <a:t> </a:t>
            </a:r>
            <a:r>
              <a:rPr sz="2600" dirty="0">
                <a:latin typeface="Calibri"/>
                <a:cs typeface="Calibri"/>
              </a:rPr>
              <a:t>take</a:t>
            </a:r>
            <a:r>
              <a:rPr sz="2600" spc="60" dirty="0">
                <a:latin typeface="Calibri"/>
                <a:cs typeface="Calibri"/>
              </a:rPr>
              <a:t> </a:t>
            </a:r>
            <a:r>
              <a:rPr sz="2600" spc="-20" dirty="0">
                <a:latin typeface="Calibri"/>
                <a:cs typeface="Calibri"/>
              </a:rPr>
              <a:t>over </a:t>
            </a:r>
            <a:r>
              <a:rPr sz="2600" dirty="0">
                <a:latin typeface="Calibri"/>
                <a:cs typeface="Calibri"/>
              </a:rPr>
              <a:t>ownership</a:t>
            </a:r>
            <a:r>
              <a:rPr sz="2600" spc="170" dirty="0">
                <a:latin typeface="Calibri"/>
                <a:cs typeface="Calibri"/>
              </a:rPr>
              <a:t>  </a:t>
            </a:r>
            <a:r>
              <a:rPr sz="2600" dirty="0">
                <a:latin typeface="Calibri"/>
                <a:cs typeface="Calibri"/>
              </a:rPr>
              <a:t>until</a:t>
            </a:r>
            <a:r>
              <a:rPr sz="2600" spc="170" dirty="0">
                <a:latin typeface="Calibri"/>
                <a:cs typeface="Calibri"/>
              </a:rPr>
              <a:t>  </a:t>
            </a:r>
            <a:r>
              <a:rPr sz="2600" dirty="0">
                <a:latin typeface="Calibri"/>
                <a:cs typeface="Calibri"/>
              </a:rPr>
              <a:t>its</a:t>
            </a:r>
            <a:r>
              <a:rPr sz="2600" spc="165" dirty="0">
                <a:latin typeface="Calibri"/>
                <a:cs typeface="Calibri"/>
              </a:rPr>
              <a:t>  </a:t>
            </a:r>
            <a:r>
              <a:rPr sz="2600" dirty="0">
                <a:latin typeface="Calibri"/>
                <a:cs typeface="Calibri"/>
              </a:rPr>
              <a:t>operation</a:t>
            </a:r>
            <a:r>
              <a:rPr sz="2600" spc="170" dirty="0">
                <a:latin typeface="Calibri"/>
                <a:cs typeface="Calibri"/>
              </a:rPr>
              <a:t>  </a:t>
            </a:r>
            <a:r>
              <a:rPr sz="2600" dirty="0">
                <a:latin typeface="Calibri"/>
                <a:cs typeface="Calibri"/>
              </a:rPr>
              <a:t>capacity</a:t>
            </a:r>
            <a:r>
              <a:rPr sz="2600" spc="170" dirty="0">
                <a:latin typeface="Calibri"/>
                <a:cs typeface="Calibri"/>
              </a:rPr>
              <a:t>  </a:t>
            </a:r>
            <a:r>
              <a:rPr sz="2600" dirty="0">
                <a:latin typeface="Calibri"/>
                <a:cs typeface="Calibri"/>
              </a:rPr>
              <a:t>has</a:t>
            </a:r>
            <a:r>
              <a:rPr sz="2600" spc="170" dirty="0">
                <a:latin typeface="Calibri"/>
                <a:cs typeface="Calibri"/>
              </a:rPr>
              <a:t>  </a:t>
            </a:r>
            <a:r>
              <a:rPr sz="2600" dirty="0">
                <a:latin typeface="Calibri"/>
                <a:cs typeface="Calibri"/>
              </a:rPr>
              <a:t>been</a:t>
            </a:r>
            <a:r>
              <a:rPr sz="2600" spc="165" dirty="0">
                <a:latin typeface="Calibri"/>
                <a:cs typeface="Calibri"/>
              </a:rPr>
              <a:t>  </a:t>
            </a:r>
            <a:r>
              <a:rPr sz="2600" dirty="0">
                <a:latin typeface="Calibri"/>
                <a:cs typeface="Calibri"/>
              </a:rPr>
              <a:t>proven</a:t>
            </a:r>
            <a:r>
              <a:rPr sz="2600" spc="170" dirty="0">
                <a:latin typeface="Calibri"/>
                <a:cs typeface="Calibri"/>
              </a:rPr>
              <a:t>  </a:t>
            </a:r>
            <a:r>
              <a:rPr sz="2600" dirty="0">
                <a:latin typeface="Calibri"/>
                <a:cs typeface="Calibri"/>
              </a:rPr>
              <a:t>and</a:t>
            </a:r>
            <a:r>
              <a:rPr sz="2600" spc="170" dirty="0">
                <a:latin typeface="Calibri"/>
                <a:cs typeface="Calibri"/>
              </a:rPr>
              <a:t>  </a:t>
            </a:r>
            <a:r>
              <a:rPr sz="2600" dirty="0">
                <a:latin typeface="Calibri"/>
                <a:cs typeface="Calibri"/>
              </a:rPr>
              <a:t>all</a:t>
            </a:r>
            <a:r>
              <a:rPr sz="2600" spc="170" dirty="0">
                <a:latin typeface="Calibri"/>
                <a:cs typeface="Calibri"/>
              </a:rPr>
              <a:t>  </a:t>
            </a:r>
            <a:r>
              <a:rPr sz="2600" spc="-25" dirty="0">
                <a:latin typeface="Calibri"/>
                <a:cs typeface="Calibri"/>
              </a:rPr>
              <a:t>the </a:t>
            </a:r>
            <a:r>
              <a:rPr sz="2600" dirty="0">
                <a:latin typeface="Calibri"/>
                <a:cs typeface="Calibri"/>
              </a:rPr>
              <a:t>debugging</a:t>
            </a:r>
            <a:r>
              <a:rPr sz="2600" spc="80" dirty="0">
                <a:latin typeface="Calibri"/>
                <a:cs typeface="Calibri"/>
              </a:rPr>
              <a:t> </a:t>
            </a:r>
            <a:r>
              <a:rPr sz="2600" dirty="0">
                <a:latin typeface="Calibri"/>
                <a:cs typeface="Calibri"/>
              </a:rPr>
              <a:t>has</a:t>
            </a:r>
            <a:r>
              <a:rPr sz="2600" spc="80" dirty="0">
                <a:latin typeface="Calibri"/>
                <a:cs typeface="Calibri"/>
              </a:rPr>
              <a:t> </a:t>
            </a:r>
            <a:r>
              <a:rPr sz="2600" dirty="0">
                <a:latin typeface="Calibri"/>
                <a:cs typeface="Calibri"/>
              </a:rPr>
              <a:t>occurred</a:t>
            </a:r>
            <a:r>
              <a:rPr sz="2600" spc="85" dirty="0">
                <a:latin typeface="Calibri"/>
                <a:cs typeface="Calibri"/>
              </a:rPr>
              <a:t> </a:t>
            </a:r>
            <a:r>
              <a:rPr sz="2600" dirty="0">
                <a:latin typeface="Calibri"/>
                <a:cs typeface="Calibri"/>
              </a:rPr>
              <a:t>before</a:t>
            </a:r>
            <a:r>
              <a:rPr sz="2600" spc="80" dirty="0">
                <a:latin typeface="Calibri"/>
                <a:cs typeface="Calibri"/>
              </a:rPr>
              <a:t> </a:t>
            </a:r>
            <a:r>
              <a:rPr sz="2600" dirty="0">
                <a:latin typeface="Calibri"/>
                <a:cs typeface="Calibri"/>
              </a:rPr>
              <a:t>final</a:t>
            </a:r>
            <a:r>
              <a:rPr sz="2600" spc="85" dirty="0">
                <a:latin typeface="Calibri"/>
                <a:cs typeface="Calibri"/>
              </a:rPr>
              <a:t> </a:t>
            </a:r>
            <a:r>
              <a:rPr sz="2600" dirty="0">
                <a:latin typeface="Calibri"/>
                <a:cs typeface="Calibri"/>
              </a:rPr>
              <a:t>transfer</a:t>
            </a:r>
            <a:r>
              <a:rPr sz="2600" spc="95" dirty="0">
                <a:latin typeface="Calibri"/>
                <a:cs typeface="Calibri"/>
              </a:rPr>
              <a:t> </a:t>
            </a:r>
            <a:r>
              <a:rPr sz="2600" dirty="0">
                <a:latin typeface="Calibri"/>
                <a:cs typeface="Calibri"/>
              </a:rPr>
              <a:t>of</a:t>
            </a:r>
            <a:r>
              <a:rPr sz="2600" spc="75" dirty="0">
                <a:latin typeface="Calibri"/>
                <a:cs typeface="Calibri"/>
              </a:rPr>
              <a:t> </a:t>
            </a:r>
            <a:r>
              <a:rPr sz="2600" dirty="0">
                <a:latin typeface="Calibri"/>
                <a:cs typeface="Calibri"/>
              </a:rPr>
              <a:t>ownership</a:t>
            </a:r>
            <a:r>
              <a:rPr sz="2600" spc="85" dirty="0">
                <a:latin typeface="Calibri"/>
                <a:cs typeface="Calibri"/>
              </a:rPr>
              <a:t> </a:t>
            </a:r>
            <a:r>
              <a:rPr sz="2600" dirty="0">
                <a:latin typeface="Calibri"/>
                <a:cs typeface="Calibri"/>
              </a:rPr>
              <a:t>to</a:t>
            </a:r>
            <a:r>
              <a:rPr sz="2600" spc="95" dirty="0">
                <a:latin typeface="Calibri"/>
                <a:cs typeface="Calibri"/>
              </a:rPr>
              <a:t> </a:t>
            </a:r>
            <a:r>
              <a:rPr sz="2600" dirty="0">
                <a:latin typeface="Calibri"/>
                <a:cs typeface="Calibri"/>
              </a:rPr>
              <a:t>the</a:t>
            </a:r>
            <a:r>
              <a:rPr sz="2600" spc="80" dirty="0">
                <a:latin typeface="Calibri"/>
                <a:cs typeface="Calibri"/>
              </a:rPr>
              <a:t> </a:t>
            </a:r>
            <a:r>
              <a:rPr sz="2600" dirty="0">
                <a:latin typeface="Calibri"/>
                <a:cs typeface="Calibri"/>
              </a:rPr>
              <a:t>client.</a:t>
            </a:r>
            <a:r>
              <a:rPr sz="2600" spc="95" dirty="0">
                <a:latin typeface="Calibri"/>
                <a:cs typeface="Calibri"/>
              </a:rPr>
              <a:t> </a:t>
            </a:r>
            <a:r>
              <a:rPr sz="2600" spc="-25" dirty="0">
                <a:latin typeface="Calibri"/>
                <a:cs typeface="Calibri"/>
              </a:rPr>
              <a:t>In </a:t>
            </a:r>
            <a:r>
              <a:rPr sz="2600" dirty="0">
                <a:latin typeface="Calibri"/>
                <a:cs typeface="Calibri"/>
              </a:rPr>
              <a:t>such</a:t>
            </a:r>
            <a:r>
              <a:rPr sz="2600" spc="420" dirty="0">
                <a:latin typeface="Calibri"/>
                <a:cs typeface="Calibri"/>
              </a:rPr>
              <a:t> </a:t>
            </a:r>
            <a:r>
              <a:rPr sz="2600" dirty="0">
                <a:latin typeface="Calibri"/>
                <a:cs typeface="Calibri"/>
              </a:rPr>
              <a:t>cases,</a:t>
            </a:r>
            <a:r>
              <a:rPr sz="2600" spc="425" dirty="0">
                <a:latin typeface="Calibri"/>
                <a:cs typeface="Calibri"/>
              </a:rPr>
              <a:t> </a:t>
            </a:r>
            <a:r>
              <a:rPr sz="2600" dirty="0">
                <a:latin typeface="Calibri"/>
                <a:cs typeface="Calibri"/>
              </a:rPr>
              <a:t>the</a:t>
            </a:r>
            <a:r>
              <a:rPr sz="2600" spc="420" dirty="0">
                <a:latin typeface="Calibri"/>
                <a:cs typeface="Calibri"/>
              </a:rPr>
              <a:t> </a:t>
            </a:r>
            <a:r>
              <a:rPr sz="2600" dirty="0">
                <a:latin typeface="Calibri"/>
                <a:cs typeface="Calibri"/>
              </a:rPr>
              <a:t>host</a:t>
            </a:r>
            <a:r>
              <a:rPr sz="2600" spc="430" dirty="0">
                <a:latin typeface="Calibri"/>
                <a:cs typeface="Calibri"/>
              </a:rPr>
              <a:t> </a:t>
            </a:r>
            <a:r>
              <a:rPr sz="2600" dirty="0">
                <a:latin typeface="Calibri"/>
                <a:cs typeface="Calibri"/>
              </a:rPr>
              <a:t>country</a:t>
            </a:r>
            <a:r>
              <a:rPr sz="2600" spc="425" dirty="0">
                <a:latin typeface="Calibri"/>
                <a:cs typeface="Calibri"/>
              </a:rPr>
              <a:t> </a:t>
            </a:r>
            <a:r>
              <a:rPr sz="2600" dirty="0">
                <a:latin typeface="Calibri"/>
                <a:cs typeface="Calibri"/>
              </a:rPr>
              <a:t>has</a:t>
            </a:r>
            <a:r>
              <a:rPr sz="2600" spc="420" dirty="0">
                <a:latin typeface="Calibri"/>
                <a:cs typeface="Calibri"/>
              </a:rPr>
              <a:t> </a:t>
            </a:r>
            <a:r>
              <a:rPr sz="2600" dirty="0">
                <a:latin typeface="Calibri"/>
                <a:cs typeface="Calibri"/>
              </a:rPr>
              <a:t>transferred</a:t>
            </a:r>
            <a:r>
              <a:rPr sz="2600" spc="420" dirty="0">
                <a:latin typeface="Calibri"/>
                <a:cs typeface="Calibri"/>
              </a:rPr>
              <a:t> </a:t>
            </a:r>
            <a:r>
              <a:rPr sz="2600" dirty="0">
                <a:latin typeface="Calibri"/>
                <a:cs typeface="Calibri"/>
              </a:rPr>
              <a:t>financial</a:t>
            </a:r>
            <a:r>
              <a:rPr sz="2600" spc="430" dirty="0">
                <a:latin typeface="Calibri"/>
                <a:cs typeface="Calibri"/>
              </a:rPr>
              <a:t> </a:t>
            </a:r>
            <a:r>
              <a:rPr sz="2600" dirty="0">
                <a:latin typeface="Calibri"/>
                <a:cs typeface="Calibri"/>
              </a:rPr>
              <a:t>risk</a:t>
            </a:r>
            <a:r>
              <a:rPr sz="2600" spc="430" dirty="0">
                <a:latin typeface="Calibri"/>
                <a:cs typeface="Calibri"/>
              </a:rPr>
              <a:t> </a:t>
            </a:r>
            <a:r>
              <a:rPr sz="2600" dirty="0">
                <a:latin typeface="Calibri"/>
                <a:cs typeface="Calibri"/>
              </a:rPr>
              <a:t>of</a:t>
            </a:r>
            <a:r>
              <a:rPr sz="2600" spc="420" dirty="0">
                <a:latin typeface="Calibri"/>
                <a:cs typeface="Calibri"/>
              </a:rPr>
              <a:t> </a:t>
            </a:r>
            <a:r>
              <a:rPr sz="2600" spc="-10" dirty="0">
                <a:latin typeface="Calibri"/>
                <a:cs typeface="Calibri"/>
              </a:rPr>
              <a:t>ownership </a:t>
            </a:r>
            <a:r>
              <a:rPr sz="2600" dirty="0">
                <a:latin typeface="Calibri"/>
                <a:cs typeface="Calibri"/>
              </a:rPr>
              <a:t>until</a:t>
            </a:r>
            <a:r>
              <a:rPr sz="2600" spc="-70"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project</a:t>
            </a:r>
            <a:r>
              <a:rPr sz="2600" spc="-65" dirty="0">
                <a:latin typeface="Calibri"/>
                <a:cs typeface="Calibri"/>
              </a:rPr>
              <a:t> </a:t>
            </a:r>
            <a:r>
              <a:rPr sz="2600" dirty="0">
                <a:latin typeface="Calibri"/>
                <a:cs typeface="Calibri"/>
              </a:rPr>
              <a:t>has</a:t>
            </a:r>
            <a:r>
              <a:rPr sz="2600" spc="-75" dirty="0">
                <a:latin typeface="Calibri"/>
                <a:cs typeface="Calibri"/>
              </a:rPr>
              <a:t> </a:t>
            </a:r>
            <a:r>
              <a:rPr sz="2600" dirty="0">
                <a:latin typeface="Calibri"/>
                <a:cs typeface="Calibri"/>
              </a:rPr>
              <a:t>been</a:t>
            </a:r>
            <a:r>
              <a:rPr sz="2600" spc="-70" dirty="0">
                <a:latin typeface="Calibri"/>
                <a:cs typeface="Calibri"/>
              </a:rPr>
              <a:t> </a:t>
            </a:r>
            <a:r>
              <a:rPr sz="2600" dirty="0">
                <a:latin typeface="Calibri"/>
                <a:cs typeface="Calibri"/>
              </a:rPr>
              <a:t>completed</a:t>
            </a:r>
            <a:r>
              <a:rPr sz="2600" spc="-65" dirty="0">
                <a:latin typeface="Calibri"/>
                <a:cs typeface="Calibri"/>
              </a:rPr>
              <a:t> </a:t>
            </a:r>
            <a:r>
              <a:rPr sz="2600" dirty="0">
                <a:latin typeface="Calibri"/>
                <a:cs typeface="Calibri"/>
              </a:rPr>
              <a:t>and</a:t>
            </a:r>
            <a:r>
              <a:rPr sz="2600" spc="-70" dirty="0">
                <a:latin typeface="Calibri"/>
                <a:cs typeface="Calibri"/>
              </a:rPr>
              <a:t> </a:t>
            </a:r>
            <a:r>
              <a:rPr sz="2600" dirty="0">
                <a:latin typeface="Calibri"/>
                <a:cs typeface="Calibri"/>
              </a:rPr>
              <a:t>capabilities</a:t>
            </a:r>
            <a:r>
              <a:rPr sz="2600" spc="-70" dirty="0">
                <a:latin typeface="Calibri"/>
                <a:cs typeface="Calibri"/>
              </a:rPr>
              <a:t> </a:t>
            </a:r>
            <a:r>
              <a:rPr sz="2600" spc="-10" dirty="0">
                <a:latin typeface="Calibri"/>
                <a:cs typeface="Calibri"/>
              </a:rPr>
              <a:t>proven.</a:t>
            </a:r>
            <a:endParaRPr sz="26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15</a:t>
            </a:r>
            <a:endParaRPr sz="1200">
              <a:latin typeface="Calibri"/>
              <a:cs typeface="Calibri"/>
            </a:endParaRPr>
          </a:p>
        </p:txBody>
      </p:sp>
      <p:pic>
        <p:nvPicPr>
          <p:cNvPr id="5" name="Picture 4">
            <a:extLst>
              <a:ext uri="{FF2B5EF4-FFF2-40B4-BE49-F238E27FC236}">
                <a16:creationId xmlns:a16="http://schemas.microsoft.com/office/drawing/2014/main" id="{55308297-4568-65F2-FB2E-5AC47101A70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lang="en-US" spc="105" dirty="0"/>
              <a:t>d. </a:t>
            </a:r>
            <a:r>
              <a:rPr spc="105" dirty="0"/>
              <a:t>Accept</a:t>
            </a:r>
            <a:r>
              <a:rPr spc="130" dirty="0"/>
              <a:t> </a:t>
            </a:r>
            <a:r>
              <a:rPr spc="100" dirty="0"/>
              <a:t>Risk</a:t>
            </a:r>
          </a:p>
        </p:txBody>
      </p:sp>
      <p:sp>
        <p:nvSpPr>
          <p:cNvPr id="3" name="object 3"/>
          <p:cNvSpPr txBox="1">
            <a:spLocks noGrp="1"/>
          </p:cNvSpPr>
          <p:nvPr>
            <p:ph type="body" idx="1"/>
          </p:nvPr>
        </p:nvSpPr>
        <p:spPr>
          <a:prstGeom prst="rect">
            <a:avLst/>
          </a:prstGeom>
        </p:spPr>
        <p:txBody>
          <a:bodyPr vert="horz" wrap="square" lIns="0" tIns="364235" rIns="0" bIns="0" rtlCol="0">
            <a:spAutoFit/>
          </a:bodyPr>
          <a:lstStyle/>
          <a:p>
            <a:pPr marL="241300" marR="7620" indent="-228600" algn="just">
              <a:lnSpc>
                <a:spcPts val="3000"/>
              </a:lnSpc>
              <a:spcBef>
                <a:spcPts val="500"/>
              </a:spcBef>
              <a:buFont typeface="Arial MT"/>
              <a:buChar char="•"/>
              <a:tabLst>
                <a:tab pos="241300" algn="l"/>
              </a:tabLst>
            </a:pPr>
            <a:r>
              <a:rPr dirty="0"/>
              <a:t>In</a:t>
            </a:r>
            <a:r>
              <a:rPr spc="225" dirty="0"/>
              <a:t> </a:t>
            </a:r>
            <a:r>
              <a:rPr dirty="0"/>
              <a:t>some</a:t>
            </a:r>
            <a:r>
              <a:rPr spc="215" dirty="0"/>
              <a:t> </a:t>
            </a:r>
            <a:r>
              <a:rPr dirty="0"/>
              <a:t>cases,</a:t>
            </a:r>
            <a:r>
              <a:rPr spc="220" dirty="0"/>
              <a:t> </a:t>
            </a:r>
            <a:r>
              <a:rPr dirty="0"/>
              <a:t>a</a:t>
            </a:r>
            <a:r>
              <a:rPr spc="220" dirty="0"/>
              <a:t> </a:t>
            </a:r>
            <a:r>
              <a:rPr dirty="0"/>
              <a:t>conscious</a:t>
            </a:r>
            <a:r>
              <a:rPr spc="225" dirty="0"/>
              <a:t> </a:t>
            </a:r>
            <a:r>
              <a:rPr dirty="0"/>
              <a:t>decision</a:t>
            </a:r>
            <a:r>
              <a:rPr spc="225" dirty="0"/>
              <a:t> </a:t>
            </a:r>
            <a:r>
              <a:rPr dirty="0"/>
              <a:t>is</a:t>
            </a:r>
            <a:r>
              <a:rPr spc="225" dirty="0"/>
              <a:t> </a:t>
            </a:r>
            <a:r>
              <a:rPr dirty="0"/>
              <a:t>made</a:t>
            </a:r>
            <a:r>
              <a:rPr spc="215" dirty="0"/>
              <a:t> </a:t>
            </a:r>
            <a:r>
              <a:rPr dirty="0"/>
              <a:t>to</a:t>
            </a:r>
            <a:r>
              <a:rPr spc="220" dirty="0"/>
              <a:t> </a:t>
            </a:r>
            <a:r>
              <a:rPr dirty="0"/>
              <a:t>accept</a:t>
            </a:r>
            <a:r>
              <a:rPr spc="220" dirty="0"/>
              <a:t> </a:t>
            </a:r>
            <a:r>
              <a:rPr dirty="0"/>
              <a:t>the</a:t>
            </a:r>
            <a:r>
              <a:rPr spc="220" dirty="0"/>
              <a:t> </a:t>
            </a:r>
            <a:r>
              <a:rPr dirty="0"/>
              <a:t>risk</a:t>
            </a:r>
            <a:r>
              <a:rPr spc="225" dirty="0"/>
              <a:t> </a:t>
            </a:r>
            <a:r>
              <a:rPr dirty="0"/>
              <a:t>of</a:t>
            </a:r>
            <a:r>
              <a:rPr spc="215" dirty="0"/>
              <a:t> </a:t>
            </a:r>
            <a:r>
              <a:rPr spc="-25" dirty="0"/>
              <a:t>an </a:t>
            </a:r>
            <a:r>
              <a:rPr dirty="0"/>
              <a:t>event</a:t>
            </a:r>
            <a:r>
              <a:rPr spc="-114" dirty="0"/>
              <a:t> </a:t>
            </a:r>
            <a:r>
              <a:rPr spc="-10" dirty="0"/>
              <a:t>occurring.</a:t>
            </a:r>
          </a:p>
          <a:p>
            <a:pPr marL="241300" marR="6350" indent="-228600" algn="just">
              <a:lnSpc>
                <a:spcPct val="90500"/>
              </a:lnSpc>
              <a:spcBef>
                <a:spcPts val="900"/>
              </a:spcBef>
              <a:buFont typeface="Arial MT"/>
              <a:buChar char="•"/>
              <a:tabLst>
                <a:tab pos="241300" algn="l"/>
              </a:tabLst>
            </a:pPr>
            <a:r>
              <a:rPr dirty="0">
                <a:solidFill>
                  <a:srgbClr val="262EA4"/>
                </a:solidFill>
              </a:rPr>
              <a:t>Some</a:t>
            </a:r>
            <a:r>
              <a:rPr spc="340" dirty="0">
                <a:solidFill>
                  <a:srgbClr val="262EA4"/>
                </a:solidFill>
              </a:rPr>
              <a:t> </a:t>
            </a:r>
            <a:r>
              <a:rPr dirty="0">
                <a:solidFill>
                  <a:srgbClr val="262EA4"/>
                </a:solidFill>
              </a:rPr>
              <a:t>risks</a:t>
            </a:r>
            <a:r>
              <a:rPr spc="345" dirty="0">
                <a:solidFill>
                  <a:srgbClr val="262EA4"/>
                </a:solidFill>
              </a:rPr>
              <a:t> </a:t>
            </a:r>
            <a:r>
              <a:rPr dirty="0">
                <a:solidFill>
                  <a:srgbClr val="262EA4"/>
                </a:solidFill>
              </a:rPr>
              <a:t>are</a:t>
            </a:r>
            <a:r>
              <a:rPr spc="340" dirty="0">
                <a:solidFill>
                  <a:srgbClr val="262EA4"/>
                </a:solidFill>
              </a:rPr>
              <a:t> </a:t>
            </a:r>
            <a:r>
              <a:rPr dirty="0">
                <a:solidFill>
                  <a:srgbClr val="262EA4"/>
                </a:solidFill>
              </a:rPr>
              <a:t>so</a:t>
            </a:r>
            <a:r>
              <a:rPr spc="345" dirty="0">
                <a:solidFill>
                  <a:srgbClr val="262EA4"/>
                </a:solidFill>
              </a:rPr>
              <a:t> </a:t>
            </a:r>
            <a:r>
              <a:rPr dirty="0">
                <a:solidFill>
                  <a:srgbClr val="262EA4"/>
                </a:solidFill>
              </a:rPr>
              <a:t>large</a:t>
            </a:r>
            <a:r>
              <a:rPr spc="340" dirty="0">
                <a:solidFill>
                  <a:srgbClr val="262EA4"/>
                </a:solidFill>
              </a:rPr>
              <a:t> </a:t>
            </a:r>
            <a:r>
              <a:rPr dirty="0">
                <a:solidFill>
                  <a:srgbClr val="262EA4"/>
                </a:solidFill>
              </a:rPr>
              <a:t>it</a:t>
            </a:r>
            <a:r>
              <a:rPr spc="340" dirty="0">
                <a:solidFill>
                  <a:srgbClr val="262EA4"/>
                </a:solidFill>
              </a:rPr>
              <a:t> </a:t>
            </a:r>
            <a:r>
              <a:rPr dirty="0">
                <a:solidFill>
                  <a:srgbClr val="262EA4"/>
                </a:solidFill>
              </a:rPr>
              <a:t>is</a:t>
            </a:r>
            <a:r>
              <a:rPr spc="350" dirty="0">
                <a:solidFill>
                  <a:srgbClr val="262EA4"/>
                </a:solidFill>
              </a:rPr>
              <a:t> </a:t>
            </a:r>
            <a:r>
              <a:rPr dirty="0">
                <a:solidFill>
                  <a:srgbClr val="262EA4"/>
                </a:solidFill>
              </a:rPr>
              <a:t>not</a:t>
            </a:r>
            <a:r>
              <a:rPr spc="345" dirty="0">
                <a:solidFill>
                  <a:srgbClr val="262EA4"/>
                </a:solidFill>
              </a:rPr>
              <a:t> </a:t>
            </a:r>
            <a:r>
              <a:rPr dirty="0">
                <a:solidFill>
                  <a:srgbClr val="262EA4"/>
                </a:solidFill>
              </a:rPr>
              <a:t>feasible</a:t>
            </a:r>
            <a:r>
              <a:rPr spc="340" dirty="0">
                <a:solidFill>
                  <a:srgbClr val="262EA4"/>
                </a:solidFill>
              </a:rPr>
              <a:t> </a:t>
            </a:r>
            <a:r>
              <a:rPr dirty="0">
                <a:solidFill>
                  <a:srgbClr val="262EA4"/>
                </a:solidFill>
              </a:rPr>
              <a:t>to</a:t>
            </a:r>
            <a:r>
              <a:rPr spc="345" dirty="0">
                <a:solidFill>
                  <a:srgbClr val="262EA4"/>
                </a:solidFill>
              </a:rPr>
              <a:t> </a:t>
            </a:r>
            <a:r>
              <a:rPr dirty="0">
                <a:solidFill>
                  <a:srgbClr val="262EA4"/>
                </a:solidFill>
              </a:rPr>
              <a:t>consider</a:t>
            </a:r>
            <a:r>
              <a:rPr spc="340" dirty="0">
                <a:solidFill>
                  <a:srgbClr val="262EA4"/>
                </a:solidFill>
              </a:rPr>
              <a:t> </a:t>
            </a:r>
            <a:r>
              <a:rPr dirty="0">
                <a:solidFill>
                  <a:srgbClr val="262EA4"/>
                </a:solidFill>
              </a:rPr>
              <a:t>transferring</a:t>
            </a:r>
            <a:r>
              <a:rPr spc="340" dirty="0">
                <a:solidFill>
                  <a:srgbClr val="262EA4"/>
                </a:solidFill>
              </a:rPr>
              <a:t> </a:t>
            </a:r>
            <a:r>
              <a:rPr spc="-25" dirty="0">
                <a:solidFill>
                  <a:srgbClr val="262EA4"/>
                </a:solidFill>
              </a:rPr>
              <a:t>or </a:t>
            </a:r>
            <a:r>
              <a:rPr dirty="0">
                <a:solidFill>
                  <a:srgbClr val="262EA4"/>
                </a:solidFill>
              </a:rPr>
              <a:t>reducing</a:t>
            </a:r>
            <a:r>
              <a:rPr spc="140" dirty="0">
                <a:solidFill>
                  <a:srgbClr val="262EA4"/>
                </a:solidFill>
              </a:rPr>
              <a:t> </a:t>
            </a:r>
            <a:r>
              <a:rPr dirty="0">
                <a:solidFill>
                  <a:srgbClr val="262EA4"/>
                </a:solidFill>
              </a:rPr>
              <a:t>the</a:t>
            </a:r>
            <a:r>
              <a:rPr spc="145" dirty="0">
                <a:solidFill>
                  <a:srgbClr val="262EA4"/>
                </a:solidFill>
              </a:rPr>
              <a:t> </a:t>
            </a:r>
            <a:r>
              <a:rPr dirty="0">
                <a:solidFill>
                  <a:srgbClr val="262EA4"/>
                </a:solidFill>
              </a:rPr>
              <a:t>event</a:t>
            </a:r>
            <a:r>
              <a:rPr spc="150" dirty="0">
                <a:solidFill>
                  <a:srgbClr val="262EA4"/>
                </a:solidFill>
              </a:rPr>
              <a:t> </a:t>
            </a:r>
            <a:r>
              <a:rPr dirty="0">
                <a:solidFill>
                  <a:srgbClr val="262EA4"/>
                </a:solidFill>
              </a:rPr>
              <a:t>(e.g.,</a:t>
            </a:r>
            <a:r>
              <a:rPr spc="150" dirty="0">
                <a:solidFill>
                  <a:srgbClr val="262EA4"/>
                </a:solidFill>
              </a:rPr>
              <a:t> </a:t>
            </a:r>
            <a:r>
              <a:rPr dirty="0">
                <a:solidFill>
                  <a:srgbClr val="262EA4"/>
                </a:solidFill>
              </a:rPr>
              <a:t>an</a:t>
            </a:r>
            <a:r>
              <a:rPr spc="155" dirty="0">
                <a:solidFill>
                  <a:srgbClr val="262EA4"/>
                </a:solidFill>
              </a:rPr>
              <a:t> </a:t>
            </a:r>
            <a:r>
              <a:rPr dirty="0">
                <a:solidFill>
                  <a:srgbClr val="262EA4"/>
                </a:solidFill>
              </a:rPr>
              <a:t>earthquake</a:t>
            </a:r>
            <a:r>
              <a:rPr spc="150" dirty="0">
                <a:solidFill>
                  <a:srgbClr val="262EA4"/>
                </a:solidFill>
              </a:rPr>
              <a:t> </a:t>
            </a:r>
            <a:r>
              <a:rPr dirty="0">
                <a:solidFill>
                  <a:srgbClr val="262EA4"/>
                </a:solidFill>
              </a:rPr>
              <a:t>or</a:t>
            </a:r>
            <a:r>
              <a:rPr spc="150" dirty="0">
                <a:solidFill>
                  <a:srgbClr val="262EA4"/>
                </a:solidFill>
              </a:rPr>
              <a:t> </a:t>
            </a:r>
            <a:r>
              <a:rPr dirty="0">
                <a:solidFill>
                  <a:srgbClr val="262EA4"/>
                </a:solidFill>
              </a:rPr>
              <a:t>flood).</a:t>
            </a:r>
            <a:r>
              <a:rPr spc="155" dirty="0">
                <a:solidFill>
                  <a:srgbClr val="262EA4"/>
                </a:solidFill>
              </a:rPr>
              <a:t> </a:t>
            </a:r>
            <a:r>
              <a:rPr dirty="0">
                <a:solidFill>
                  <a:srgbClr val="262EA4"/>
                </a:solidFill>
              </a:rPr>
              <a:t>The</a:t>
            </a:r>
            <a:r>
              <a:rPr spc="145" dirty="0">
                <a:solidFill>
                  <a:srgbClr val="262EA4"/>
                </a:solidFill>
              </a:rPr>
              <a:t> </a:t>
            </a:r>
            <a:r>
              <a:rPr dirty="0">
                <a:solidFill>
                  <a:srgbClr val="262EA4"/>
                </a:solidFill>
              </a:rPr>
              <a:t>project</a:t>
            </a:r>
            <a:r>
              <a:rPr spc="150" dirty="0">
                <a:solidFill>
                  <a:srgbClr val="262EA4"/>
                </a:solidFill>
              </a:rPr>
              <a:t> </a:t>
            </a:r>
            <a:r>
              <a:rPr spc="-10" dirty="0">
                <a:solidFill>
                  <a:srgbClr val="262EA4"/>
                </a:solidFill>
              </a:rPr>
              <a:t>owner </a:t>
            </a:r>
            <a:r>
              <a:rPr dirty="0">
                <a:solidFill>
                  <a:srgbClr val="262EA4"/>
                </a:solidFill>
              </a:rPr>
              <a:t>assumes</a:t>
            </a:r>
            <a:r>
              <a:rPr spc="375" dirty="0">
                <a:solidFill>
                  <a:srgbClr val="262EA4"/>
                </a:solidFill>
              </a:rPr>
              <a:t> </a:t>
            </a:r>
            <a:r>
              <a:rPr dirty="0">
                <a:solidFill>
                  <a:srgbClr val="262EA4"/>
                </a:solidFill>
              </a:rPr>
              <a:t>the</a:t>
            </a:r>
            <a:r>
              <a:rPr spc="370" dirty="0">
                <a:solidFill>
                  <a:srgbClr val="262EA4"/>
                </a:solidFill>
              </a:rPr>
              <a:t> </a:t>
            </a:r>
            <a:r>
              <a:rPr dirty="0">
                <a:solidFill>
                  <a:srgbClr val="262EA4"/>
                </a:solidFill>
              </a:rPr>
              <a:t>risk</a:t>
            </a:r>
            <a:r>
              <a:rPr spc="380" dirty="0">
                <a:solidFill>
                  <a:srgbClr val="262EA4"/>
                </a:solidFill>
              </a:rPr>
              <a:t> </a:t>
            </a:r>
            <a:r>
              <a:rPr dirty="0">
                <a:solidFill>
                  <a:srgbClr val="262EA4"/>
                </a:solidFill>
              </a:rPr>
              <a:t>because</a:t>
            </a:r>
            <a:r>
              <a:rPr spc="365" dirty="0">
                <a:solidFill>
                  <a:srgbClr val="262EA4"/>
                </a:solidFill>
              </a:rPr>
              <a:t> </a:t>
            </a:r>
            <a:r>
              <a:rPr dirty="0">
                <a:solidFill>
                  <a:srgbClr val="262EA4"/>
                </a:solidFill>
              </a:rPr>
              <a:t>the</a:t>
            </a:r>
            <a:r>
              <a:rPr spc="365" dirty="0">
                <a:solidFill>
                  <a:srgbClr val="262EA4"/>
                </a:solidFill>
              </a:rPr>
              <a:t> </a:t>
            </a:r>
            <a:r>
              <a:rPr dirty="0">
                <a:solidFill>
                  <a:srgbClr val="262EA4"/>
                </a:solidFill>
              </a:rPr>
              <a:t>chance</a:t>
            </a:r>
            <a:r>
              <a:rPr spc="370" dirty="0">
                <a:solidFill>
                  <a:srgbClr val="262EA4"/>
                </a:solidFill>
              </a:rPr>
              <a:t> </a:t>
            </a:r>
            <a:r>
              <a:rPr dirty="0">
                <a:solidFill>
                  <a:srgbClr val="262EA4"/>
                </a:solidFill>
              </a:rPr>
              <a:t>of</a:t>
            </a:r>
            <a:r>
              <a:rPr spc="370" dirty="0">
                <a:solidFill>
                  <a:srgbClr val="262EA4"/>
                </a:solidFill>
              </a:rPr>
              <a:t> </a:t>
            </a:r>
            <a:r>
              <a:rPr dirty="0">
                <a:solidFill>
                  <a:srgbClr val="262EA4"/>
                </a:solidFill>
              </a:rPr>
              <a:t>such</a:t>
            </a:r>
            <a:r>
              <a:rPr spc="380" dirty="0">
                <a:solidFill>
                  <a:srgbClr val="262EA4"/>
                </a:solidFill>
              </a:rPr>
              <a:t> </a:t>
            </a:r>
            <a:r>
              <a:rPr dirty="0">
                <a:solidFill>
                  <a:srgbClr val="262EA4"/>
                </a:solidFill>
              </a:rPr>
              <a:t>an</a:t>
            </a:r>
            <a:r>
              <a:rPr spc="375" dirty="0">
                <a:solidFill>
                  <a:srgbClr val="262EA4"/>
                </a:solidFill>
              </a:rPr>
              <a:t> </a:t>
            </a:r>
            <a:r>
              <a:rPr dirty="0">
                <a:solidFill>
                  <a:srgbClr val="262EA4"/>
                </a:solidFill>
              </a:rPr>
              <a:t>event</a:t>
            </a:r>
            <a:r>
              <a:rPr spc="375" dirty="0">
                <a:solidFill>
                  <a:srgbClr val="262EA4"/>
                </a:solidFill>
              </a:rPr>
              <a:t> </a:t>
            </a:r>
            <a:r>
              <a:rPr dirty="0">
                <a:solidFill>
                  <a:srgbClr val="262EA4"/>
                </a:solidFill>
              </a:rPr>
              <a:t>occurring</a:t>
            </a:r>
            <a:r>
              <a:rPr spc="375" dirty="0">
                <a:solidFill>
                  <a:srgbClr val="262EA4"/>
                </a:solidFill>
              </a:rPr>
              <a:t> </a:t>
            </a:r>
            <a:r>
              <a:rPr spc="-25" dirty="0">
                <a:solidFill>
                  <a:srgbClr val="262EA4"/>
                </a:solidFill>
              </a:rPr>
              <a:t>is </a:t>
            </a:r>
            <a:r>
              <a:rPr spc="-10" dirty="0">
                <a:solidFill>
                  <a:srgbClr val="262EA4"/>
                </a:solidFill>
              </a:rPr>
              <a:t>slim.</a:t>
            </a:r>
          </a:p>
          <a:p>
            <a:pPr marL="241300" marR="5080" indent="-228600" algn="just">
              <a:lnSpc>
                <a:spcPct val="90700"/>
              </a:lnSpc>
              <a:spcBef>
                <a:spcPts val="940"/>
              </a:spcBef>
              <a:buFont typeface="Arial MT"/>
              <a:buChar char="•"/>
              <a:tabLst>
                <a:tab pos="241300" algn="l"/>
              </a:tabLst>
            </a:pPr>
            <a:r>
              <a:rPr dirty="0"/>
              <a:t>In</a:t>
            </a:r>
            <a:r>
              <a:rPr spc="395" dirty="0"/>
              <a:t> </a:t>
            </a:r>
            <a:r>
              <a:rPr dirty="0"/>
              <a:t>other</a:t>
            </a:r>
            <a:r>
              <a:rPr spc="395" dirty="0"/>
              <a:t> </a:t>
            </a:r>
            <a:r>
              <a:rPr dirty="0"/>
              <a:t>cases,</a:t>
            </a:r>
            <a:r>
              <a:rPr spc="390" dirty="0"/>
              <a:t> </a:t>
            </a:r>
            <a:r>
              <a:rPr dirty="0"/>
              <a:t>risks</a:t>
            </a:r>
            <a:r>
              <a:rPr spc="400" dirty="0"/>
              <a:t> </a:t>
            </a:r>
            <a:r>
              <a:rPr dirty="0"/>
              <a:t>identified</a:t>
            </a:r>
            <a:r>
              <a:rPr spc="390" dirty="0"/>
              <a:t> </a:t>
            </a:r>
            <a:r>
              <a:rPr dirty="0"/>
              <a:t>in</a:t>
            </a:r>
            <a:r>
              <a:rPr spc="395" dirty="0"/>
              <a:t> </a:t>
            </a:r>
            <a:r>
              <a:rPr dirty="0"/>
              <a:t>the</a:t>
            </a:r>
            <a:r>
              <a:rPr spc="390" dirty="0"/>
              <a:t> </a:t>
            </a:r>
            <a:r>
              <a:rPr dirty="0"/>
              <a:t>budget</a:t>
            </a:r>
            <a:r>
              <a:rPr spc="385" dirty="0"/>
              <a:t> </a:t>
            </a:r>
            <a:r>
              <a:rPr dirty="0"/>
              <a:t>reserve</a:t>
            </a:r>
            <a:r>
              <a:rPr spc="380" dirty="0"/>
              <a:t> </a:t>
            </a:r>
            <a:r>
              <a:rPr dirty="0"/>
              <a:t>can</a:t>
            </a:r>
            <a:r>
              <a:rPr spc="395" dirty="0"/>
              <a:t> </a:t>
            </a:r>
            <a:r>
              <a:rPr dirty="0"/>
              <a:t>simply</a:t>
            </a:r>
            <a:r>
              <a:rPr spc="390" dirty="0"/>
              <a:t> </a:t>
            </a:r>
            <a:r>
              <a:rPr spc="-25" dirty="0"/>
              <a:t>be </a:t>
            </a:r>
            <a:r>
              <a:rPr dirty="0"/>
              <a:t>absorbed</a:t>
            </a:r>
            <a:r>
              <a:rPr spc="615" dirty="0"/>
              <a:t> </a:t>
            </a:r>
            <a:r>
              <a:rPr dirty="0"/>
              <a:t>if</a:t>
            </a:r>
            <a:r>
              <a:rPr spc="605" dirty="0"/>
              <a:t> </a:t>
            </a:r>
            <a:r>
              <a:rPr dirty="0"/>
              <a:t>they</a:t>
            </a:r>
            <a:r>
              <a:rPr spc="610" dirty="0"/>
              <a:t> </a:t>
            </a:r>
            <a:r>
              <a:rPr dirty="0"/>
              <a:t>materialize.</a:t>
            </a:r>
            <a:r>
              <a:rPr spc="620" dirty="0"/>
              <a:t> </a:t>
            </a:r>
            <a:r>
              <a:rPr dirty="0"/>
              <a:t>The</a:t>
            </a:r>
            <a:r>
              <a:rPr spc="605" dirty="0"/>
              <a:t> </a:t>
            </a:r>
            <a:r>
              <a:rPr dirty="0"/>
              <a:t>risk</a:t>
            </a:r>
            <a:r>
              <a:rPr spc="615" dirty="0"/>
              <a:t> </a:t>
            </a:r>
            <a:r>
              <a:rPr dirty="0"/>
              <a:t>is</a:t>
            </a:r>
            <a:r>
              <a:rPr spc="615" dirty="0"/>
              <a:t> </a:t>
            </a:r>
            <a:r>
              <a:rPr dirty="0"/>
              <a:t>retained</a:t>
            </a:r>
            <a:r>
              <a:rPr spc="610" dirty="0"/>
              <a:t> </a:t>
            </a:r>
            <a:r>
              <a:rPr dirty="0"/>
              <a:t>by</a:t>
            </a:r>
            <a:r>
              <a:rPr spc="605" dirty="0"/>
              <a:t> </a:t>
            </a:r>
            <a:r>
              <a:rPr dirty="0"/>
              <a:t>developing</a:t>
            </a:r>
            <a:r>
              <a:rPr spc="600" dirty="0"/>
              <a:t> </a:t>
            </a:r>
            <a:r>
              <a:rPr spc="-50" dirty="0"/>
              <a:t>a </a:t>
            </a:r>
            <a:r>
              <a:rPr spc="-10" dirty="0"/>
              <a:t>contingency</a:t>
            </a:r>
            <a:r>
              <a:rPr spc="-50" dirty="0"/>
              <a:t> </a:t>
            </a:r>
            <a:r>
              <a:rPr dirty="0"/>
              <a:t>plan</a:t>
            </a:r>
            <a:r>
              <a:rPr spc="-45" dirty="0"/>
              <a:t> </a:t>
            </a:r>
            <a:r>
              <a:rPr dirty="0"/>
              <a:t>to</a:t>
            </a:r>
            <a:r>
              <a:rPr spc="-45" dirty="0"/>
              <a:t> </a:t>
            </a:r>
            <a:r>
              <a:rPr dirty="0"/>
              <a:t>implement</a:t>
            </a:r>
            <a:r>
              <a:rPr spc="-45" dirty="0"/>
              <a:t> </a:t>
            </a:r>
            <a:r>
              <a:rPr dirty="0"/>
              <a:t>if</a:t>
            </a:r>
            <a:r>
              <a:rPr spc="-50" dirty="0"/>
              <a:t> </a:t>
            </a:r>
            <a:r>
              <a:rPr dirty="0"/>
              <a:t>the</a:t>
            </a:r>
            <a:r>
              <a:rPr spc="-45" dirty="0"/>
              <a:t> </a:t>
            </a:r>
            <a:r>
              <a:rPr dirty="0"/>
              <a:t>risk</a:t>
            </a:r>
            <a:r>
              <a:rPr spc="-40" dirty="0"/>
              <a:t> </a:t>
            </a:r>
            <a:r>
              <a:rPr spc="-10" dirty="0"/>
              <a:t>materializes.</a:t>
            </a:r>
          </a:p>
          <a:p>
            <a:pPr marL="241300" marR="6350" indent="-228600" algn="just">
              <a:lnSpc>
                <a:spcPts val="3000"/>
              </a:lnSpc>
              <a:spcBef>
                <a:spcPts val="1045"/>
              </a:spcBef>
              <a:buFont typeface="Arial MT"/>
              <a:buChar char="•"/>
              <a:tabLst>
                <a:tab pos="241300" algn="l"/>
              </a:tabLst>
            </a:pPr>
            <a:r>
              <a:rPr dirty="0">
                <a:solidFill>
                  <a:srgbClr val="262EA4"/>
                </a:solidFill>
              </a:rPr>
              <a:t>In</a:t>
            </a:r>
            <a:r>
              <a:rPr spc="55" dirty="0">
                <a:solidFill>
                  <a:srgbClr val="262EA4"/>
                </a:solidFill>
              </a:rPr>
              <a:t>  </a:t>
            </a:r>
            <a:r>
              <a:rPr dirty="0">
                <a:solidFill>
                  <a:srgbClr val="262EA4"/>
                </a:solidFill>
              </a:rPr>
              <a:t>a</a:t>
            </a:r>
            <a:r>
              <a:rPr spc="60" dirty="0">
                <a:solidFill>
                  <a:srgbClr val="262EA4"/>
                </a:solidFill>
              </a:rPr>
              <a:t>  </a:t>
            </a:r>
            <a:r>
              <a:rPr dirty="0">
                <a:solidFill>
                  <a:srgbClr val="262EA4"/>
                </a:solidFill>
              </a:rPr>
              <a:t>few</a:t>
            </a:r>
            <a:r>
              <a:rPr spc="55" dirty="0">
                <a:solidFill>
                  <a:srgbClr val="262EA4"/>
                </a:solidFill>
              </a:rPr>
              <a:t>  </a:t>
            </a:r>
            <a:r>
              <a:rPr dirty="0">
                <a:solidFill>
                  <a:srgbClr val="262EA4"/>
                </a:solidFill>
              </a:rPr>
              <a:t>cases,</a:t>
            </a:r>
            <a:r>
              <a:rPr spc="60" dirty="0">
                <a:solidFill>
                  <a:srgbClr val="262EA4"/>
                </a:solidFill>
              </a:rPr>
              <a:t>  </a:t>
            </a:r>
            <a:r>
              <a:rPr dirty="0">
                <a:solidFill>
                  <a:srgbClr val="262EA4"/>
                </a:solidFill>
              </a:rPr>
              <a:t>a</a:t>
            </a:r>
            <a:r>
              <a:rPr spc="55" dirty="0">
                <a:solidFill>
                  <a:srgbClr val="262EA4"/>
                </a:solidFill>
              </a:rPr>
              <a:t>  </a:t>
            </a:r>
            <a:r>
              <a:rPr dirty="0">
                <a:solidFill>
                  <a:srgbClr val="262EA4"/>
                </a:solidFill>
              </a:rPr>
              <a:t>risk</a:t>
            </a:r>
            <a:r>
              <a:rPr spc="60" dirty="0">
                <a:solidFill>
                  <a:srgbClr val="262EA4"/>
                </a:solidFill>
              </a:rPr>
              <a:t>  </a:t>
            </a:r>
            <a:r>
              <a:rPr dirty="0">
                <a:solidFill>
                  <a:srgbClr val="262EA4"/>
                </a:solidFill>
              </a:rPr>
              <a:t>event</a:t>
            </a:r>
            <a:r>
              <a:rPr spc="60" dirty="0">
                <a:solidFill>
                  <a:srgbClr val="262EA4"/>
                </a:solidFill>
              </a:rPr>
              <a:t>  </a:t>
            </a:r>
            <a:r>
              <a:rPr dirty="0">
                <a:solidFill>
                  <a:srgbClr val="262EA4"/>
                </a:solidFill>
              </a:rPr>
              <a:t>can</a:t>
            </a:r>
            <a:r>
              <a:rPr spc="60" dirty="0">
                <a:solidFill>
                  <a:srgbClr val="262EA4"/>
                </a:solidFill>
              </a:rPr>
              <a:t>  </a:t>
            </a:r>
            <a:r>
              <a:rPr dirty="0">
                <a:solidFill>
                  <a:srgbClr val="262EA4"/>
                </a:solidFill>
              </a:rPr>
              <a:t>be</a:t>
            </a:r>
            <a:r>
              <a:rPr spc="55" dirty="0">
                <a:solidFill>
                  <a:srgbClr val="262EA4"/>
                </a:solidFill>
              </a:rPr>
              <a:t>  </a:t>
            </a:r>
            <a:r>
              <a:rPr dirty="0">
                <a:solidFill>
                  <a:srgbClr val="262EA4"/>
                </a:solidFill>
              </a:rPr>
              <a:t>ignored</a:t>
            </a:r>
            <a:r>
              <a:rPr spc="60" dirty="0">
                <a:solidFill>
                  <a:srgbClr val="262EA4"/>
                </a:solidFill>
              </a:rPr>
              <a:t>  </a:t>
            </a:r>
            <a:r>
              <a:rPr dirty="0">
                <a:solidFill>
                  <a:srgbClr val="262EA4"/>
                </a:solidFill>
              </a:rPr>
              <a:t>and</a:t>
            </a:r>
            <a:r>
              <a:rPr spc="60" dirty="0">
                <a:solidFill>
                  <a:srgbClr val="262EA4"/>
                </a:solidFill>
              </a:rPr>
              <a:t>  </a:t>
            </a:r>
            <a:r>
              <a:rPr dirty="0">
                <a:solidFill>
                  <a:srgbClr val="262EA4"/>
                </a:solidFill>
              </a:rPr>
              <a:t>a</a:t>
            </a:r>
            <a:r>
              <a:rPr spc="55" dirty="0">
                <a:solidFill>
                  <a:srgbClr val="262EA4"/>
                </a:solidFill>
              </a:rPr>
              <a:t>  </a:t>
            </a:r>
            <a:r>
              <a:rPr dirty="0">
                <a:solidFill>
                  <a:srgbClr val="262EA4"/>
                </a:solidFill>
              </a:rPr>
              <a:t>cost</a:t>
            </a:r>
            <a:r>
              <a:rPr spc="60" dirty="0">
                <a:solidFill>
                  <a:srgbClr val="262EA4"/>
                </a:solidFill>
              </a:rPr>
              <a:t>  </a:t>
            </a:r>
            <a:r>
              <a:rPr spc="-10" dirty="0">
                <a:solidFill>
                  <a:srgbClr val="262EA4"/>
                </a:solidFill>
              </a:rPr>
              <a:t>overrun </a:t>
            </a:r>
            <a:r>
              <a:rPr dirty="0">
                <a:solidFill>
                  <a:srgbClr val="262EA4"/>
                </a:solidFill>
              </a:rPr>
              <a:t>accepted</a:t>
            </a:r>
            <a:r>
              <a:rPr spc="-70" dirty="0">
                <a:solidFill>
                  <a:srgbClr val="262EA4"/>
                </a:solidFill>
              </a:rPr>
              <a:t> </a:t>
            </a:r>
            <a:r>
              <a:rPr dirty="0">
                <a:solidFill>
                  <a:srgbClr val="262EA4"/>
                </a:solidFill>
              </a:rPr>
              <a:t>should</a:t>
            </a:r>
            <a:r>
              <a:rPr spc="-65" dirty="0">
                <a:solidFill>
                  <a:srgbClr val="262EA4"/>
                </a:solidFill>
              </a:rPr>
              <a:t> </a:t>
            </a:r>
            <a:r>
              <a:rPr dirty="0">
                <a:solidFill>
                  <a:srgbClr val="262EA4"/>
                </a:solidFill>
              </a:rPr>
              <a:t>the</a:t>
            </a:r>
            <a:r>
              <a:rPr spc="-70" dirty="0">
                <a:solidFill>
                  <a:srgbClr val="262EA4"/>
                </a:solidFill>
              </a:rPr>
              <a:t> </a:t>
            </a:r>
            <a:r>
              <a:rPr dirty="0">
                <a:solidFill>
                  <a:srgbClr val="262EA4"/>
                </a:solidFill>
              </a:rPr>
              <a:t>risk</a:t>
            </a:r>
            <a:r>
              <a:rPr spc="-65" dirty="0">
                <a:solidFill>
                  <a:srgbClr val="262EA4"/>
                </a:solidFill>
              </a:rPr>
              <a:t> </a:t>
            </a:r>
            <a:r>
              <a:rPr dirty="0">
                <a:solidFill>
                  <a:srgbClr val="262EA4"/>
                </a:solidFill>
              </a:rPr>
              <a:t>event</a:t>
            </a:r>
            <a:r>
              <a:rPr spc="-70" dirty="0">
                <a:solidFill>
                  <a:srgbClr val="262EA4"/>
                </a:solidFill>
              </a:rPr>
              <a:t> </a:t>
            </a:r>
            <a:r>
              <a:rPr spc="-10" dirty="0">
                <a:solidFill>
                  <a:srgbClr val="262EA4"/>
                </a:solidFill>
              </a:rPr>
              <a:t>occur.</a:t>
            </a: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pic>
        <p:nvPicPr>
          <p:cNvPr id="5" name="Picture 4">
            <a:extLst>
              <a:ext uri="{FF2B5EF4-FFF2-40B4-BE49-F238E27FC236}">
                <a16:creationId xmlns:a16="http://schemas.microsoft.com/office/drawing/2014/main" id="{4B4B3EF6-C863-E29E-5665-BD59FB7806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Contingency</a:t>
            </a:r>
            <a:r>
              <a:rPr spc="114" dirty="0"/>
              <a:t> Planning </a:t>
            </a:r>
            <a:r>
              <a:rPr sz="1950" spc="-10" dirty="0"/>
              <a:t>(1/2)</a:t>
            </a:r>
            <a:endParaRPr sz="1950"/>
          </a:p>
        </p:txBody>
      </p:sp>
      <p:sp>
        <p:nvSpPr>
          <p:cNvPr id="3" name="object 3"/>
          <p:cNvSpPr txBox="1"/>
          <p:nvPr/>
        </p:nvSpPr>
        <p:spPr>
          <a:xfrm>
            <a:off x="916939" y="1466596"/>
            <a:ext cx="10357485" cy="45212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 pos="631825" algn="l"/>
                <a:tab pos="2595245" algn="l"/>
                <a:tab pos="3424554" algn="l"/>
                <a:tab pos="3829685" algn="l"/>
                <a:tab pos="4371340" algn="l"/>
                <a:tab pos="6109335" algn="l"/>
                <a:tab pos="6918959" algn="l"/>
                <a:tab pos="7695565" algn="l"/>
                <a:tab pos="8376920" algn="l"/>
                <a:tab pos="8925560" algn="l"/>
                <a:tab pos="9800590" algn="l"/>
                <a:tab pos="10173970" algn="l"/>
              </a:tabLst>
            </a:pPr>
            <a:r>
              <a:rPr sz="2800" spc="-50" dirty="0">
                <a:latin typeface="Calibri"/>
                <a:cs typeface="Calibri"/>
              </a:rPr>
              <a:t>A</a:t>
            </a:r>
            <a:r>
              <a:rPr sz="2800" dirty="0">
                <a:latin typeface="Calibri"/>
                <a:cs typeface="Calibri"/>
              </a:rPr>
              <a:t>	</a:t>
            </a:r>
            <a:r>
              <a:rPr sz="2800" b="1" spc="-10" dirty="0">
                <a:latin typeface="Calibri"/>
                <a:cs typeface="Calibri"/>
              </a:rPr>
              <a:t>contingency</a:t>
            </a:r>
            <a:r>
              <a:rPr sz="2800" b="1" dirty="0">
                <a:latin typeface="Calibri"/>
                <a:cs typeface="Calibri"/>
              </a:rPr>
              <a:t>	</a:t>
            </a:r>
            <a:r>
              <a:rPr sz="2800" b="1" spc="-20" dirty="0">
                <a:latin typeface="Calibri"/>
                <a:cs typeface="Calibri"/>
              </a:rPr>
              <a:t>plan</a:t>
            </a:r>
            <a:r>
              <a:rPr sz="2800" b="1" dirty="0">
                <a:latin typeface="Calibri"/>
                <a:cs typeface="Calibri"/>
              </a:rPr>
              <a:t>	</a:t>
            </a:r>
            <a:r>
              <a:rPr sz="2800" spc="-25" dirty="0">
                <a:latin typeface="Calibri"/>
                <a:cs typeface="Calibri"/>
              </a:rPr>
              <a:t>is</a:t>
            </a:r>
            <a:r>
              <a:rPr sz="2800" dirty="0">
                <a:latin typeface="Calibri"/>
                <a:cs typeface="Calibri"/>
              </a:rPr>
              <a:t>	</a:t>
            </a:r>
            <a:r>
              <a:rPr sz="2800" spc="-25" dirty="0">
                <a:latin typeface="Calibri"/>
                <a:cs typeface="Calibri"/>
              </a:rPr>
              <a:t>an</a:t>
            </a:r>
            <a:r>
              <a:rPr sz="2800" dirty="0">
                <a:latin typeface="Calibri"/>
                <a:cs typeface="Calibri"/>
              </a:rPr>
              <a:t>	</a:t>
            </a:r>
            <a:r>
              <a:rPr sz="2800" spc="-10" dirty="0">
                <a:latin typeface="Calibri"/>
                <a:cs typeface="Calibri"/>
              </a:rPr>
              <a:t>alternative</a:t>
            </a:r>
            <a:r>
              <a:rPr sz="2800" dirty="0">
                <a:latin typeface="Calibri"/>
                <a:cs typeface="Calibri"/>
              </a:rPr>
              <a:t>	</a:t>
            </a:r>
            <a:r>
              <a:rPr sz="2800" spc="-20" dirty="0">
                <a:latin typeface="Calibri"/>
                <a:cs typeface="Calibri"/>
              </a:rPr>
              <a:t>plan</a:t>
            </a:r>
            <a:r>
              <a:rPr sz="2800" dirty="0">
                <a:latin typeface="Calibri"/>
                <a:cs typeface="Calibri"/>
              </a:rPr>
              <a:t>	</a:t>
            </a:r>
            <a:r>
              <a:rPr sz="2800" spc="-20" dirty="0">
                <a:latin typeface="Calibri"/>
                <a:cs typeface="Calibri"/>
              </a:rPr>
              <a:t>that</a:t>
            </a:r>
            <a:r>
              <a:rPr sz="2800" dirty="0">
                <a:latin typeface="Calibri"/>
                <a:cs typeface="Calibri"/>
              </a:rPr>
              <a:t>	</a:t>
            </a:r>
            <a:r>
              <a:rPr sz="2800" spc="-20" dirty="0">
                <a:latin typeface="Calibri"/>
                <a:cs typeface="Calibri"/>
              </a:rPr>
              <a:t>will</a:t>
            </a:r>
            <a:r>
              <a:rPr sz="2800" dirty="0">
                <a:latin typeface="Calibri"/>
                <a:cs typeface="Calibri"/>
              </a:rPr>
              <a:t>	</a:t>
            </a:r>
            <a:r>
              <a:rPr sz="2800" spc="-25" dirty="0">
                <a:latin typeface="Calibri"/>
                <a:cs typeface="Calibri"/>
              </a:rPr>
              <a:t>be</a:t>
            </a:r>
            <a:r>
              <a:rPr sz="2800" dirty="0">
                <a:latin typeface="Calibri"/>
                <a:cs typeface="Calibri"/>
              </a:rPr>
              <a:t>	</a:t>
            </a:r>
            <a:r>
              <a:rPr sz="2800" spc="-20" dirty="0">
                <a:latin typeface="Calibri"/>
                <a:cs typeface="Calibri"/>
              </a:rPr>
              <a:t>used</a:t>
            </a:r>
            <a:r>
              <a:rPr sz="2800" dirty="0">
                <a:latin typeface="Calibri"/>
                <a:cs typeface="Calibri"/>
              </a:rPr>
              <a:t>	</a:t>
            </a:r>
            <a:r>
              <a:rPr sz="2800" spc="-25" dirty="0">
                <a:latin typeface="Calibri"/>
                <a:cs typeface="Calibri"/>
              </a:rPr>
              <a:t>if</a:t>
            </a:r>
            <a:r>
              <a:rPr sz="2800" dirty="0">
                <a:latin typeface="Calibri"/>
                <a:cs typeface="Calibri"/>
              </a:rPr>
              <a:t>	</a:t>
            </a:r>
            <a:r>
              <a:rPr sz="2800" spc="-50" dirty="0">
                <a:latin typeface="Calibri"/>
                <a:cs typeface="Calibri"/>
              </a:rPr>
              <a:t>a</a:t>
            </a:r>
            <a:endParaRPr sz="2800">
              <a:latin typeface="Calibri"/>
              <a:cs typeface="Calibri"/>
            </a:endParaRPr>
          </a:p>
        </p:txBody>
      </p:sp>
      <p:sp>
        <p:nvSpPr>
          <p:cNvPr id="4" name="object 4"/>
          <p:cNvSpPr txBox="1"/>
          <p:nvPr/>
        </p:nvSpPr>
        <p:spPr>
          <a:xfrm>
            <a:off x="927825" y="1769926"/>
            <a:ext cx="10357485" cy="5109845"/>
          </a:xfrm>
          <a:prstGeom prst="rect">
            <a:avLst/>
          </a:prstGeom>
        </p:spPr>
        <p:txBody>
          <a:bodyPr vert="horz" wrap="square" lIns="0" tIns="58419" rIns="0" bIns="0" rtlCol="0">
            <a:spAutoFit/>
          </a:bodyPr>
          <a:lstStyle/>
          <a:p>
            <a:pPr marL="241300" algn="just">
              <a:lnSpc>
                <a:spcPct val="100000"/>
              </a:lnSpc>
              <a:spcBef>
                <a:spcPts val="459"/>
              </a:spcBef>
            </a:pPr>
            <a:r>
              <a:rPr sz="2800" dirty="0">
                <a:latin typeface="Calibri"/>
                <a:cs typeface="Calibri"/>
              </a:rPr>
              <a:t>possible</a:t>
            </a:r>
            <a:r>
              <a:rPr sz="2800" spc="-65" dirty="0">
                <a:latin typeface="Calibri"/>
                <a:cs typeface="Calibri"/>
              </a:rPr>
              <a:t> </a:t>
            </a:r>
            <a:r>
              <a:rPr sz="2800" spc="-10" dirty="0">
                <a:latin typeface="Calibri"/>
                <a:cs typeface="Calibri"/>
              </a:rPr>
              <a:t>foreseen</a:t>
            </a:r>
            <a:r>
              <a:rPr sz="2800" spc="-60" dirty="0">
                <a:latin typeface="Calibri"/>
                <a:cs typeface="Calibri"/>
              </a:rPr>
              <a:t> </a:t>
            </a:r>
            <a:r>
              <a:rPr sz="2800" dirty="0">
                <a:latin typeface="Calibri"/>
                <a:cs typeface="Calibri"/>
              </a:rPr>
              <a:t>risk</a:t>
            </a:r>
            <a:r>
              <a:rPr sz="2800" spc="-60" dirty="0">
                <a:latin typeface="Calibri"/>
                <a:cs typeface="Calibri"/>
              </a:rPr>
              <a:t> </a:t>
            </a:r>
            <a:r>
              <a:rPr sz="2800" dirty="0">
                <a:latin typeface="Calibri"/>
                <a:cs typeface="Calibri"/>
              </a:rPr>
              <a:t>event</a:t>
            </a:r>
            <a:r>
              <a:rPr sz="2800" spc="-65" dirty="0">
                <a:latin typeface="Calibri"/>
                <a:cs typeface="Calibri"/>
              </a:rPr>
              <a:t> </a:t>
            </a:r>
            <a:r>
              <a:rPr sz="2800" dirty="0">
                <a:latin typeface="Calibri"/>
                <a:cs typeface="Calibri"/>
              </a:rPr>
              <a:t>becomes</a:t>
            </a:r>
            <a:r>
              <a:rPr sz="2800" spc="-60" dirty="0">
                <a:latin typeface="Calibri"/>
                <a:cs typeface="Calibri"/>
              </a:rPr>
              <a:t> </a:t>
            </a:r>
            <a:r>
              <a:rPr sz="2800" dirty="0">
                <a:latin typeface="Calibri"/>
                <a:cs typeface="Calibri"/>
              </a:rPr>
              <a:t>a</a:t>
            </a:r>
            <a:r>
              <a:rPr sz="2800" spc="-65" dirty="0">
                <a:latin typeface="Calibri"/>
                <a:cs typeface="Calibri"/>
              </a:rPr>
              <a:t> </a:t>
            </a:r>
            <a:r>
              <a:rPr sz="2800" spc="-10" dirty="0">
                <a:latin typeface="Calibri"/>
                <a:cs typeface="Calibri"/>
              </a:rPr>
              <a:t>reality</a:t>
            </a:r>
            <a:r>
              <a:rPr lang="en-US" sz="2800" spc="-10" dirty="0">
                <a:latin typeface="Calibri"/>
                <a:cs typeface="Calibri"/>
              </a:rPr>
              <a:t>.</a:t>
            </a:r>
            <a:endParaRPr sz="2800" dirty="0">
              <a:latin typeface="Calibri"/>
              <a:cs typeface="Calibri"/>
            </a:endParaRPr>
          </a:p>
          <a:p>
            <a:pPr marL="241300" marR="5080" indent="-228600" algn="just">
              <a:lnSpc>
                <a:spcPts val="2690"/>
              </a:lnSpc>
              <a:spcBef>
                <a:spcPts val="1005"/>
              </a:spcBef>
              <a:buFont typeface="Arial MT"/>
              <a:buChar char="•"/>
              <a:tabLst>
                <a:tab pos="241300" algn="l"/>
              </a:tabLst>
            </a:pPr>
            <a:r>
              <a:rPr sz="2800" dirty="0">
                <a:latin typeface="Calibri"/>
                <a:cs typeface="Calibri"/>
              </a:rPr>
              <a:t>The</a:t>
            </a:r>
            <a:r>
              <a:rPr sz="2800" spc="204" dirty="0">
                <a:latin typeface="Calibri"/>
                <a:cs typeface="Calibri"/>
              </a:rPr>
              <a:t> </a:t>
            </a:r>
            <a:r>
              <a:rPr sz="2800" dirty="0">
                <a:latin typeface="Calibri"/>
                <a:cs typeface="Calibri"/>
              </a:rPr>
              <a:t>contingency</a:t>
            </a:r>
            <a:r>
              <a:rPr sz="2800" spc="200" dirty="0">
                <a:latin typeface="Calibri"/>
                <a:cs typeface="Calibri"/>
              </a:rPr>
              <a:t> </a:t>
            </a:r>
            <a:r>
              <a:rPr sz="2800" dirty="0">
                <a:latin typeface="Calibri"/>
                <a:cs typeface="Calibri"/>
              </a:rPr>
              <a:t>plan</a:t>
            </a:r>
            <a:r>
              <a:rPr sz="2800" spc="210" dirty="0">
                <a:latin typeface="Calibri"/>
                <a:cs typeface="Calibri"/>
              </a:rPr>
              <a:t> </a:t>
            </a:r>
            <a:r>
              <a:rPr sz="2800" dirty="0">
                <a:latin typeface="Calibri"/>
                <a:cs typeface="Calibri"/>
              </a:rPr>
              <a:t>represents</a:t>
            </a:r>
            <a:r>
              <a:rPr sz="2800" spc="204" dirty="0">
                <a:latin typeface="Calibri"/>
                <a:cs typeface="Calibri"/>
              </a:rPr>
              <a:t> </a:t>
            </a:r>
            <a:r>
              <a:rPr sz="2800" dirty="0">
                <a:latin typeface="Calibri"/>
                <a:cs typeface="Calibri"/>
              </a:rPr>
              <a:t>actions</a:t>
            </a:r>
            <a:r>
              <a:rPr sz="2800" spc="215" dirty="0">
                <a:latin typeface="Calibri"/>
                <a:cs typeface="Calibri"/>
              </a:rPr>
              <a:t> </a:t>
            </a:r>
            <a:r>
              <a:rPr sz="2800" dirty="0">
                <a:latin typeface="Calibri"/>
                <a:cs typeface="Calibri"/>
              </a:rPr>
              <a:t>that</a:t>
            </a:r>
            <a:r>
              <a:rPr sz="2800" spc="204" dirty="0">
                <a:latin typeface="Calibri"/>
                <a:cs typeface="Calibri"/>
              </a:rPr>
              <a:t> </a:t>
            </a:r>
            <a:r>
              <a:rPr sz="2800" dirty="0">
                <a:latin typeface="Calibri"/>
                <a:cs typeface="Calibri"/>
              </a:rPr>
              <a:t>will</a:t>
            </a:r>
            <a:r>
              <a:rPr sz="2800" spc="204" dirty="0">
                <a:latin typeface="Calibri"/>
                <a:cs typeface="Calibri"/>
              </a:rPr>
              <a:t> </a:t>
            </a:r>
            <a:r>
              <a:rPr sz="2800" dirty="0">
                <a:latin typeface="Calibri"/>
                <a:cs typeface="Calibri"/>
              </a:rPr>
              <a:t>reduce</a:t>
            </a:r>
            <a:r>
              <a:rPr sz="2800" spc="200" dirty="0">
                <a:latin typeface="Calibri"/>
                <a:cs typeface="Calibri"/>
              </a:rPr>
              <a:t> </a:t>
            </a:r>
            <a:r>
              <a:rPr sz="2800" dirty="0">
                <a:latin typeface="Calibri"/>
                <a:cs typeface="Calibri"/>
              </a:rPr>
              <a:t>or</a:t>
            </a:r>
            <a:r>
              <a:rPr sz="2800" spc="204" dirty="0">
                <a:latin typeface="Calibri"/>
                <a:cs typeface="Calibri"/>
              </a:rPr>
              <a:t> </a:t>
            </a:r>
            <a:r>
              <a:rPr sz="2800" spc="-10" dirty="0">
                <a:latin typeface="Calibri"/>
                <a:cs typeface="Calibri"/>
              </a:rPr>
              <a:t>mitigate </a:t>
            </a:r>
            <a:r>
              <a:rPr sz="2800" dirty="0">
                <a:latin typeface="Calibri"/>
                <a:cs typeface="Calibri"/>
              </a:rPr>
              <a:t>the</a:t>
            </a:r>
            <a:r>
              <a:rPr sz="2800" spc="-45" dirty="0">
                <a:latin typeface="Calibri"/>
                <a:cs typeface="Calibri"/>
              </a:rPr>
              <a:t> </a:t>
            </a:r>
            <a:r>
              <a:rPr sz="2800" dirty="0">
                <a:latin typeface="Calibri"/>
                <a:cs typeface="Calibri"/>
              </a:rPr>
              <a:t>negative</a:t>
            </a:r>
            <a:r>
              <a:rPr sz="2800" spc="-50" dirty="0">
                <a:latin typeface="Calibri"/>
                <a:cs typeface="Calibri"/>
              </a:rPr>
              <a:t> </a:t>
            </a:r>
            <a:r>
              <a:rPr sz="2800" dirty="0">
                <a:latin typeface="Calibri"/>
                <a:cs typeface="Calibri"/>
              </a:rPr>
              <a:t>impact</a:t>
            </a:r>
            <a:r>
              <a:rPr sz="2800" spc="-45" dirty="0">
                <a:latin typeface="Calibri"/>
                <a:cs typeface="Calibri"/>
              </a:rPr>
              <a:t> </a:t>
            </a:r>
            <a:r>
              <a:rPr sz="2800" dirty="0">
                <a:latin typeface="Calibri"/>
                <a:cs typeface="Calibri"/>
              </a:rPr>
              <a:t>of</a:t>
            </a:r>
            <a:r>
              <a:rPr sz="2800" spc="-4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risk</a:t>
            </a:r>
            <a:r>
              <a:rPr sz="2800" spc="-40" dirty="0">
                <a:latin typeface="Calibri"/>
                <a:cs typeface="Calibri"/>
              </a:rPr>
              <a:t> </a:t>
            </a:r>
            <a:r>
              <a:rPr sz="2800" spc="-10" dirty="0">
                <a:latin typeface="Calibri"/>
                <a:cs typeface="Calibri"/>
              </a:rPr>
              <a:t>event.</a:t>
            </a:r>
            <a:endParaRPr sz="2800" dirty="0">
              <a:latin typeface="Calibri"/>
              <a:cs typeface="Calibri"/>
            </a:endParaRPr>
          </a:p>
          <a:p>
            <a:pPr marL="241300" marR="5715" indent="-228600" algn="just">
              <a:lnSpc>
                <a:spcPct val="79600"/>
              </a:lnSpc>
              <a:spcBef>
                <a:spcPts val="1045"/>
              </a:spcBef>
              <a:buFont typeface="Arial MT"/>
              <a:buChar char="•"/>
              <a:tabLst>
                <a:tab pos="241300" algn="l"/>
              </a:tabLst>
            </a:pPr>
            <a:r>
              <a:rPr sz="2800" u="heavy" dirty="0">
                <a:uFill>
                  <a:solidFill>
                    <a:srgbClr val="000000"/>
                  </a:solidFill>
                </a:uFill>
                <a:latin typeface="Calibri"/>
                <a:cs typeface="Calibri"/>
              </a:rPr>
              <a:t>A</a:t>
            </a:r>
            <a:r>
              <a:rPr sz="2800" u="heavy" spc="254" dirty="0">
                <a:uFill>
                  <a:solidFill>
                    <a:srgbClr val="000000"/>
                  </a:solidFill>
                </a:uFill>
                <a:latin typeface="Calibri"/>
                <a:cs typeface="Calibri"/>
              </a:rPr>
              <a:t> </a:t>
            </a:r>
            <a:r>
              <a:rPr sz="2800" u="heavy" dirty="0">
                <a:uFill>
                  <a:solidFill>
                    <a:srgbClr val="000000"/>
                  </a:solidFill>
                </a:uFill>
                <a:latin typeface="Calibri"/>
                <a:cs typeface="Calibri"/>
              </a:rPr>
              <a:t>key</a:t>
            </a:r>
            <a:r>
              <a:rPr sz="2800" u="heavy" spc="250" dirty="0">
                <a:uFill>
                  <a:solidFill>
                    <a:srgbClr val="000000"/>
                  </a:solidFill>
                </a:uFill>
                <a:latin typeface="Calibri"/>
                <a:cs typeface="Calibri"/>
              </a:rPr>
              <a:t> </a:t>
            </a:r>
            <a:r>
              <a:rPr sz="2800" u="heavy" dirty="0">
                <a:uFill>
                  <a:solidFill>
                    <a:srgbClr val="000000"/>
                  </a:solidFill>
                </a:uFill>
                <a:latin typeface="Calibri"/>
                <a:cs typeface="Calibri"/>
              </a:rPr>
              <a:t>distinction</a:t>
            </a:r>
            <a:r>
              <a:rPr sz="2800" u="heavy" spc="260" dirty="0">
                <a:uFill>
                  <a:solidFill>
                    <a:srgbClr val="000000"/>
                  </a:solidFill>
                </a:uFill>
                <a:latin typeface="Calibri"/>
                <a:cs typeface="Calibri"/>
              </a:rPr>
              <a:t> </a:t>
            </a:r>
            <a:r>
              <a:rPr sz="2800" u="heavy" dirty="0">
                <a:uFill>
                  <a:solidFill>
                    <a:srgbClr val="000000"/>
                  </a:solidFill>
                </a:uFill>
                <a:latin typeface="Calibri"/>
                <a:cs typeface="Calibri"/>
              </a:rPr>
              <a:t>between</a:t>
            </a:r>
            <a:r>
              <a:rPr sz="2800" u="heavy" spc="254" dirty="0">
                <a:uFill>
                  <a:solidFill>
                    <a:srgbClr val="000000"/>
                  </a:solidFill>
                </a:uFill>
                <a:latin typeface="Calibri"/>
                <a:cs typeface="Calibri"/>
              </a:rPr>
              <a:t> </a:t>
            </a:r>
            <a:r>
              <a:rPr sz="2800" u="heavy" dirty="0">
                <a:uFill>
                  <a:solidFill>
                    <a:srgbClr val="000000"/>
                  </a:solidFill>
                </a:uFill>
                <a:latin typeface="Calibri"/>
                <a:cs typeface="Calibri"/>
              </a:rPr>
              <a:t>a</a:t>
            </a:r>
            <a:r>
              <a:rPr sz="2800" u="heavy" spc="250" dirty="0">
                <a:uFill>
                  <a:solidFill>
                    <a:srgbClr val="000000"/>
                  </a:solidFill>
                </a:uFill>
                <a:latin typeface="Calibri"/>
                <a:cs typeface="Calibri"/>
              </a:rPr>
              <a:t> </a:t>
            </a:r>
            <a:r>
              <a:rPr sz="2800" u="heavy" dirty="0">
                <a:uFill>
                  <a:solidFill>
                    <a:srgbClr val="000000"/>
                  </a:solidFill>
                </a:uFill>
                <a:latin typeface="Calibri"/>
                <a:cs typeface="Calibri"/>
              </a:rPr>
              <a:t>risk</a:t>
            </a:r>
            <a:r>
              <a:rPr sz="2800" u="heavy" spc="265" dirty="0">
                <a:uFill>
                  <a:solidFill>
                    <a:srgbClr val="000000"/>
                  </a:solidFill>
                </a:uFill>
                <a:latin typeface="Calibri"/>
                <a:cs typeface="Calibri"/>
              </a:rPr>
              <a:t> </a:t>
            </a:r>
            <a:r>
              <a:rPr sz="2800" u="heavy" dirty="0">
                <a:uFill>
                  <a:solidFill>
                    <a:srgbClr val="000000"/>
                  </a:solidFill>
                </a:uFill>
                <a:latin typeface="Calibri"/>
                <a:cs typeface="Calibri"/>
              </a:rPr>
              <a:t>response</a:t>
            </a:r>
            <a:r>
              <a:rPr sz="2800" u="heavy" spc="245" dirty="0">
                <a:uFill>
                  <a:solidFill>
                    <a:srgbClr val="000000"/>
                  </a:solidFill>
                </a:uFill>
                <a:latin typeface="Calibri"/>
                <a:cs typeface="Calibri"/>
              </a:rPr>
              <a:t> </a:t>
            </a:r>
            <a:r>
              <a:rPr sz="2800" u="heavy" dirty="0">
                <a:uFill>
                  <a:solidFill>
                    <a:srgbClr val="000000"/>
                  </a:solidFill>
                </a:uFill>
                <a:latin typeface="Calibri"/>
                <a:cs typeface="Calibri"/>
              </a:rPr>
              <a:t>and</a:t>
            </a:r>
            <a:r>
              <a:rPr sz="2800" u="heavy" spc="260" dirty="0">
                <a:uFill>
                  <a:solidFill>
                    <a:srgbClr val="000000"/>
                  </a:solidFill>
                </a:uFill>
                <a:latin typeface="Calibri"/>
                <a:cs typeface="Calibri"/>
              </a:rPr>
              <a:t> </a:t>
            </a:r>
            <a:r>
              <a:rPr sz="2800" u="heavy" dirty="0">
                <a:uFill>
                  <a:solidFill>
                    <a:srgbClr val="000000"/>
                  </a:solidFill>
                </a:uFill>
                <a:latin typeface="Calibri"/>
                <a:cs typeface="Calibri"/>
              </a:rPr>
              <a:t>a</a:t>
            </a:r>
            <a:r>
              <a:rPr sz="2800" u="heavy" spc="250" dirty="0">
                <a:uFill>
                  <a:solidFill>
                    <a:srgbClr val="000000"/>
                  </a:solidFill>
                </a:uFill>
                <a:latin typeface="Calibri"/>
                <a:cs typeface="Calibri"/>
              </a:rPr>
              <a:t> </a:t>
            </a:r>
            <a:r>
              <a:rPr sz="2800" u="heavy" dirty="0">
                <a:uFill>
                  <a:solidFill>
                    <a:srgbClr val="000000"/>
                  </a:solidFill>
                </a:uFill>
                <a:latin typeface="Calibri"/>
                <a:cs typeface="Calibri"/>
              </a:rPr>
              <a:t>contingency</a:t>
            </a:r>
            <a:r>
              <a:rPr sz="2800" u="heavy" spc="245" dirty="0">
                <a:uFill>
                  <a:solidFill>
                    <a:srgbClr val="000000"/>
                  </a:solidFill>
                </a:uFill>
                <a:latin typeface="Calibri"/>
                <a:cs typeface="Calibri"/>
              </a:rPr>
              <a:t> </a:t>
            </a:r>
            <a:r>
              <a:rPr sz="2800" u="heavy" dirty="0">
                <a:uFill>
                  <a:solidFill>
                    <a:srgbClr val="000000"/>
                  </a:solidFill>
                </a:uFill>
                <a:latin typeface="Calibri"/>
                <a:cs typeface="Calibri"/>
              </a:rPr>
              <a:t>plan</a:t>
            </a:r>
            <a:r>
              <a:rPr sz="2800" spc="254" dirty="0">
                <a:latin typeface="Calibri"/>
                <a:cs typeface="Calibri"/>
              </a:rPr>
              <a:t> </a:t>
            </a:r>
            <a:r>
              <a:rPr sz="2800" spc="-25" dirty="0">
                <a:latin typeface="Calibri"/>
                <a:cs typeface="Calibri"/>
              </a:rPr>
              <a:t>is </a:t>
            </a:r>
            <a:r>
              <a:rPr sz="2800" dirty="0">
                <a:latin typeface="Calibri"/>
                <a:cs typeface="Calibri"/>
              </a:rPr>
              <a:t>that</a:t>
            </a:r>
            <a:r>
              <a:rPr sz="2800" spc="160" dirty="0">
                <a:latin typeface="Calibri"/>
                <a:cs typeface="Calibri"/>
              </a:rPr>
              <a:t> </a:t>
            </a:r>
            <a:r>
              <a:rPr sz="2800" dirty="0">
                <a:latin typeface="Calibri"/>
                <a:cs typeface="Calibri"/>
              </a:rPr>
              <a:t>a</a:t>
            </a:r>
            <a:r>
              <a:rPr sz="2800" spc="160" dirty="0">
                <a:latin typeface="Calibri"/>
                <a:cs typeface="Calibri"/>
              </a:rPr>
              <a:t> </a:t>
            </a:r>
            <a:r>
              <a:rPr sz="2800" dirty="0">
                <a:latin typeface="Calibri"/>
                <a:cs typeface="Calibri"/>
              </a:rPr>
              <a:t>response</a:t>
            </a:r>
            <a:r>
              <a:rPr sz="2800" spc="150" dirty="0">
                <a:latin typeface="Calibri"/>
                <a:cs typeface="Calibri"/>
              </a:rPr>
              <a:t> </a:t>
            </a:r>
            <a:r>
              <a:rPr sz="2800" dirty="0">
                <a:latin typeface="Calibri"/>
                <a:cs typeface="Calibri"/>
              </a:rPr>
              <a:t>is</a:t>
            </a:r>
            <a:r>
              <a:rPr sz="2800" spc="170" dirty="0">
                <a:latin typeface="Calibri"/>
                <a:cs typeface="Calibri"/>
              </a:rPr>
              <a:t> </a:t>
            </a:r>
            <a:r>
              <a:rPr sz="2800" dirty="0">
                <a:latin typeface="Calibri"/>
                <a:cs typeface="Calibri"/>
              </a:rPr>
              <a:t>part</a:t>
            </a:r>
            <a:r>
              <a:rPr sz="2800" spc="160" dirty="0">
                <a:latin typeface="Calibri"/>
                <a:cs typeface="Calibri"/>
              </a:rPr>
              <a:t> </a:t>
            </a:r>
            <a:r>
              <a:rPr sz="2800" dirty="0">
                <a:latin typeface="Calibri"/>
                <a:cs typeface="Calibri"/>
              </a:rPr>
              <a:t>of</a:t>
            </a:r>
            <a:r>
              <a:rPr sz="2800" spc="155" dirty="0">
                <a:latin typeface="Calibri"/>
                <a:cs typeface="Calibri"/>
              </a:rPr>
              <a:t> </a:t>
            </a:r>
            <a:r>
              <a:rPr sz="2800" dirty="0">
                <a:latin typeface="Calibri"/>
                <a:cs typeface="Calibri"/>
              </a:rPr>
              <a:t>the</a:t>
            </a:r>
            <a:r>
              <a:rPr sz="2800" spc="155" dirty="0">
                <a:latin typeface="Calibri"/>
                <a:cs typeface="Calibri"/>
              </a:rPr>
              <a:t> </a:t>
            </a:r>
            <a:r>
              <a:rPr sz="2800" dirty="0">
                <a:latin typeface="Calibri"/>
                <a:cs typeface="Calibri"/>
              </a:rPr>
              <a:t>actual</a:t>
            </a:r>
            <a:r>
              <a:rPr sz="2800" spc="165" dirty="0">
                <a:latin typeface="Calibri"/>
                <a:cs typeface="Calibri"/>
              </a:rPr>
              <a:t> </a:t>
            </a:r>
            <a:r>
              <a:rPr sz="2800" dirty="0">
                <a:latin typeface="Calibri"/>
                <a:cs typeface="Calibri"/>
              </a:rPr>
              <a:t>implementation</a:t>
            </a:r>
            <a:r>
              <a:rPr sz="2800" spc="160" dirty="0">
                <a:latin typeface="Calibri"/>
                <a:cs typeface="Calibri"/>
              </a:rPr>
              <a:t> </a:t>
            </a:r>
            <a:r>
              <a:rPr sz="2800" dirty="0">
                <a:latin typeface="Calibri"/>
                <a:cs typeface="Calibri"/>
              </a:rPr>
              <a:t>plan</a:t>
            </a:r>
            <a:r>
              <a:rPr sz="2800" spc="165" dirty="0">
                <a:latin typeface="Calibri"/>
                <a:cs typeface="Calibri"/>
              </a:rPr>
              <a:t> </a:t>
            </a:r>
            <a:r>
              <a:rPr sz="2800" dirty="0">
                <a:latin typeface="Calibri"/>
                <a:cs typeface="Calibri"/>
              </a:rPr>
              <a:t>and</a:t>
            </a:r>
            <a:r>
              <a:rPr sz="2800" spc="165" dirty="0">
                <a:latin typeface="Calibri"/>
                <a:cs typeface="Calibri"/>
              </a:rPr>
              <a:t> </a:t>
            </a:r>
            <a:r>
              <a:rPr sz="2800" spc="-10" dirty="0">
                <a:latin typeface="Calibri"/>
                <a:cs typeface="Calibri"/>
              </a:rPr>
              <a:t>action </a:t>
            </a:r>
            <a:r>
              <a:rPr sz="2800" dirty="0">
                <a:latin typeface="Calibri"/>
                <a:cs typeface="Calibri"/>
              </a:rPr>
              <a:t>is</a:t>
            </a:r>
            <a:r>
              <a:rPr sz="2800" spc="315" dirty="0">
                <a:latin typeface="Calibri"/>
                <a:cs typeface="Calibri"/>
              </a:rPr>
              <a:t> </a:t>
            </a:r>
            <a:r>
              <a:rPr sz="2800" dirty="0">
                <a:latin typeface="Calibri"/>
                <a:cs typeface="Calibri"/>
              </a:rPr>
              <a:t>taken</a:t>
            </a:r>
            <a:r>
              <a:rPr sz="2800" spc="315" dirty="0">
                <a:latin typeface="Calibri"/>
                <a:cs typeface="Calibri"/>
              </a:rPr>
              <a:t> </a:t>
            </a:r>
            <a:r>
              <a:rPr sz="2800" dirty="0">
                <a:latin typeface="Calibri"/>
                <a:cs typeface="Calibri"/>
              </a:rPr>
              <a:t>before</a:t>
            </a:r>
            <a:r>
              <a:rPr sz="2800" spc="300" dirty="0">
                <a:latin typeface="Calibri"/>
                <a:cs typeface="Calibri"/>
              </a:rPr>
              <a:t> </a:t>
            </a:r>
            <a:r>
              <a:rPr sz="2800" dirty="0">
                <a:latin typeface="Calibri"/>
                <a:cs typeface="Calibri"/>
              </a:rPr>
              <a:t>the</a:t>
            </a:r>
            <a:r>
              <a:rPr sz="2800" spc="305" dirty="0">
                <a:latin typeface="Calibri"/>
                <a:cs typeface="Calibri"/>
              </a:rPr>
              <a:t> </a:t>
            </a:r>
            <a:r>
              <a:rPr sz="2800" dirty="0">
                <a:latin typeface="Calibri"/>
                <a:cs typeface="Calibri"/>
              </a:rPr>
              <a:t>risk</a:t>
            </a:r>
            <a:r>
              <a:rPr sz="2800" spc="315" dirty="0">
                <a:latin typeface="Calibri"/>
                <a:cs typeface="Calibri"/>
              </a:rPr>
              <a:t> </a:t>
            </a:r>
            <a:r>
              <a:rPr sz="2800" dirty="0">
                <a:latin typeface="Calibri"/>
                <a:cs typeface="Calibri"/>
              </a:rPr>
              <a:t>can</a:t>
            </a:r>
            <a:r>
              <a:rPr sz="2800" spc="315" dirty="0">
                <a:latin typeface="Calibri"/>
                <a:cs typeface="Calibri"/>
              </a:rPr>
              <a:t> </a:t>
            </a:r>
            <a:r>
              <a:rPr sz="2800" dirty="0">
                <a:latin typeface="Calibri"/>
                <a:cs typeface="Calibri"/>
              </a:rPr>
              <a:t>materialize,</a:t>
            </a:r>
            <a:r>
              <a:rPr sz="2800" spc="310" dirty="0">
                <a:latin typeface="Calibri"/>
                <a:cs typeface="Calibri"/>
              </a:rPr>
              <a:t> </a:t>
            </a:r>
            <a:r>
              <a:rPr sz="2800" dirty="0">
                <a:latin typeface="Calibri"/>
                <a:cs typeface="Calibri"/>
              </a:rPr>
              <a:t>while</a:t>
            </a:r>
            <a:r>
              <a:rPr sz="2800" spc="305" dirty="0">
                <a:latin typeface="Calibri"/>
                <a:cs typeface="Calibri"/>
              </a:rPr>
              <a:t> </a:t>
            </a:r>
            <a:r>
              <a:rPr sz="2800" dirty="0">
                <a:latin typeface="Calibri"/>
                <a:cs typeface="Calibri"/>
              </a:rPr>
              <a:t>a</a:t>
            </a:r>
            <a:r>
              <a:rPr sz="2800" spc="305" dirty="0">
                <a:latin typeface="Calibri"/>
                <a:cs typeface="Calibri"/>
              </a:rPr>
              <a:t> </a:t>
            </a:r>
            <a:r>
              <a:rPr sz="2800" dirty="0">
                <a:latin typeface="Calibri"/>
                <a:cs typeface="Calibri"/>
              </a:rPr>
              <a:t>contingency</a:t>
            </a:r>
            <a:r>
              <a:rPr sz="2800" spc="305" dirty="0">
                <a:latin typeface="Calibri"/>
                <a:cs typeface="Calibri"/>
              </a:rPr>
              <a:t> </a:t>
            </a:r>
            <a:r>
              <a:rPr sz="2800" dirty="0">
                <a:latin typeface="Calibri"/>
                <a:cs typeface="Calibri"/>
              </a:rPr>
              <a:t>plan</a:t>
            </a:r>
            <a:r>
              <a:rPr sz="2800" spc="315" dirty="0">
                <a:latin typeface="Calibri"/>
                <a:cs typeface="Calibri"/>
              </a:rPr>
              <a:t> </a:t>
            </a:r>
            <a:r>
              <a:rPr sz="2800" spc="-25" dirty="0">
                <a:latin typeface="Calibri"/>
                <a:cs typeface="Calibri"/>
              </a:rPr>
              <a:t>is </a:t>
            </a:r>
            <a:r>
              <a:rPr sz="2800" dirty="0">
                <a:latin typeface="Calibri"/>
                <a:cs typeface="Calibri"/>
              </a:rPr>
              <a:t>not</a:t>
            </a:r>
            <a:r>
              <a:rPr sz="2800" spc="229" dirty="0">
                <a:latin typeface="Calibri"/>
                <a:cs typeface="Calibri"/>
              </a:rPr>
              <a:t> </a:t>
            </a:r>
            <a:r>
              <a:rPr sz="2800" dirty="0">
                <a:latin typeface="Calibri"/>
                <a:cs typeface="Calibri"/>
              </a:rPr>
              <a:t>part</a:t>
            </a:r>
            <a:r>
              <a:rPr sz="2800" spc="235" dirty="0">
                <a:latin typeface="Calibri"/>
                <a:cs typeface="Calibri"/>
              </a:rPr>
              <a:t> </a:t>
            </a:r>
            <a:r>
              <a:rPr sz="2800" dirty="0">
                <a:latin typeface="Calibri"/>
                <a:cs typeface="Calibri"/>
              </a:rPr>
              <a:t>of</a:t>
            </a:r>
            <a:r>
              <a:rPr sz="2800" spc="229" dirty="0">
                <a:latin typeface="Calibri"/>
                <a:cs typeface="Calibri"/>
              </a:rPr>
              <a:t> </a:t>
            </a:r>
            <a:r>
              <a:rPr sz="2800" dirty="0">
                <a:latin typeface="Calibri"/>
                <a:cs typeface="Calibri"/>
              </a:rPr>
              <a:t>the</a:t>
            </a:r>
            <a:r>
              <a:rPr sz="2800" spc="229" dirty="0">
                <a:latin typeface="Calibri"/>
                <a:cs typeface="Calibri"/>
              </a:rPr>
              <a:t> </a:t>
            </a:r>
            <a:r>
              <a:rPr sz="2800" dirty="0">
                <a:latin typeface="Calibri"/>
                <a:cs typeface="Calibri"/>
              </a:rPr>
              <a:t>initial</a:t>
            </a:r>
            <a:r>
              <a:rPr sz="2800" spc="229" dirty="0">
                <a:latin typeface="Calibri"/>
                <a:cs typeface="Calibri"/>
              </a:rPr>
              <a:t> </a:t>
            </a:r>
            <a:r>
              <a:rPr sz="2800" dirty="0">
                <a:latin typeface="Calibri"/>
                <a:cs typeface="Calibri"/>
              </a:rPr>
              <a:t>implementation</a:t>
            </a:r>
            <a:r>
              <a:rPr sz="2800" spc="229" dirty="0">
                <a:latin typeface="Calibri"/>
                <a:cs typeface="Calibri"/>
              </a:rPr>
              <a:t> </a:t>
            </a:r>
            <a:r>
              <a:rPr sz="2800" dirty="0">
                <a:latin typeface="Calibri"/>
                <a:cs typeface="Calibri"/>
              </a:rPr>
              <a:t>plan</a:t>
            </a:r>
            <a:r>
              <a:rPr sz="2800" spc="235" dirty="0">
                <a:latin typeface="Calibri"/>
                <a:cs typeface="Calibri"/>
              </a:rPr>
              <a:t> </a:t>
            </a:r>
            <a:r>
              <a:rPr sz="2800" dirty="0">
                <a:latin typeface="Calibri"/>
                <a:cs typeface="Calibri"/>
              </a:rPr>
              <a:t>and</a:t>
            </a:r>
            <a:r>
              <a:rPr sz="2800" spc="240" dirty="0">
                <a:latin typeface="Calibri"/>
                <a:cs typeface="Calibri"/>
              </a:rPr>
              <a:t> </a:t>
            </a:r>
            <a:r>
              <a:rPr sz="2800" dirty="0">
                <a:latin typeface="Calibri"/>
                <a:cs typeface="Calibri"/>
              </a:rPr>
              <a:t>only</a:t>
            </a:r>
            <a:r>
              <a:rPr sz="2800" spc="229" dirty="0">
                <a:latin typeface="Calibri"/>
                <a:cs typeface="Calibri"/>
              </a:rPr>
              <a:t> </a:t>
            </a:r>
            <a:r>
              <a:rPr sz="2800" dirty="0">
                <a:latin typeface="Calibri"/>
                <a:cs typeface="Calibri"/>
              </a:rPr>
              <a:t>goes</a:t>
            </a:r>
            <a:r>
              <a:rPr sz="2800" spc="240" dirty="0">
                <a:latin typeface="Calibri"/>
                <a:cs typeface="Calibri"/>
              </a:rPr>
              <a:t> </a:t>
            </a:r>
            <a:r>
              <a:rPr sz="2800" dirty="0">
                <a:latin typeface="Calibri"/>
                <a:cs typeface="Calibri"/>
              </a:rPr>
              <a:t>into</a:t>
            </a:r>
            <a:r>
              <a:rPr sz="2800" spc="225" dirty="0">
                <a:latin typeface="Calibri"/>
                <a:cs typeface="Calibri"/>
              </a:rPr>
              <a:t> </a:t>
            </a:r>
            <a:r>
              <a:rPr sz="2800" spc="-10" dirty="0">
                <a:latin typeface="Calibri"/>
                <a:cs typeface="Calibri"/>
              </a:rPr>
              <a:t>effect </a:t>
            </a:r>
            <a:r>
              <a:rPr sz="2800" dirty="0">
                <a:latin typeface="Calibri"/>
                <a:cs typeface="Calibri"/>
              </a:rPr>
              <a:t>after</a:t>
            </a:r>
            <a:r>
              <a:rPr sz="2800" spc="-35" dirty="0">
                <a:latin typeface="Calibri"/>
                <a:cs typeface="Calibri"/>
              </a:rPr>
              <a:t> </a:t>
            </a:r>
            <a:r>
              <a:rPr sz="2800" dirty="0">
                <a:latin typeface="Calibri"/>
                <a:cs typeface="Calibri"/>
              </a:rPr>
              <a:t>the</a:t>
            </a:r>
            <a:r>
              <a:rPr sz="2800" spc="-35" dirty="0">
                <a:latin typeface="Calibri"/>
                <a:cs typeface="Calibri"/>
              </a:rPr>
              <a:t> </a:t>
            </a:r>
            <a:r>
              <a:rPr sz="2800" dirty="0">
                <a:latin typeface="Calibri"/>
                <a:cs typeface="Calibri"/>
              </a:rPr>
              <a:t>risk</a:t>
            </a:r>
            <a:r>
              <a:rPr sz="2800" spc="-30" dirty="0">
                <a:latin typeface="Calibri"/>
                <a:cs typeface="Calibri"/>
              </a:rPr>
              <a:t> </a:t>
            </a:r>
            <a:r>
              <a:rPr sz="2800" dirty="0">
                <a:latin typeface="Calibri"/>
                <a:cs typeface="Calibri"/>
              </a:rPr>
              <a:t>is</a:t>
            </a:r>
            <a:r>
              <a:rPr sz="2800" spc="-30" dirty="0">
                <a:latin typeface="Calibri"/>
                <a:cs typeface="Calibri"/>
              </a:rPr>
              <a:t> </a:t>
            </a:r>
            <a:r>
              <a:rPr sz="2800" spc="-10" dirty="0">
                <a:latin typeface="Calibri"/>
                <a:cs typeface="Calibri"/>
              </a:rPr>
              <a:t>recognized.</a:t>
            </a:r>
            <a:endParaRPr sz="2800" dirty="0">
              <a:latin typeface="Calibri"/>
              <a:cs typeface="Calibri"/>
            </a:endParaRPr>
          </a:p>
          <a:p>
            <a:pPr marL="241300" marR="5715" indent="-228600" algn="just">
              <a:lnSpc>
                <a:spcPts val="2710"/>
              </a:lnSpc>
              <a:spcBef>
                <a:spcPts val="965"/>
              </a:spcBef>
              <a:buFont typeface="Arial MT"/>
              <a:buChar char="•"/>
              <a:tabLst>
                <a:tab pos="241300" algn="l"/>
              </a:tabLst>
            </a:pPr>
            <a:r>
              <a:rPr sz="2800" dirty="0">
                <a:latin typeface="Calibri"/>
                <a:cs typeface="Calibri"/>
              </a:rPr>
              <a:t>Like</a:t>
            </a:r>
            <a:r>
              <a:rPr sz="2800" spc="340" dirty="0">
                <a:latin typeface="Calibri"/>
                <a:cs typeface="Calibri"/>
              </a:rPr>
              <a:t> </a:t>
            </a:r>
            <a:r>
              <a:rPr sz="2800" dirty="0">
                <a:latin typeface="Calibri"/>
                <a:cs typeface="Calibri"/>
              </a:rPr>
              <a:t>all</a:t>
            </a:r>
            <a:r>
              <a:rPr sz="2800" spc="340" dirty="0">
                <a:latin typeface="Calibri"/>
                <a:cs typeface="Calibri"/>
              </a:rPr>
              <a:t> </a:t>
            </a:r>
            <a:r>
              <a:rPr sz="2800" dirty="0">
                <a:latin typeface="Calibri"/>
                <a:cs typeface="Calibri"/>
              </a:rPr>
              <a:t>plans,</a:t>
            </a:r>
            <a:r>
              <a:rPr sz="2800" spc="340" dirty="0">
                <a:latin typeface="Calibri"/>
                <a:cs typeface="Calibri"/>
              </a:rPr>
              <a:t> </a:t>
            </a:r>
            <a:r>
              <a:rPr sz="2800" dirty="0">
                <a:latin typeface="Calibri"/>
                <a:cs typeface="Calibri"/>
              </a:rPr>
              <a:t>the</a:t>
            </a:r>
            <a:r>
              <a:rPr sz="2800" spc="345" dirty="0">
                <a:latin typeface="Calibri"/>
                <a:cs typeface="Calibri"/>
              </a:rPr>
              <a:t> </a:t>
            </a:r>
            <a:r>
              <a:rPr sz="2800" dirty="0">
                <a:latin typeface="Calibri"/>
                <a:cs typeface="Calibri"/>
              </a:rPr>
              <a:t>contingency</a:t>
            </a:r>
            <a:r>
              <a:rPr sz="2800" spc="335" dirty="0">
                <a:latin typeface="Calibri"/>
                <a:cs typeface="Calibri"/>
              </a:rPr>
              <a:t> </a:t>
            </a:r>
            <a:r>
              <a:rPr sz="2800" dirty="0">
                <a:latin typeface="Calibri"/>
                <a:cs typeface="Calibri"/>
              </a:rPr>
              <a:t>plan</a:t>
            </a:r>
            <a:r>
              <a:rPr sz="2800" spc="350" dirty="0">
                <a:latin typeface="Calibri"/>
                <a:cs typeface="Calibri"/>
              </a:rPr>
              <a:t> </a:t>
            </a:r>
            <a:r>
              <a:rPr sz="2800" dirty="0">
                <a:latin typeface="Calibri"/>
                <a:cs typeface="Calibri"/>
              </a:rPr>
              <a:t>answers</a:t>
            </a:r>
            <a:r>
              <a:rPr sz="2800" spc="355" dirty="0">
                <a:latin typeface="Calibri"/>
                <a:cs typeface="Calibri"/>
              </a:rPr>
              <a:t> </a:t>
            </a:r>
            <a:r>
              <a:rPr sz="2800" dirty="0">
                <a:latin typeface="Calibri"/>
                <a:cs typeface="Calibri"/>
              </a:rPr>
              <a:t>the</a:t>
            </a:r>
            <a:r>
              <a:rPr sz="2800" spc="340" dirty="0">
                <a:latin typeface="Calibri"/>
                <a:cs typeface="Calibri"/>
              </a:rPr>
              <a:t> </a:t>
            </a:r>
            <a:r>
              <a:rPr sz="2800" dirty="0">
                <a:latin typeface="Calibri"/>
                <a:cs typeface="Calibri"/>
              </a:rPr>
              <a:t>questions</a:t>
            </a:r>
            <a:r>
              <a:rPr sz="2800" spc="350" dirty="0">
                <a:latin typeface="Calibri"/>
                <a:cs typeface="Calibri"/>
              </a:rPr>
              <a:t> </a:t>
            </a:r>
            <a:r>
              <a:rPr sz="2800" dirty="0">
                <a:latin typeface="Calibri"/>
                <a:cs typeface="Calibri"/>
              </a:rPr>
              <a:t>of</a:t>
            </a:r>
            <a:r>
              <a:rPr sz="2800" spc="340" dirty="0">
                <a:latin typeface="Calibri"/>
                <a:cs typeface="Calibri"/>
              </a:rPr>
              <a:t> </a:t>
            </a:r>
            <a:r>
              <a:rPr sz="2800" spc="-10" dirty="0">
                <a:latin typeface="Calibri"/>
                <a:cs typeface="Calibri"/>
              </a:rPr>
              <a:t>what, </a:t>
            </a:r>
            <a:r>
              <a:rPr sz="2800" dirty="0">
                <a:latin typeface="Calibri"/>
                <a:cs typeface="Calibri"/>
              </a:rPr>
              <a:t>where,</a:t>
            </a:r>
            <a:r>
              <a:rPr sz="2800" spc="-60" dirty="0">
                <a:latin typeface="Calibri"/>
                <a:cs typeface="Calibri"/>
              </a:rPr>
              <a:t> </a:t>
            </a:r>
            <a:r>
              <a:rPr sz="2800" dirty="0">
                <a:latin typeface="Calibri"/>
                <a:cs typeface="Calibri"/>
              </a:rPr>
              <a:t>when,</a:t>
            </a:r>
            <a:r>
              <a:rPr sz="2800" spc="-60" dirty="0">
                <a:latin typeface="Calibri"/>
                <a:cs typeface="Calibri"/>
              </a:rPr>
              <a:t> </a:t>
            </a:r>
            <a:r>
              <a:rPr sz="2800" dirty="0">
                <a:latin typeface="Calibri"/>
                <a:cs typeface="Calibri"/>
              </a:rPr>
              <a:t>and</a:t>
            </a:r>
            <a:r>
              <a:rPr sz="2800" spc="-55" dirty="0">
                <a:latin typeface="Calibri"/>
                <a:cs typeface="Calibri"/>
              </a:rPr>
              <a:t> </a:t>
            </a:r>
            <a:r>
              <a:rPr sz="2800" dirty="0">
                <a:latin typeface="Calibri"/>
                <a:cs typeface="Calibri"/>
              </a:rPr>
              <a:t>how</a:t>
            </a:r>
            <a:r>
              <a:rPr sz="2800" spc="-60" dirty="0">
                <a:latin typeface="Calibri"/>
                <a:cs typeface="Calibri"/>
              </a:rPr>
              <a:t> </a:t>
            </a:r>
            <a:r>
              <a:rPr sz="2800" dirty="0">
                <a:latin typeface="Calibri"/>
                <a:cs typeface="Calibri"/>
              </a:rPr>
              <a:t>much</a:t>
            </a:r>
            <a:r>
              <a:rPr sz="2800" spc="-60" dirty="0">
                <a:latin typeface="Calibri"/>
                <a:cs typeface="Calibri"/>
              </a:rPr>
              <a:t> </a:t>
            </a:r>
            <a:r>
              <a:rPr sz="2800" dirty="0">
                <a:latin typeface="Calibri"/>
                <a:cs typeface="Calibri"/>
              </a:rPr>
              <a:t>action</a:t>
            </a:r>
            <a:r>
              <a:rPr sz="2800" spc="-55" dirty="0">
                <a:latin typeface="Calibri"/>
                <a:cs typeface="Calibri"/>
              </a:rPr>
              <a:t> </a:t>
            </a:r>
            <a:r>
              <a:rPr sz="2800" dirty="0">
                <a:latin typeface="Calibri"/>
                <a:cs typeface="Calibri"/>
              </a:rPr>
              <a:t>will</a:t>
            </a:r>
            <a:r>
              <a:rPr sz="2800" spc="-65" dirty="0">
                <a:latin typeface="Calibri"/>
                <a:cs typeface="Calibri"/>
              </a:rPr>
              <a:t> </a:t>
            </a:r>
            <a:r>
              <a:rPr sz="2800" dirty="0">
                <a:latin typeface="Calibri"/>
                <a:cs typeface="Calibri"/>
              </a:rPr>
              <a:t>take</a:t>
            </a:r>
            <a:r>
              <a:rPr sz="2800" spc="-60" dirty="0">
                <a:latin typeface="Calibri"/>
                <a:cs typeface="Calibri"/>
              </a:rPr>
              <a:t> </a:t>
            </a:r>
            <a:r>
              <a:rPr sz="2800" spc="-10" dirty="0">
                <a:latin typeface="Calibri"/>
                <a:cs typeface="Calibri"/>
              </a:rPr>
              <a:t>place</a:t>
            </a:r>
            <a:r>
              <a:rPr lang="en-US" sz="2800" spc="-10" dirty="0">
                <a:latin typeface="Calibri"/>
                <a:cs typeface="Calibri"/>
              </a:rPr>
              <a:t>.</a:t>
            </a:r>
            <a:endParaRPr sz="2800" dirty="0">
              <a:latin typeface="Calibri"/>
              <a:cs typeface="Calibri"/>
            </a:endParaRPr>
          </a:p>
          <a:p>
            <a:pPr marL="241300" marR="5080" indent="-228600" algn="just">
              <a:lnSpc>
                <a:spcPct val="80400"/>
              </a:lnSpc>
              <a:spcBef>
                <a:spcPts val="1015"/>
              </a:spcBef>
              <a:buFont typeface="Arial MT"/>
              <a:buChar char="•"/>
              <a:tabLst>
                <a:tab pos="241300" algn="l"/>
                <a:tab pos="321310" algn="l"/>
              </a:tabLst>
            </a:pPr>
            <a:r>
              <a:rPr sz="2800" dirty="0">
                <a:latin typeface="Calibri"/>
                <a:cs typeface="Calibri"/>
              </a:rPr>
              <a:t>	This</a:t>
            </a:r>
            <a:r>
              <a:rPr sz="2800" spc="75" dirty="0">
                <a:latin typeface="Calibri"/>
                <a:cs typeface="Calibri"/>
              </a:rPr>
              <a:t> </a:t>
            </a:r>
            <a:r>
              <a:rPr sz="2800" dirty="0">
                <a:latin typeface="Calibri"/>
                <a:cs typeface="Calibri"/>
              </a:rPr>
              <a:t>early</a:t>
            </a:r>
            <a:r>
              <a:rPr sz="2800" spc="80" dirty="0">
                <a:latin typeface="Calibri"/>
                <a:cs typeface="Calibri"/>
              </a:rPr>
              <a:t> </a:t>
            </a:r>
            <a:r>
              <a:rPr sz="2800" dirty="0">
                <a:latin typeface="Calibri"/>
                <a:cs typeface="Calibri"/>
              </a:rPr>
              <a:t>contingency</a:t>
            </a:r>
            <a:r>
              <a:rPr sz="2800" spc="70" dirty="0">
                <a:latin typeface="Calibri"/>
                <a:cs typeface="Calibri"/>
              </a:rPr>
              <a:t> </a:t>
            </a:r>
            <a:r>
              <a:rPr sz="2800" dirty="0">
                <a:latin typeface="Calibri"/>
                <a:cs typeface="Calibri"/>
              </a:rPr>
              <a:t>planning</a:t>
            </a:r>
            <a:r>
              <a:rPr sz="2800" spc="70" dirty="0">
                <a:latin typeface="Calibri"/>
                <a:cs typeface="Calibri"/>
              </a:rPr>
              <a:t> </a:t>
            </a:r>
            <a:r>
              <a:rPr sz="2800" dirty="0">
                <a:latin typeface="Calibri"/>
                <a:cs typeface="Calibri"/>
              </a:rPr>
              <a:t>facilitates</a:t>
            </a:r>
            <a:r>
              <a:rPr sz="2800" spc="80" dirty="0">
                <a:latin typeface="Calibri"/>
                <a:cs typeface="Calibri"/>
              </a:rPr>
              <a:t> </a:t>
            </a:r>
            <a:r>
              <a:rPr sz="2800" dirty="0">
                <a:latin typeface="Calibri"/>
                <a:cs typeface="Calibri"/>
              </a:rPr>
              <a:t>a</a:t>
            </a:r>
            <a:r>
              <a:rPr sz="2800" spc="75" dirty="0">
                <a:latin typeface="Calibri"/>
                <a:cs typeface="Calibri"/>
              </a:rPr>
              <a:t> </a:t>
            </a:r>
            <a:r>
              <a:rPr sz="2800" dirty="0">
                <a:latin typeface="Calibri"/>
                <a:cs typeface="Calibri"/>
              </a:rPr>
              <a:t>smooth</a:t>
            </a:r>
            <a:r>
              <a:rPr sz="2800" spc="80" dirty="0">
                <a:latin typeface="Calibri"/>
                <a:cs typeface="Calibri"/>
              </a:rPr>
              <a:t> </a:t>
            </a:r>
            <a:r>
              <a:rPr sz="2800" dirty="0">
                <a:latin typeface="Calibri"/>
                <a:cs typeface="Calibri"/>
              </a:rPr>
              <a:t>transition</a:t>
            </a:r>
            <a:r>
              <a:rPr sz="2800" spc="80" dirty="0">
                <a:latin typeface="Calibri"/>
                <a:cs typeface="Calibri"/>
              </a:rPr>
              <a:t> </a:t>
            </a:r>
            <a:r>
              <a:rPr sz="2800" dirty="0">
                <a:latin typeface="Calibri"/>
                <a:cs typeface="Calibri"/>
              </a:rPr>
              <a:t>to</a:t>
            </a:r>
            <a:r>
              <a:rPr sz="2800" spc="75" dirty="0">
                <a:latin typeface="Calibri"/>
                <a:cs typeface="Calibri"/>
              </a:rPr>
              <a:t> </a:t>
            </a:r>
            <a:r>
              <a:rPr sz="2800" spc="-25" dirty="0">
                <a:latin typeface="Calibri"/>
                <a:cs typeface="Calibri"/>
              </a:rPr>
              <a:t>the </a:t>
            </a:r>
            <a:r>
              <a:rPr sz="2800" spc="-40" dirty="0">
                <a:latin typeface="Calibri"/>
                <a:cs typeface="Calibri"/>
              </a:rPr>
              <a:t>work-</a:t>
            </a:r>
            <a:r>
              <a:rPr sz="2800" dirty="0">
                <a:latin typeface="Calibri"/>
                <a:cs typeface="Calibri"/>
              </a:rPr>
              <a:t>around</a:t>
            </a:r>
            <a:r>
              <a:rPr sz="2800" spc="380" dirty="0">
                <a:latin typeface="Calibri"/>
                <a:cs typeface="Calibri"/>
              </a:rPr>
              <a:t>  </a:t>
            </a:r>
            <a:r>
              <a:rPr sz="2800" dirty="0">
                <a:latin typeface="Calibri"/>
                <a:cs typeface="Calibri"/>
              </a:rPr>
              <a:t>plan.</a:t>
            </a:r>
            <a:r>
              <a:rPr sz="2800" spc="385" dirty="0">
                <a:latin typeface="Calibri"/>
                <a:cs typeface="Calibri"/>
              </a:rPr>
              <a:t>  </a:t>
            </a:r>
            <a:r>
              <a:rPr sz="2800" dirty="0">
                <a:latin typeface="Calibri"/>
                <a:cs typeface="Calibri"/>
              </a:rPr>
              <a:t>The</a:t>
            </a:r>
            <a:r>
              <a:rPr sz="2800" spc="380" dirty="0">
                <a:latin typeface="Calibri"/>
                <a:cs typeface="Calibri"/>
              </a:rPr>
              <a:t>  </a:t>
            </a:r>
            <a:r>
              <a:rPr sz="2800" dirty="0">
                <a:latin typeface="Calibri"/>
                <a:cs typeface="Calibri"/>
              </a:rPr>
              <a:t>availability</a:t>
            </a:r>
            <a:r>
              <a:rPr sz="2800" spc="370" dirty="0">
                <a:latin typeface="Calibri"/>
                <a:cs typeface="Calibri"/>
              </a:rPr>
              <a:t>  </a:t>
            </a:r>
            <a:r>
              <a:rPr sz="2800" dirty="0">
                <a:latin typeface="Calibri"/>
                <a:cs typeface="Calibri"/>
              </a:rPr>
              <a:t>of</a:t>
            </a:r>
            <a:r>
              <a:rPr sz="2800" spc="380" dirty="0">
                <a:latin typeface="Calibri"/>
                <a:cs typeface="Calibri"/>
              </a:rPr>
              <a:t>  </a:t>
            </a:r>
            <a:r>
              <a:rPr sz="2800" dirty="0">
                <a:latin typeface="Calibri"/>
                <a:cs typeface="Calibri"/>
              </a:rPr>
              <a:t>a</a:t>
            </a:r>
            <a:r>
              <a:rPr sz="2800" spc="380" dirty="0">
                <a:latin typeface="Calibri"/>
                <a:cs typeface="Calibri"/>
              </a:rPr>
              <a:t>  </a:t>
            </a:r>
            <a:r>
              <a:rPr sz="2800" dirty="0">
                <a:latin typeface="Calibri"/>
                <a:cs typeface="Calibri"/>
              </a:rPr>
              <a:t>contingency</a:t>
            </a:r>
            <a:r>
              <a:rPr sz="2800" spc="380" dirty="0">
                <a:latin typeface="Calibri"/>
                <a:cs typeface="Calibri"/>
              </a:rPr>
              <a:t>  </a:t>
            </a:r>
            <a:r>
              <a:rPr sz="2800" dirty="0">
                <a:latin typeface="Calibri"/>
                <a:cs typeface="Calibri"/>
              </a:rPr>
              <a:t>plan</a:t>
            </a:r>
            <a:r>
              <a:rPr sz="2800" spc="380" dirty="0">
                <a:latin typeface="Calibri"/>
                <a:cs typeface="Calibri"/>
              </a:rPr>
              <a:t>  </a:t>
            </a:r>
            <a:r>
              <a:rPr sz="2800" spc="-25" dirty="0">
                <a:latin typeface="Calibri"/>
                <a:cs typeface="Calibri"/>
              </a:rPr>
              <a:t>can </a:t>
            </a:r>
            <a:r>
              <a:rPr sz="2800" dirty="0">
                <a:latin typeface="Calibri"/>
                <a:cs typeface="Calibri"/>
              </a:rPr>
              <a:t>significantly</a:t>
            </a:r>
            <a:r>
              <a:rPr sz="2800" spc="-90" dirty="0">
                <a:latin typeface="Calibri"/>
                <a:cs typeface="Calibri"/>
              </a:rPr>
              <a:t> </a:t>
            </a:r>
            <a:r>
              <a:rPr sz="2800" dirty="0">
                <a:latin typeface="Calibri"/>
                <a:cs typeface="Calibri"/>
              </a:rPr>
              <a:t>increase</a:t>
            </a:r>
            <a:r>
              <a:rPr sz="2800" spc="-75" dirty="0">
                <a:latin typeface="Calibri"/>
                <a:cs typeface="Calibri"/>
              </a:rPr>
              <a:t> </a:t>
            </a:r>
            <a:r>
              <a:rPr sz="2800" dirty="0">
                <a:latin typeface="Calibri"/>
                <a:cs typeface="Calibri"/>
              </a:rPr>
              <a:t>the</a:t>
            </a:r>
            <a:r>
              <a:rPr sz="2800" spc="-75" dirty="0">
                <a:latin typeface="Calibri"/>
                <a:cs typeface="Calibri"/>
              </a:rPr>
              <a:t> </a:t>
            </a:r>
            <a:r>
              <a:rPr sz="2800" dirty="0">
                <a:latin typeface="Calibri"/>
                <a:cs typeface="Calibri"/>
              </a:rPr>
              <a:t>chances</a:t>
            </a:r>
            <a:r>
              <a:rPr sz="2800" spc="-75" dirty="0">
                <a:latin typeface="Calibri"/>
                <a:cs typeface="Calibri"/>
              </a:rPr>
              <a:t> </a:t>
            </a:r>
            <a:r>
              <a:rPr sz="2800" dirty="0">
                <a:latin typeface="Calibri"/>
                <a:cs typeface="Calibri"/>
              </a:rPr>
              <a:t>for</a:t>
            </a:r>
            <a:r>
              <a:rPr sz="2800" spc="-75" dirty="0">
                <a:latin typeface="Calibri"/>
                <a:cs typeface="Calibri"/>
              </a:rPr>
              <a:t> </a:t>
            </a:r>
            <a:r>
              <a:rPr sz="2800" dirty="0">
                <a:latin typeface="Calibri"/>
                <a:cs typeface="Calibri"/>
              </a:rPr>
              <a:t>project</a:t>
            </a:r>
            <a:r>
              <a:rPr sz="2800" spc="-80" dirty="0">
                <a:latin typeface="Calibri"/>
                <a:cs typeface="Calibri"/>
              </a:rPr>
              <a:t> </a:t>
            </a:r>
            <a:r>
              <a:rPr sz="2800" spc="-10" dirty="0">
                <a:latin typeface="Calibri"/>
                <a:cs typeface="Calibri"/>
              </a:rPr>
              <a:t>success.</a:t>
            </a:r>
            <a:endParaRPr sz="2800" dirty="0">
              <a:latin typeface="Calibri"/>
              <a:cs typeface="Calibri"/>
            </a:endParaRPr>
          </a:p>
        </p:txBody>
      </p:sp>
      <p:sp>
        <p:nvSpPr>
          <p:cNvPr id="5" name="object 5"/>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17</a:t>
            </a:r>
            <a:endParaRPr sz="1200">
              <a:latin typeface="Calibri"/>
              <a:cs typeface="Calibri"/>
            </a:endParaRPr>
          </a:p>
        </p:txBody>
      </p:sp>
      <p:pic>
        <p:nvPicPr>
          <p:cNvPr id="6" name="Picture 5">
            <a:extLst>
              <a:ext uri="{FF2B5EF4-FFF2-40B4-BE49-F238E27FC236}">
                <a16:creationId xmlns:a16="http://schemas.microsoft.com/office/drawing/2014/main" id="{0EB3D2C9-B792-2C0B-ED53-11B00B4D7D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4332" y="2066771"/>
            <a:ext cx="10781543" cy="3370553"/>
          </a:xfrm>
          <a:prstGeom prst="rect">
            <a:avLst/>
          </a:prstGeom>
        </p:spPr>
      </p:pic>
      <p:sp>
        <p:nvSpPr>
          <p:cNvPr id="3" name="object 3"/>
          <p:cNvSpPr txBox="1"/>
          <p:nvPr/>
        </p:nvSpPr>
        <p:spPr>
          <a:xfrm>
            <a:off x="4411832" y="5510276"/>
            <a:ext cx="2787650" cy="647700"/>
          </a:xfrm>
          <a:prstGeom prst="rect">
            <a:avLst/>
          </a:prstGeom>
        </p:spPr>
        <p:txBody>
          <a:bodyPr vert="horz" wrap="square" lIns="0" tIns="48895" rIns="0" bIns="0" rtlCol="0">
            <a:spAutoFit/>
          </a:bodyPr>
          <a:lstStyle/>
          <a:p>
            <a:pPr marL="327660">
              <a:lnSpc>
                <a:spcPct val="100000"/>
              </a:lnSpc>
              <a:spcBef>
                <a:spcPts val="385"/>
              </a:spcBef>
            </a:pPr>
            <a:r>
              <a:rPr sz="1800" b="1" dirty="0">
                <a:latin typeface="Calibri"/>
                <a:cs typeface="Calibri"/>
              </a:rPr>
              <a:t>Risk</a:t>
            </a:r>
            <a:r>
              <a:rPr sz="1800" b="1" spc="-50" dirty="0">
                <a:latin typeface="Calibri"/>
                <a:cs typeface="Calibri"/>
              </a:rPr>
              <a:t> </a:t>
            </a:r>
            <a:r>
              <a:rPr sz="1800" b="1" dirty="0">
                <a:latin typeface="Calibri"/>
                <a:cs typeface="Calibri"/>
              </a:rPr>
              <a:t>Response</a:t>
            </a:r>
            <a:r>
              <a:rPr sz="1800" b="1" spc="-50" dirty="0">
                <a:latin typeface="Calibri"/>
                <a:cs typeface="Calibri"/>
              </a:rPr>
              <a:t> </a:t>
            </a:r>
            <a:r>
              <a:rPr sz="1800" b="1" spc="-10" dirty="0">
                <a:latin typeface="Calibri"/>
                <a:cs typeface="Calibri"/>
              </a:rPr>
              <a:t>Matrix</a:t>
            </a:r>
            <a:endParaRPr sz="1800" dirty="0">
              <a:latin typeface="Calibri"/>
              <a:cs typeface="Calibri"/>
            </a:endParaRPr>
          </a:p>
          <a:p>
            <a:pPr marL="12700">
              <a:lnSpc>
                <a:spcPct val="100000"/>
              </a:lnSpc>
              <a:spcBef>
                <a:spcPts val="290"/>
              </a:spcBef>
            </a:pPr>
            <a:r>
              <a:rPr sz="1800" dirty="0">
                <a:latin typeface="Calibri"/>
                <a:cs typeface="Calibri"/>
              </a:rPr>
              <a:t>Example:</a:t>
            </a:r>
            <a:r>
              <a:rPr sz="1800" spc="-55" dirty="0">
                <a:latin typeface="Calibri"/>
                <a:cs typeface="Calibri"/>
              </a:rPr>
              <a:t> </a:t>
            </a:r>
            <a:r>
              <a:rPr sz="1800" dirty="0">
                <a:latin typeface="Calibri"/>
                <a:cs typeface="Calibri"/>
              </a:rPr>
              <a:t>Windows</a:t>
            </a:r>
            <a:r>
              <a:rPr sz="1800" spc="-60" dirty="0">
                <a:latin typeface="Calibri"/>
                <a:cs typeface="Calibri"/>
              </a:rPr>
              <a:t> </a:t>
            </a:r>
            <a:r>
              <a:rPr sz="1800" dirty="0">
                <a:latin typeface="Calibri"/>
                <a:cs typeface="Calibri"/>
              </a:rPr>
              <a:t>11</a:t>
            </a:r>
            <a:r>
              <a:rPr sz="1800" spc="-60" dirty="0">
                <a:latin typeface="Calibri"/>
                <a:cs typeface="Calibri"/>
              </a:rPr>
              <a:t> </a:t>
            </a:r>
            <a:r>
              <a:rPr sz="1800" spc="-10" dirty="0">
                <a:latin typeface="Calibri"/>
                <a:cs typeface="Calibri"/>
              </a:rPr>
              <a:t>project</a:t>
            </a:r>
            <a:endParaRPr sz="1800"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20</a:t>
            </a:fld>
            <a:endParaRPr spc="-25" dirty="0"/>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Contingency</a:t>
            </a:r>
            <a:r>
              <a:rPr spc="114" dirty="0"/>
              <a:t> Planning </a:t>
            </a:r>
            <a:r>
              <a:rPr sz="1950" spc="-10" dirty="0"/>
              <a:t>(2/2)</a:t>
            </a:r>
            <a:endParaRPr sz="1950"/>
          </a:p>
        </p:txBody>
      </p:sp>
      <p:pic>
        <p:nvPicPr>
          <p:cNvPr id="6" name="Picture 5">
            <a:extLst>
              <a:ext uri="{FF2B5EF4-FFF2-40B4-BE49-F238E27FC236}">
                <a16:creationId xmlns:a16="http://schemas.microsoft.com/office/drawing/2014/main" id="{5A5154A8-7C7A-628B-7161-79DC043EA2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17903" y="1736741"/>
            <a:ext cx="6587467" cy="327058"/>
          </a:xfrm>
          <a:prstGeom prst="rect">
            <a:avLst/>
          </a:prstGeom>
        </p:spPr>
      </p:pic>
      <p:sp>
        <p:nvSpPr>
          <p:cNvPr id="3" name="object 3"/>
          <p:cNvSpPr txBox="1">
            <a:spLocks noGrp="1"/>
          </p:cNvSpPr>
          <p:nvPr>
            <p:ph type="title"/>
          </p:nvPr>
        </p:nvSpPr>
        <p:spPr>
          <a:xfrm>
            <a:off x="2155647" y="461891"/>
            <a:ext cx="5072615" cy="604617"/>
          </a:xfrm>
          <a:prstGeom prst="rect">
            <a:avLst/>
          </a:prstGeom>
        </p:spPr>
        <p:txBody>
          <a:bodyPr vert="horz" wrap="square" lIns="0" tIns="10950" rIns="0" bIns="0" rtlCol="0">
            <a:spAutoFit/>
          </a:bodyPr>
          <a:lstStyle/>
          <a:p>
            <a:pPr marL="11527">
              <a:spcBef>
                <a:spcPts val="86"/>
              </a:spcBef>
            </a:pPr>
            <a:r>
              <a:rPr sz="3857" spc="77" dirty="0"/>
              <a:t>Contingency</a:t>
            </a:r>
            <a:r>
              <a:rPr sz="3857" spc="431" dirty="0"/>
              <a:t> </a:t>
            </a:r>
            <a:r>
              <a:rPr sz="3857" spc="59" dirty="0"/>
              <a:t>Planning</a:t>
            </a:r>
            <a:endParaRPr sz="3857"/>
          </a:p>
        </p:txBody>
      </p:sp>
      <p:sp>
        <p:nvSpPr>
          <p:cNvPr id="12" name="object 12"/>
          <p:cNvSpPr txBox="1">
            <a:spLocks noGrp="1"/>
          </p:cNvSpPr>
          <p:nvPr>
            <p:ph type="sldNum" sz="quarter" idx="7"/>
          </p:nvPr>
        </p:nvSpPr>
        <p:spPr>
          <a:xfrm>
            <a:off x="13118081" y="5834651"/>
            <a:ext cx="221876" cy="117517"/>
          </a:xfrm>
          <a:prstGeom prst="rect">
            <a:avLst/>
          </a:prstGeom>
        </p:spPr>
        <p:txBody>
          <a:bodyPr vert="horz" wrap="square" lIns="0" tIns="5763" rIns="0" bIns="0" rtlCol="0">
            <a:spAutoFit/>
          </a:bodyPr>
          <a:lstStyle/>
          <a:p>
            <a:pPr marL="35732">
              <a:spcBef>
                <a:spcPts val="45"/>
              </a:spcBef>
            </a:pPr>
            <a:fld id="{81D60167-4931-47E6-BA6A-407CBD079E47}" type="slidenum">
              <a:rPr sz="726" spc="-23" dirty="0">
                <a:latin typeface="Arial MT"/>
                <a:cs typeface="Arial MT"/>
              </a:rPr>
              <a:pPr marL="35732">
                <a:spcBef>
                  <a:spcPts val="45"/>
                </a:spcBef>
              </a:pPr>
              <a:t>21</a:t>
            </a:fld>
            <a:endParaRPr sz="726">
              <a:latin typeface="Arial MT"/>
              <a:cs typeface="Arial MT"/>
            </a:endParaRPr>
          </a:p>
        </p:txBody>
      </p:sp>
      <p:sp>
        <p:nvSpPr>
          <p:cNvPr id="4" name="object 4"/>
          <p:cNvSpPr txBox="1"/>
          <p:nvPr/>
        </p:nvSpPr>
        <p:spPr>
          <a:xfrm>
            <a:off x="7762737" y="1625040"/>
            <a:ext cx="835639" cy="426521"/>
          </a:xfrm>
          <a:prstGeom prst="rect">
            <a:avLst/>
          </a:prstGeom>
        </p:spPr>
        <p:txBody>
          <a:bodyPr vert="horz" wrap="square" lIns="0" tIns="14408" rIns="0" bIns="0" rtlCol="0">
            <a:spAutoFit/>
          </a:bodyPr>
          <a:lstStyle/>
          <a:p>
            <a:pPr marL="11527">
              <a:spcBef>
                <a:spcPts val="113"/>
              </a:spcBef>
            </a:pPr>
            <a:r>
              <a:rPr sz="2677" spc="45" dirty="0">
                <a:solidFill>
                  <a:srgbClr val="BA0103"/>
                </a:solidFill>
                <a:latin typeface="Arial MT"/>
                <a:cs typeface="Arial MT"/>
              </a:rPr>
              <a:t>Plan:</a:t>
            </a:r>
            <a:endParaRPr sz="2677">
              <a:latin typeface="Arial MT"/>
              <a:cs typeface="Arial MT"/>
            </a:endParaRPr>
          </a:p>
        </p:txBody>
      </p:sp>
      <p:sp>
        <p:nvSpPr>
          <p:cNvPr id="5" name="object 5"/>
          <p:cNvSpPr txBox="1"/>
          <p:nvPr/>
        </p:nvSpPr>
        <p:spPr>
          <a:xfrm>
            <a:off x="2005966" y="1447800"/>
            <a:ext cx="5476027" cy="1038878"/>
          </a:xfrm>
          <a:prstGeom prst="rect">
            <a:avLst/>
          </a:prstGeom>
        </p:spPr>
        <p:txBody>
          <a:bodyPr vert="horz" wrap="square" lIns="0" tIns="175772" rIns="0" bIns="0" rtlCol="0">
            <a:spAutoFit/>
          </a:bodyPr>
          <a:lstStyle/>
          <a:p>
            <a:pPr marL="580937">
              <a:spcBef>
                <a:spcPts val="1384"/>
              </a:spcBef>
              <a:tabLst>
                <a:tab pos="4899347" algn="l"/>
              </a:tabLst>
            </a:pPr>
            <a:r>
              <a:rPr sz="2677" dirty="0">
                <a:solidFill>
                  <a:srgbClr val="BF0000"/>
                </a:solidFill>
                <a:latin typeface="Arial MT"/>
                <a:cs typeface="Arial MT"/>
              </a:rPr>
              <a:t>es</a:t>
            </a:r>
            <a:r>
              <a:rPr sz="2677" spc="159" dirty="0">
                <a:solidFill>
                  <a:srgbClr val="BF0000"/>
                </a:solidFill>
                <a:latin typeface="Arial MT"/>
                <a:cs typeface="Arial MT"/>
              </a:rPr>
              <a:t> </a:t>
            </a:r>
            <a:r>
              <a:rPr sz="2677" spc="73" dirty="0">
                <a:solidFill>
                  <a:srgbClr val="B60300"/>
                </a:solidFill>
                <a:latin typeface="Arial MT"/>
                <a:cs typeface="Arial MT"/>
              </a:rPr>
              <a:t>of</a:t>
            </a:r>
            <a:r>
              <a:rPr sz="2677" spc="91" dirty="0">
                <a:solidFill>
                  <a:srgbClr val="B60300"/>
                </a:solidFill>
                <a:latin typeface="Arial MT"/>
                <a:cs typeface="Arial MT"/>
              </a:rPr>
              <a:t> </a:t>
            </a:r>
            <a:r>
              <a:rPr sz="2677" spc="77" dirty="0">
                <a:solidFill>
                  <a:srgbClr val="BA0100"/>
                </a:solidFill>
                <a:latin typeface="Arial MT"/>
                <a:cs typeface="Arial MT"/>
              </a:rPr>
              <a:t>Risk</a:t>
            </a:r>
            <a:r>
              <a:rPr sz="2677" spc="109" dirty="0">
                <a:solidFill>
                  <a:srgbClr val="BA0100"/>
                </a:solidFill>
                <a:latin typeface="Arial MT"/>
                <a:cs typeface="Arial MT"/>
              </a:rPr>
              <a:t> </a:t>
            </a:r>
            <a:r>
              <a:rPr sz="2677" spc="118" dirty="0">
                <a:solidFill>
                  <a:srgbClr val="B60107"/>
                </a:solidFill>
                <a:latin typeface="Arial MT"/>
                <a:cs typeface="Arial MT"/>
              </a:rPr>
              <a:t>within</a:t>
            </a:r>
            <a:r>
              <a:rPr sz="2677" spc="82" dirty="0">
                <a:solidFill>
                  <a:srgbClr val="B60107"/>
                </a:solidFill>
                <a:latin typeface="Arial MT"/>
                <a:cs typeface="Arial MT"/>
              </a:rPr>
              <a:t> </a:t>
            </a:r>
            <a:r>
              <a:rPr sz="2677" dirty="0">
                <a:solidFill>
                  <a:srgbClr val="BF0000"/>
                </a:solidFill>
                <a:latin typeface="Arial MT"/>
                <a:cs typeface="Arial MT"/>
              </a:rPr>
              <a:t>a</a:t>
            </a:r>
            <a:r>
              <a:rPr sz="2677" spc="5" dirty="0">
                <a:solidFill>
                  <a:srgbClr val="BF0000"/>
                </a:solidFill>
                <a:latin typeface="Arial MT"/>
                <a:cs typeface="Arial MT"/>
              </a:rPr>
              <a:t> </a:t>
            </a:r>
            <a:r>
              <a:rPr sz="2677" spc="77" dirty="0">
                <a:solidFill>
                  <a:srgbClr val="BD0100"/>
                </a:solidFill>
                <a:latin typeface="Arial MT"/>
                <a:cs typeface="Arial MT"/>
              </a:rPr>
              <a:t>Contin</a:t>
            </a:r>
            <a:r>
              <a:rPr sz="2677" dirty="0">
                <a:solidFill>
                  <a:srgbClr val="BD0100"/>
                </a:solidFill>
                <a:latin typeface="Arial MT"/>
                <a:cs typeface="Arial MT"/>
              </a:rPr>
              <a:t>	</a:t>
            </a:r>
            <a:r>
              <a:rPr sz="2677" spc="-23" dirty="0">
                <a:solidFill>
                  <a:srgbClr val="BA0105"/>
                </a:solidFill>
                <a:latin typeface="Arial MT"/>
                <a:cs typeface="Arial MT"/>
              </a:rPr>
              <a:t>enc</a:t>
            </a:r>
            <a:endParaRPr sz="2677" dirty="0">
              <a:latin typeface="Arial MT"/>
              <a:cs typeface="Arial MT"/>
            </a:endParaRPr>
          </a:p>
          <a:p>
            <a:pPr marL="11527">
              <a:spcBef>
                <a:spcPts val="976"/>
              </a:spcBef>
            </a:pPr>
            <a:r>
              <a:rPr sz="2087" u="heavy" dirty="0">
                <a:solidFill>
                  <a:srgbClr val="FD0007"/>
                </a:solidFill>
                <a:uFill>
                  <a:solidFill>
                    <a:srgbClr val="E80F0C"/>
                  </a:solidFill>
                </a:uFill>
                <a:latin typeface="Arial MT"/>
                <a:cs typeface="Arial MT"/>
              </a:rPr>
              <a:t>Technical</a:t>
            </a:r>
            <a:r>
              <a:rPr sz="2087" u="heavy" spc="449" dirty="0">
                <a:solidFill>
                  <a:srgbClr val="FD0007"/>
                </a:solidFill>
                <a:uFill>
                  <a:solidFill>
                    <a:srgbClr val="E80F0C"/>
                  </a:solidFill>
                </a:uFill>
                <a:latin typeface="Arial MT"/>
                <a:cs typeface="Arial MT"/>
              </a:rPr>
              <a:t> </a:t>
            </a:r>
            <a:r>
              <a:rPr sz="2087" u="heavy" spc="59" dirty="0">
                <a:solidFill>
                  <a:srgbClr val="FB0300"/>
                </a:solidFill>
                <a:uFill>
                  <a:solidFill>
                    <a:srgbClr val="E80F0C"/>
                  </a:solidFill>
                </a:uFill>
                <a:latin typeface="Arial MT"/>
                <a:cs typeface="Arial MT"/>
              </a:rPr>
              <a:t>Risks:</a:t>
            </a:r>
            <a:endParaRPr sz="2087" dirty="0">
              <a:latin typeface="Arial MT"/>
              <a:cs typeface="Arial MT"/>
            </a:endParaRPr>
          </a:p>
        </p:txBody>
      </p:sp>
      <p:sp>
        <p:nvSpPr>
          <p:cNvPr id="6" name="object 6"/>
          <p:cNvSpPr txBox="1"/>
          <p:nvPr/>
        </p:nvSpPr>
        <p:spPr>
          <a:xfrm>
            <a:off x="2006771" y="2482781"/>
            <a:ext cx="7445829" cy="896932"/>
          </a:xfrm>
          <a:prstGeom prst="rect">
            <a:avLst/>
          </a:prstGeom>
        </p:spPr>
        <p:txBody>
          <a:bodyPr vert="horz" wrap="square" lIns="0" tIns="131973" rIns="0" bIns="0" rtlCol="0">
            <a:spAutoFit/>
          </a:bodyPr>
          <a:lstStyle/>
          <a:p>
            <a:pPr marL="289892" indent="-278365">
              <a:spcBef>
                <a:spcPts val="1039"/>
              </a:spcBef>
              <a:buClr>
                <a:srgbClr val="0100CA"/>
              </a:buClr>
              <a:buChar char="•"/>
              <a:tabLst>
                <a:tab pos="289892" algn="l"/>
              </a:tabLst>
            </a:pPr>
            <a:r>
              <a:rPr sz="2042" spc="86" dirty="0">
                <a:solidFill>
                  <a:schemeClr val="tx1"/>
                </a:solidFill>
                <a:latin typeface="Arial MT"/>
                <a:cs typeface="Arial MT"/>
              </a:rPr>
              <a:t>Backup</a:t>
            </a:r>
            <a:r>
              <a:rPr sz="2042" spc="118" dirty="0">
                <a:solidFill>
                  <a:schemeClr val="tx1"/>
                </a:solidFill>
                <a:latin typeface="Arial MT"/>
                <a:cs typeface="Arial MT"/>
              </a:rPr>
              <a:t> </a:t>
            </a:r>
            <a:r>
              <a:rPr sz="2042" spc="77" dirty="0">
                <a:solidFill>
                  <a:schemeClr val="tx1"/>
                </a:solidFill>
                <a:latin typeface="Arial MT"/>
                <a:cs typeface="Arial MT"/>
              </a:rPr>
              <a:t>strategies</a:t>
            </a:r>
            <a:r>
              <a:rPr sz="2042" spc="218" dirty="0">
                <a:solidFill>
                  <a:schemeClr val="tx1"/>
                </a:solidFill>
                <a:latin typeface="Arial MT"/>
                <a:cs typeface="Arial MT"/>
              </a:rPr>
              <a:t> </a:t>
            </a:r>
            <a:r>
              <a:rPr sz="2042" spc="82" dirty="0">
                <a:solidFill>
                  <a:schemeClr val="tx1"/>
                </a:solidFill>
                <a:uFill>
                  <a:solidFill>
                    <a:srgbClr val="08A84F"/>
                  </a:solidFill>
                </a:uFill>
                <a:latin typeface="Arial MT"/>
                <a:cs typeface="Arial MT"/>
              </a:rPr>
              <a:t>used</a:t>
            </a:r>
            <a:r>
              <a:rPr sz="2042" spc="73" dirty="0">
                <a:solidFill>
                  <a:schemeClr val="tx1"/>
                </a:solidFill>
                <a:latin typeface="Arial MT"/>
                <a:cs typeface="Arial MT"/>
              </a:rPr>
              <a:t> </a:t>
            </a:r>
            <a:r>
              <a:rPr sz="2042" dirty="0">
                <a:solidFill>
                  <a:schemeClr val="tx1"/>
                </a:solidFill>
                <a:latin typeface="Arial MT"/>
                <a:cs typeface="Arial MT"/>
              </a:rPr>
              <a:t>if</a:t>
            </a:r>
            <a:r>
              <a:rPr sz="2042" spc="32" dirty="0">
                <a:solidFill>
                  <a:schemeClr val="tx1"/>
                </a:solidFill>
                <a:latin typeface="Arial MT"/>
                <a:cs typeface="Arial MT"/>
              </a:rPr>
              <a:t> </a:t>
            </a:r>
            <a:r>
              <a:rPr sz="2042" dirty="0">
                <a:solidFill>
                  <a:schemeClr val="tx1"/>
                </a:solidFill>
                <a:latin typeface="Arial MT"/>
                <a:cs typeface="Arial MT"/>
              </a:rPr>
              <a:t>chosen</a:t>
            </a:r>
            <a:r>
              <a:rPr sz="2042" spc="145" dirty="0">
                <a:solidFill>
                  <a:schemeClr val="tx1"/>
                </a:solidFill>
                <a:latin typeface="Arial MT"/>
                <a:cs typeface="Arial MT"/>
              </a:rPr>
              <a:t> </a:t>
            </a:r>
            <a:r>
              <a:rPr sz="2042" spc="95" dirty="0">
                <a:solidFill>
                  <a:schemeClr val="tx1"/>
                </a:solidFill>
                <a:latin typeface="Arial MT"/>
                <a:cs typeface="Arial MT"/>
              </a:rPr>
              <a:t>technology</a:t>
            </a:r>
            <a:r>
              <a:rPr sz="2042" spc="263" dirty="0">
                <a:solidFill>
                  <a:schemeClr val="tx1"/>
                </a:solidFill>
                <a:latin typeface="Arial MT"/>
                <a:cs typeface="Arial MT"/>
              </a:rPr>
              <a:t> </a:t>
            </a:r>
            <a:r>
              <a:rPr sz="2042" spc="68" dirty="0">
                <a:solidFill>
                  <a:schemeClr val="tx1"/>
                </a:solidFill>
                <a:uFill>
                  <a:solidFill>
                    <a:srgbClr val="08A84F"/>
                  </a:solidFill>
                </a:uFill>
                <a:latin typeface="Arial MT"/>
                <a:cs typeface="Arial MT"/>
              </a:rPr>
              <a:t>fails</a:t>
            </a:r>
            <a:r>
              <a:rPr sz="2042" spc="68" dirty="0">
                <a:solidFill>
                  <a:schemeClr val="tx1"/>
                </a:solidFill>
                <a:latin typeface="Arial MT"/>
                <a:cs typeface="Arial MT"/>
              </a:rPr>
              <a:t>.</a:t>
            </a:r>
            <a:endParaRPr sz="2042" dirty="0">
              <a:solidFill>
                <a:schemeClr val="tx1"/>
              </a:solidFill>
              <a:latin typeface="Arial MT"/>
              <a:cs typeface="Arial MT"/>
            </a:endParaRPr>
          </a:p>
          <a:p>
            <a:pPr marL="292197" indent="-280671">
              <a:spcBef>
                <a:spcPts val="967"/>
              </a:spcBef>
              <a:buClr>
                <a:srgbClr val="00B54D"/>
              </a:buClr>
              <a:buChar char="•"/>
              <a:tabLst>
                <a:tab pos="292197" algn="l"/>
              </a:tabLst>
            </a:pPr>
            <a:r>
              <a:rPr sz="2087" spc="54" dirty="0">
                <a:solidFill>
                  <a:schemeClr val="tx1"/>
                </a:solidFill>
                <a:uFill>
                  <a:solidFill>
                    <a:srgbClr val="08A84F"/>
                  </a:solidFill>
                </a:uFill>
                <a:latin typeface="Arial MT"/>
                <a:cs typeface="Arial MT"/>
              </a:rPr>
              <a:t>Assess</a:t>
            </a:r>
            <a:r>
              <a:rPr sz="2087" spc="177" dirty="0">
                <a:solidFill>
                  <a:schemeClr val="tx1"/>
                </a:solidFill>
                <a:latin typeface="Arial MT"/>
                <a:cs typeface="Arial MT"/>
              </a:rPr>
              <a:t> </a:t>
            </a:r>
            <a:r>
              <a:rPr sz="2087" spc="64" dirty="0">
                <a:solidFill>
                  <a:schemeClr val="tx1"/>
                </a:solidFill>
                <a:latin typeface="Arial MT"/>
                <a:cs typeface="Arial MT"/>
              </a:rPr>
              <a:t>whether</a:t>
            </a:r>
            <a:r>
              <a:rPr sz="2087" spc="109" dirty="0">
                <a:solidFill>
                  <a:schemeClr val="tx1"/>
                </a:solidFill>
                <a:latin typeface="Arial MT"/>
                <a:cs typeface="Arial MT"/>
              </a:rPr>
              <a:t> </a:t>
            </a:r>
            <a:r>
              <a:rPr sz="2087" spc="68" dirty="0">
                <a:solidFill>
                  <a:schemeClr val="tx1"/>
                </a:solidFill>
                <a:latin typeface="Arial MT"/>
                <a:cs typeface="Arial MT"/>
              </a:rPr>
              <a:t>technical</a:t>
            </a:r>
            <a:r>
              <a:rPr sz="2087" spc="127" dirty="0">
                <a:solidFill>
                  <a:schemeClr val="tx1"/>
                </a:solidFill>
                <a:latin typeface="Arial MT"/>
                <a:cs typeface="Arial MT"/>
              </a:rPr>
              <a:t> </a:t>
            </a:r>
            <a:r>
              <a:rPr sz="2087" spc="64" dirty="0">
                <a:solidFill>
                  <a:schemeClr val="tx1"/>
                </a:solidFill>
                <a:latin typeface="Arial MT"/>
                <a:cs typeface="Arial MT"/>
              </a:rPr>
              <a:t>uncertainties</a:t>
            </a:r>
            <a:r>
              <a:rPr sz="2087" spc="272" dirty="0">
                <a:solidFill>
                  <a:schemeClr val="tx1"/>
                </a:solidFill>
                <a:latin typeface="Arial MT"/>
                <a:cs typeface="Arial MT"/>
              </a:rPr>
              <a:t> </a:t>
            </a:r>
            <a:r>
              <a:rPr sz="2087" dirty="0">
                <a:solidFill>
                  <a:schemeClr val="tx1"/>
                </a:solidFill>
                <a:latin typeface="Arial MT"/>
                <a:cs typeface="Arial MT"/>
              </a:rPr>
              <a:t>can</a:t>
            </a:r>
            <a:r>
              <a:rPr sz="2087" spc="41" dirty="0">
                <a:solidFill>
                  <a:schemeClr val="tx1"/>
                </a:solidFill>
                <a:latin typeface="Arial MT"/>
                <a:cs typeface="Arial MT"/>
              </a:rPr>
              <a:t> </a:t>
            </a:r>
            <a:r>
              <a:rPr sz="2087" dirty="0">
                <a:solidFill>
                  <a:schemeClr val="tx1"/>
                </a:solidFill>
                <a:latin typeface="Arial MT"/>
                <a:cs typeface="Arial MT"/>
              </a:rPr>
              <a:t>be</a:t>
            </a:r>
            <a:r>
              <a:rPr sz="2087" spc="54" dirty="0">
                <a:solidFill>
                  <a:schemeClr val="tx1"/>
                </a:solidFill>
                <a:latin typeface="Arial MT"/>
                <a:cs typeface="Arial MT"/>
              </a:rPr>
              <a:t> </a:t>
            </a:r>
            <a:r>
              <a:rPr sz="2087" spc="-9" dirty="0">
                <a:solidFill>
                  <a:schemeClr val="tx1"/>
                </a:solidFill>
                <a:uFill>
                  <a:solidFill>
                    <a:srgbClr val="08A84F"/>
                  </a:solidFill>
                </a:uFill>
                <a:latin typeface="Arial MT"/>
                <a:cs typeface="Arial MT"/>
              </a:rPr>
              <a:t>resolved.</a:t>
            </a:r>
            <a:endParaRPr sz="2087" dirty="0">
              <a:solidFill>
                <a:schemeClr val="tx1"/>
              </a:solidFill>
              <a:latin typeface="Arial MT"/>
              <a:cs typeface="Arial MT"/>
            </a:endParaRPr>
          </a:p>
        </p:txBody>
      </p:sp>
      <p:sp>
        <p:nvSpPr>
          <p:cNvPr id="9" name="object 9"/>
          <p:cNvSpPr txBox="1"/>
          <p:nvPr/>
        </p:nvSpPr>
        <p:spPr>
          <a:xfrm>
            <a:off x="2017903" y="3354313"/>
            <a:ext cx="7659061" cy="3439198"/>
          </a:xfrm>
          <a:prstGeom prst="rect">
            <a:avLst/>
          </a:prstGeom>
        </p:spPr>
        <p:txBody>
          <a:bodyPr vert="horz" wrap="square" lIns="0" tIns="120447" rIns="0" bIns="0" rtlCol="0">
            <a:spAutoFit/>
          </a:bodyPr>
          <a:lstStyle/>
          <a:p>
            <a:pPr marL="12679">
              <a:spcBef>
                <a:spcPts val="948"/>
              </a:spcBef>
            </a:pPr>
            <a:r>
              <a:rPr sz="2133" u="heavy" dirty="0">
                <a:solidFill>
                  <a:srgbClr val="F60E00"/>
                </a:solidFill>
                <a:uFill>
                  <a:solidFill>
                    <a:srgbClr val="EF0C0C"/>
                  </a:solidFill>
                </a:uFill>
                <a:latin typeface="Arial MT"/>
                <a:cs typeface="Arial MT"/>
              </a:rPr>
              <a:t>Schedule</a:t>
            </a:r>
            <a:r>
              <a:rPr sz="2133" u="heavy" spc="281" dirty="0">
                <a:solidFill>
                  <a:srgbClr val="F60E00"/>
                </a:solidFill>
                <a:uFill>
                  <a:solidFill>
                    <a:srgbClr val="EF0C0C"/>
                  </a:solidFill>
                </a:uFill>
                <a:latin typeface="Arial MT"/>
                <a:cs typeface="Arial MT"/>
              </a:rPr>
              <a:t> </a:t>
            </a:r>
            <a:r>
              <a:rPr sz="2133" u="heavy" spc="41" dirty="0">
                <a:solidFill>
                  <a:srgbClr val="FB0100"/>
                </a:solidFill>
                <a:uFill>
                  <a:solidFill>
                    <a:srgbClr val="EF0C0C"/>
                  </a:solidFill>
                </a:uFill>
                <a:latin typeface="Arial MT"/>
                <a:cs typeface="Arial MT"/>
              </a:rPr>
              <a:t>Risks:</a:t>
            </a:r>
            <a:endParaRPr sz="2133" dirty="0">
              <a:latin typeface="Arial MT"/>
              <a:cs typeface="Arial MT"/>
            </a:endParaRPr>
          </a:p>
          <a:p>
            <a:pPr marL="290468" indent="-277213">
              <a:spcBef>
                <a:spcPts val="862"/>
              </a:spcBef>
              <a:buClr>
                <a:srgbClr val="01AF4D"/>
              </a:buClr>
              <a:buChar char="•"/>
              <a:tabLst>
                <a:tab pos="290468" algn="l"/>
              </a:tabLst>
            </a:pPr>
            <a:r>
              <a:rPr sz="2133" dirty="0">
                <a:solidFill>
                  <a:schemeClr val="tx1"/>
                </a:solidFill>
                <a:uFill>
                  <a:solidFill>
                    <a:srgbClr val="08A84F"/>
                  </a:solidFill>
                </a:uFill>
                <a:latin typeface="Arial MT"/>
                <a:cs typeface="Arial MT"/>
              </a:rPr>
              <a:t>Schedule</a:t>
            </a:r>
            <a:r>
              <a:rPr sz="2133" spc="222" dirty="0">
                <a:solidFill>
                  <a:schemeClr val="tx1"/>
                </a:solidFill>
                <a:latin typeface="Arial MT"/>
                <a:cs typeface="Arial MT"/>
              </a:rPr>
              <a:t> </a:t>
            </a:r>
            <a:r>
              <a:rPr sz="2133" spc="54" dirty="0">
                <a:solidFill>
                  <a:schemeClr val="tx1"/>
                </a:solidFill>
                <a:latin typeface="Arial MT"/>
                <a:cs typeface="Arial MT"/>
              </a:rPr>
              <a:t>activities</a:t>
            </a:r>
            <a:r>
              <a:rPr sz="2133" spc="208" dirty="0">
                <a:solidFill>
                  <a:schemeClr val="tx1"/>
                </a:solidFill>
                <a:latin typeface="Arial MT"/>
                <a:cs typeface="Arial MT"/>
              </a:rPr>
              <a:t> </a:t>
            </a:r>
            <a:r>
              <a:rPr sz="2133" spc="54" dirty="0">
                <a:solidFill>
                  <a:schemeClr val="tx1"/>
                </a:solidFill>
                <a:uFill>
                  <a:solidFill>
                    <a:srgbClr val="08A84F"/>
                  </a:solidFill>
                </a:uFill>
                <a:latin typeface="Arial MT"/>
                <a:cs typeface="Arial MT"/>
              </a:rPr>
              <a:t>in</a:t>
            </a:r>
            <a:r>
              <a:rPr sz="2133" spc="136" dirty="0">
                <a:solidFill>
                  <a:schemeClr val="tx1"/>
                </a:solidFill>
                <a:uFill>
                  <a:solidFill>
                    <a:srgbClr val="08A84F"/>
                  </a:solidFill>
                </a:uFill>
                <a:latin typeface="Arial MT"/>
                <a:cs typeface="Arial MT"/>
              </a:rPr>
              <a:t> </a:t>
            </a:r>
            <a:r>
              <a:rPr sz="2133" spc="-9" dirty="0">
                <a:solidFill>
                  <a:schemeClr val="tx1"/>
                </a:solidFill>
                <a:uFill>
                  <a:solidFill>
                    <a:srgbClr val="08A84F"/>
                  </a:solidFill>
                </a:uFill>
                <a:latin typeface="Arial MT"/>
                <a:cs typeface="Arial MT"/>
              </a:rPr>
              <a:t>parallel.</a:t>
            </a:r>
            <a:endParaRPr sz="2133" dirty="0">
              <a:solidFill>
                <a:schemeClr val="tx1"/>
              </a:solidFill>
              <a:latin typeface="Arial MT"/>
              <a:cs typeface="Arial MT"/>
            </a:endParaRPr>
          </a:p>
          <a:p>
            <a:pPr marL="11527" marR="2879325" indent="278365">
              <a:lnSpc>
                <a:spcPct val="136200"/>
              </a:lnSpc>
              <a:buClr>
                <a:srgbClr val="03AE52"/>
              </a:buClr>
              <a:buChar char="•"/>
              <a:tabLst>
                <a:tab pos="289892" algn="l"/>
              </a:tabLst>
            </a:pPr>
            <a:r>
              <a:rPr sz="2133" dirty="0">
                <a:solidFill>
                  <a:schemeClr val="tx1"/>
                </a:solidFill>
                <a:uFill>
                  <a:solidFill>
                    <a:srgbClr val="08A84F"/>
                  </a:solidFill>
                </a:uFill>
                <a:latin typeface="Arial MT"/>
                <a:cs typeface="Arial MT"/>
              </a:rPr>
              <a:t>Use</a:t>
            </a:r>
            <a:r>
              <a:rPr sz="2133" spc="95" dirty="0">
                <a:solidFill>
                  <a:schemeClr val="tx1"/>
                </a:solidFill>
                <a:latin typeface="Arial MT"/>
                <a:cs typeface="Arial MT"/>
              </a:rPr>
              <a:t> </a:t>
            </a:r>
            <a:r>
              <a:rPr sz="2133" dirty="0">
                <a:solidFill>
                  <a:schemeClr val="tx1"/>
                </a:solidFill>
                <a:latin typeface="Arial MT"/>
                <a:cs typeface="Arial MT"/>
              </a:rPr>
              <a:t>best</a:t>
            </a:r>
            <a:r>
              <a:rPr sz="2133" spc="127" dirty="0">
                <a:solidFill>
                  <a:schemeClr val="tx1"/>
                </a:solidFill>
                <a:latin typeface="Arial MT"/>
                <a:cs typeface="Arial MT"/>
              </a:rPr>
              <a:t> </a:t>
            </a:r>
            <a:r>
              <a:rPr sz="2133" dirty="0">
                <a:solidFill>
                  <a:schemeClr val="tx1"/>
                </a:solidFill>
                <a:latin typeface="Arial MT"/>
                <a:cs typeface="Arial MT"/>
              </a:rPr>
              <a:t>people</a:t>
            </a:r>
            <a:r>
              <a:rPr sz="2133" spc="218" dirty="0">
                <a:solidFill>
                  <a:schemeClr val="tx1"/>
                </a:solidFill>
                <a:latin typeface="Arial MT"/>
                <a:cs typeface="Arial MT"/>
              </a:rPr>
              <a:t> </a:t>
            </a:r>
            <a:r>
              <a:rPr sz="2133" spc="64" dirty="0">
                <a:solidFill>
                  <a:schemeClr val="tx1"/>
                </a:solidFill>
                <a:uFill>
                  <a:solidFill>
                    <a:srgbClr val="08A84F"/>
                  </a:solidFill>
                </a:uFill>
                <a:latin typeface="Arial MT"/>
                <a:cs typeface="Arial MT"/>
              </a:rPr>
              <a:t>for</a:t>
            </a:r>
            <a:r>
              <a:rPr sz="2133" spc="132" dirty="0">
                <a:solidFill>
                  <a:schemeClr val="tx1"/>
                </a:solidFill>
                <a:latin typeface="Arial MT"/>
                <a:cs typeface="Arial MT"/>
              </a:rPr>
              <a:t> </a:t>
            </a:r>
            <a:r>
              <a:rPr sz="2133" spc="64" dirty="0">
                <a:solidFill>
                  <a:schemeClr val="tx1"/>
                </a:solidFill>
                <a:latin typeface="Arial MT"/>
                <a:cs typeface="Arial MT"/>
              </a:rPr>
              <a:t>high-</a:t>
            </a:r>
            <a:r>
              <a:rPr sz="2133" spc="54" dirty="0">
                <a:solidFill>
                  <a:schemeClr val="tx1"/>
                </a:solidFill>
                <a:latin typeface="Arial MT"/>
                <a:cs typeface="Arial MT"/>
              </a:rPr>
              <a:t>risk</a:t>
            </a:r>
            <a:r>
              <a:rPr sz="2133" spc="145" dirty="0">
                <a:solidFill>
                  <a:schemeClr val="tx1"/>
                </a:solidFill>
                <a:latin typeface="Arial MT"/>
                <a:cs typeface="Arial MT"/>
              </a:rPr>
              <a:t> </a:t>
            </a:r>
            <a:r>
              <a:rPr sz="2133" spc="-9" dirty="0">
                <a:solidFill>
                  <a:schemeClr val="tx1"/>
                </a:solidFill>
                <a:latin typeface="Arial MT"/>
                <a:cs typeface="Arial MT"/>
              </a:rPr>
              <a:t>tasks. </a:t>
            </a:r>
            <a:r>
              <a:rPr sz="2133" u="heavy" dirty="0">
                <a:solidFill>
                  <a:srgbClr val="F90103"/>
                </a:solidFill>
                <a:uFill>
                  <a:solidFill>
                    <a:srgbClr val="E40803"/>
                  </a:solidFill>
                </a:uFill>
                <a:latin typeface="Arial MT"/>
                <a:cs typeface="Arial MT"/>
              </a:rPr>
              <a:t>Cost</a:t>
            </a:r>
            <a:r>
              <a:rPr sz="2133" u="heavy" spc="213" dirty="0">
                <a:solidFill>
                  <a:srgbClr val="F90103"/>
                </a:solidFill>
                <a:uFill>
                  <a:solidFill>
                    <a:srgbClr val="E40803"/>
                  </a:solidFill>
                </a:uFill>
                <a:latin typeface="Arial MT"/>
                <a:cs typeface="Arial MT"/>
              </a:rPr>
              <a:t> </a:t>
            </a:r>
            <a:r>
              <a:rPr sz="2133" u="heavy" spc="41" dirty="0">
                <a:solidFill>
                  <a:srgbClr val="F2030E"/>
                </a:solidFill>
                <a:uFill>
                  <a:solidFill>
                    <a:srgbClr val="E40803"/>
                  </a:solidFill>
                </a:uFill>
                <a:latin typeface="Arial MT"/>
                <a:cs typeface="Arial MT"/>
              </a:rPr>
              <a:t>Risks:</a:t>
            </a:r>
            <a:endParaRPr sz="2133" dirty="0">
              <a:latin typeface="Arial MT"/>
              <a:cs typeface="Arial MT"/>
            </a:endParaRPr>
          </a:p>
          <a:p>
            <a:pPr marL="289892" marR="4611" indent="-276636">
              <a:lnSpc>
                <a:spcPct val="100600"/>
              </a:lnSpc>
              <a:spcBef>
                <a:spcPts val="867"/>
              </a:spcBef>
              <a:buClr>
                <a:srgbClr val="03AE52"/>
              </a:buClr>
              <a:buChar char="•"/>
              <a:tabLst>
                <a:tab pos="293350" algn="l"/>
              </a:tabLst>
            </a:pPr>
            <a:r>
              <a:rPr sz="2133" dirty="0">
                <a:solidFill>
                  <a:schemeClr val="tx1"/>
                </a:solidFill>
                <a:uFill>
                  <a:solidFill>
                    <a:srgbClr val="039748"/>
                  </a:solidFill>
                </a:uFill>
                <a:latin typeface="Arial MT"/>
                <a:cs typeface="Arial MT"/>
              </a:rPr>
              <a:t>Review</a:t>
            </a:r>
            <a:r>
              <a:rPr sz="2133" spc="195" dirty="0">
                <a:solidFill>
                  <a:schemeClr val="tx1"/>
                </a:solidFill>
                <a:latin typeface="Arial MT"/>
                <a:cs typeface="Arial MT"/>
              </a:rPr>
              <a:t> </a:t>
            </a:r>
            <a:r>
              <a:rPr sz="2133" spc="50" dirty="0">
                <a:solidFill>
                  <a:schemeClr val="tx1"/>
                </a:solidFill>
                <a:latin typeface="Arial MT"/>
                <a:cs typeface="Arial MT"/>
              </a:rPr>
              <a:t>price</a:t>
            </a:r>
            <a:r>
              <a:rPr sz="2133" spc="141" dirty="0">
                <a:solidFill>
                  <a:schemeClr val="tx1"/>
                </a:solidFill>
                <a:latin typeface="Arial MT"/>
                <a:cs typeface="Arial MT"/>
              </a:rPr>
              <a:t> </a:t>
            </a:r>
            <a:r>
              <a:rPr sz="2133" spc="50" dirty="0">
                <a:solidFill>
                  <a:schemeClr val="tx1"/>
                </a:solidFill>
                <a:uFill>
                  <a:solidFill>
                    <a:srgbClr val="039748"/>
                  </a:solidFill>
                </a:uFill>
                <a:latin typeface="Arial MT"/>
                <a:cs typeface="Arial MT"/>
              </a:rPr>
              <a:t>of</a:t>
            </a:r>
            <a:r>
              <a:rPr sz="2133" spc="113" dirty="0">
                <a:solidFill>
                  <a:schemeClr val="tx1"/>
                </a:solidFill>
                <a:latin typeface="Arial MT"/>
                <a:cs typeface="Arial MT"/>
              </a:rPr>
              <a:t> </a:t>
            </a:r>
            <a:r>
              <a:rPr sz="2133" dirty="0">
                <a:solidFill>
                  <a:schemeClr val="tx1"/>
                </a:solidFill>
                <a:latin typeface="Arial MT"/>
                <a:cs typeface="Arial MT"/>
              </a:rPr>
              <a:t>each</a:t>
            </a:r>
            <a:r>
              <a:rPr sz="2133" spc="159" dirty="0">
                <a:solidFill>
                  <a:schemeClr val="tx1"/>
                </a:solidFill>
                <a:latin typeface="Arial MT"/>
                <a:cs typeface="Arial MT"/>
              </a:rPr>
              <a:t> </a:t>
            </a:r>
            <a:r>
              <a:rPr sz="2133" dirty="0">
                <a:solidFill>
                  <a:schemeClr val="tx1"/>
                </a:solidFill>
                <a:latin typeface="Arial MT"/>
                <a:cs typeface="Arial MT"/>
              </a:rPr>
              <a:t>component</a:t>
            </a:r>
            <a:r>
              <a:rPr sz="2133" spc="304" dirty="0">
                <a:solidFill>
                  <a:schemeClr val="tx1"/>
                </a:solidFill>
                <a:latin typeface="Arial MT"/>
                <a:cs typeface="Arial MT"/>
              </a:rPr>
              <a:t> </a:t>
            </a:r>
            <a:r>
              <a:rPr sz="2133" dirty="0">
                <a:solidFill>
                  <a:schemeClr val="tx1"/>
                </a:solidFill>
                <a:latin typeface="Arial MT"/>
                <a:cs typeface="Arial MT"/>
              </a:rPr>
              <a:t>of</a:t>
            </a:r>
            <a:r>
              <a:rPr sz="2133" spc="86" dirty="0">
                <a:solidFill>
                  <a:schemeClr val="tx1"/>
                </a:solidFill>
                <a:latin typeface="Arial MT"/>
                <a:cs typeface="Arial MT"/>
              </a:rPr>
              <a:t> </a:t>
            </a:r>
            <a:r>
              <a:rPr sz="2133" spc="-18" dirty="0">
                <a:solidFill>
                  <a:schemeClr val="tx1"/>
                </a:solidFill>
                <a:latin typeface="Arial MT"/>
                <a:cs typeface="Arial MT"/>
              </a:rPr>
              <a:t>project</a:t>
            </a:r>
            <a:r>
              <a:rPr sz="2133" spc="204" dirty="0">
                <a:solidFill>
                  <a:schemeClr val="tx1"/>
                </a:solidFill>
                <a:latin typeface="Arial MT"/>
                <a:cs typeface="Arial MT"/>
              </a:rPr>
              <a:t> </a:t>
            </a:r>
            <a:r>
              <a:rPr sz="3199" baseline="1182" dirty="0">
                <a:solidFill>
                  <a:schemeClr val="tx1"/>
                </a:solidFill>
                <a:uFill>
                  <a:solidFill>
                    <a:srgbClr val="039748"/>
                  </a:solidFill>
                </a:uFill>
                <a:latin typeface="Arial MT"/>
                <a:cs typeface="Arial MT"/>
              </a:rPr>
              <a:t>esaeciall</a:t>
            </a:r>
            <a:r>
              <a:rPr sz="3199" baseline="-3546" dirty="0">
                <a:solidFill>
                  <a:schemeClr val="tx1"/>
                </a:solidFill>
                <a:uFill>
                  <a:solidFill>
                    <a:srgbClr val="039748"/>
                  </a:solidFill>
                </a:uFill>
                <a:latin typeface="Arial MT"/>
                <a:cs typeface="Arial MT"/>
              </a:rPr>
              <a:t>v</a:t>
            </a:r>
            <a:r>
              <a:rPr sz="3199" spc="265" baseline="-3546" dirty="0">
                <a:solidFill>
                  <a:schemeClr val="tx1"/>
                </a:solidFill>
                <a:latin typeface="Arial MT"/>
                <a:cs typeface="Arial MT"/>
              </a:rPr>
              <a:t> </a:t>
            </a:r>
            <a:r>
              <a:rPr sz="2133" spc="-9" dirty="0">
                <a:solidFill>
                  <a:schemeClr val="tx1"/>
                </a:solidFill>
                <a:latin typeface="Arial MT"/>
                <a:cs typeface="Arial MT"/>
              </a:rPr>
              <a:t>those 	</a:t>
            </a:r>
            <a:r>
              <a:rPr sz="3199" spc="-27" baseline="2364" dirty="0">
                <a:solidFill>
                  <a:schemeClr val="tx1"/>
                </a:solidFill>
                <a:latin typeface="Arial MT"/>
                <a:cs typeface="Arial MT"/>
              </a:rPr>
              <a:t>which</a:t>
            </a:r>
            <a:r>
              <a:rPr sz="3199" spc="123" baseline="2364" dirty="0">
                <a:solidFill>
                  <a:schemeClr val="tx1"/>
                </a:solidFill>
                <a:latin typeface="Arial MT"/>
                <a:cs typeface="Arial MT"/>
              </a:rPr>
              <a:t> </a:t>
            </a:r>
            <a:r>
              <a:rPr sz="3199" baseline="3546" dirty="0">
                <a:solidFill>
                  <a:schemeClr val="tx1"/>
                </a:solidFill>
                <a:uFill>
                  <a:solidFill>
                    <a:srgbClr val="08A84F"/>
                  </a:solidFill>
                </a:uFill>
                <a:latin typeface="Arial MT"/>
                <a:cs typeface="Arial MT"/>
              </a:rPr>
              <a:t>ma</a:t>
            </a:r>
            <a:r>
              <a:rPr sz="2133" dirty="0">
                <a:solidFill>
                  <a:schemeClr val="tx1"/>
                </a:solidFill>
                <a:uFill>
                  <a:solidFill>
                    <a:srgbClr val="08A84F"/>
                  </a:solidFill>
                </a:uFill>
                <a:latin typeface="Arial MT"/>
                <a:cs typeface="Arial MT"/>
              </a:rPr>
              <a:t>v</a:t>
            </a:r>
            <a:r>
              <a:rPr sz="2133" spc="77" dirty="0">
                <a:solidFill>
                  <a:schemeClr val="tx1"/>
                </a:solidFill>
                <a:uFill>
                  <a:solidFill>
                    <a:srgbClr val="08A84F"/>
                  </a:solidFill>
                </a:uFill>
                <a:latin typeface="Arial MT"/>
                <a:cs typeface="Arial MT"/>
              </a:rPr>
              <a:t> </a:t>
            </a:r>
            <a:r>
              <a:rPr sz="3199" baseline="2364" dirty="0">
                <a:solidFill>
                  <a:schemeClr val="tx1"/>
                </a:solidFill>
                <a:uFill>
                  <a:solidFill>
                    <a:srgbClr val="08A84F"/>
                  </a:solidFill>
                </a:uFill>
                <a:latin typeface="Arial MT"/>
                <a:cs typeface="Arial MT"/>
              </a:rPr>
              <a:t>chanqe</a:t>
            </a:r>
            <a:r>
              <a:rPr sz="3199" spc="218" baseline="2364" dirty="0">
                <a:solidFill>
                  <a:schemeClr val="tx1"/>
                </a:solidFill>
                <a:latin typeface="Arial MT"/>
                <a:cs typeface="Arial MT"/>
              </a:rPr>
              <a:t> </a:t>
            </a:r>
            <a:r>
              <a:rPr sz="3199" spc="94" baseline="2364" dirty="0">
                <a:solidFill>
                  <a:schemeClr val="tx1"/>
                </a:solidFill>
                <a:latin typeface="Arial MT"/>
                <a:cs typeface="Arial MT"/>
              </a:rPr>
              <a:t>during</a:t>
            </a:r>
            <a:r>
              <a:rPr sz="3199" spc="115" baseline="2364" dirty="0">
                <a:solidFill>
                  <a:schemeClr val="tx1"/>
                </a:solidFill>
                <a:latin typeface="Arial MT"/>
                <a:cs typeface="Arial MT"/>
              </a:rPr>
              <a:t> </a:t>
            </a:r>
            <a:r>
              <a:rPr sz="3199" spc="74" baseline="2364" dirty="0">
                <a:solidFill>
                  <a:schemeClr val="tx1"/>
                </a:solidFill>
                <a:latin typeface="Arial MT"/>
                <a:cs typeface="Arial MT"/>
              </a:rPr>
              <a:t>project</a:t>
            </a:r>
            <a:r>
              <a:rPr sz="3199" spc="245" baseline="2364" dirty="0">
                <a:solidFill>
                  <a:schemeClr val="tx1"/>
                </a:solidFill>
                <a:latin typeface="Arial MT"/>
                <a:cs typeface="Arial MT"/>
              </a:rPr>
              <a:t> </a:t>
            </a:r>
            <a:r>
              <a:rPr sz="3199" spc="-14" baseline="2364" dirty="0">
                <a:solidFill>
                  <a:schemeClr val="tx1"/>
                </a:solidFill>
                <a:latin typeface="Arial MT"/>
                <a:cs typeface="Arial MT"/>
              </a:rPr>
              <a:t>lifetime.</a:t>
            </a:r>
            <a:endParaRPr sz="3199" baseline="2364" dirty="0">
              <a:solidFill>
                <a:schemeClr val="tx1"/>
              </a:solidFill>
              <a:latin typeface="Arial MT"/>
              <a:cs typeface="Arial MT"/>
            </a:endParaRPr>
          </a:p>
          <a:p>
            <a:pPr marL="11527">
              <a:spcBef>
                <a:spcPts val="811"/>
              </a:spcBef>
            </a:pPr>
            <a:r>
              <a:rPr sz="2133" u="heavy" spc="50" dirty="0">
                <a:solidFill>
                  <a:srgbClr val="FB0705"/>
                </a:solidFill>
                <a:uFill>
                  <a:solidFill>
                    <a:srgbClr val="EB0303"/>
                  </a:solidFill>
                </a:uFill>
                <a:latin typeface="Arial MT"/>
                <a:cs typeface="Arial MT"/>
              </a:rPr>
              <a:t>Fundinq</a:t>
            </a:r>
            <a:r>
              <a:rPr sz="2133" u="heavy" spc="118" dirty="0">
                <a:solidFill>
                  <a:srgbClr val="FB0705"/>
                </a:solidFill>
                <a:uFill>
                  <a:solidFill>
                    <a:srgbClr val="EB0303"/>
                  </a:solidFill>
                </a:uFill>
                <a:latin typeface="Arial MT"/>
                <a:cs typeface="Arial MT"/>
              </a:rPr>
              <a:t> </a:t>
            </a:r>
            <a:r>
              <a:rPr sz="2133" u="heavy" spc="41" dirty="0">
                <a:solidFill>
                  <a:srgbClr val="FD0001"/>
                </a:solidFill>
                <a:uFill>
                  <a:solidFill>
                    <a:srgbClr val="EB0303"/>
                  </a:solidFill>
                </a:uFill>
                <a:latin typeface="Arial MT"/>
                <a:cs typeface="Arial MT"/>
              </a:rPr>
              <a:t>Risks:</a:t>
            </a:r>
            <a:endParaRPr sz="2133" dirty="0">
              <a:latin typeface="Arial MT"/>
              <a:cs typeface="Arial MT"/>
            </a:endParaRPr>
          </a:p>
          <a:p>
            <a:pPr marL="289892" indent="-276636">
              <a:spcBef>
                <a:spcPts val="879"/>
              </a:spcBef>
              <a:buClr>
                <a:srgbClr val="01AE52"/>
              </a:buClr>
              <a:buChar char="•"/>
              <a:tabLst>
                <a:tab pos="289892" algn="l"/>
              </a:tabLst>
            </a:pPr>
            <a:r>
              <a:rPr sz="2133" dirty="0">
                <a:solidFill>
                  <a:schemeClr val="tx1"/>
                </a:solidFill>
                <a:uFill>
                  <a:solidFill>
                    <a:srgbClr val="08A84F"/>
                  </a:solidFill>
                </a:uFill>
                <a:latin typeface="Arial MT"/>
                <a:cs typeface="Arial MT"/>
              </a:rPr>
              <a:t>Evaluate</a:t>
            </a:r>
            <a:r>
              <a:rPr sz="2133" spc="177" dirty="0">
                <a:solidFill>
                  <a:schemeClr val="tx1"/>
                </a:solidFill>
                <a:latin typeface="Arial MT"/>
                <a:cs typeface="Arial MT"/>
              </a:rPr>
              <a:t> </a:t>
            </a:r>
            <a:r>
              <a:rPr sz="2133" spc="73" dirty="0">
                <a:solidFill>
                  <a:schemeClr val="tx1"/>
                </a:solidFill>
                <a:latin typeface="Arial MT"/>
                <a:cs typeface="Arial MT"/>
              </a:rPr>
              <a:t>risk</a:t>
            </a:r>
            <a:r>
              <a:rPr sz="2133" spc="91" dirty="0">
                <a:solidFill>
                  <a:schemeClr val="tx1"/>
                </a:solidFill>
                <a:latin typeface="Arial MT"/>
                <a:cs typeface="Arial MT"/>
              </a:rPr>
              <a:t> </a:t>
            </a:r>
            <a:r>
              <a:rPr sz="2133" spc="50" dirty="0">
                <a:solidFill>
                  <a:schemeClr val="tx1"/>
                </a:solidFill>
                <a:uFill>
                  <a:solidFill>
                    <a:srgbClr val="08A84F"/>
                  </a:solidFill>
                </a:uFill>
                <a:latin typeface="Arial MT"/>
                <a:cs typeface="Arial MT"/>
              </a:rPr>
              <a:t>of</a:t>
            </a:r>
            <a:r>
              <a:rPr sz="2133" spc="91" dirty="0">
                <a:solidFill>
                  <a:schemeClr val="tx1"/>
                </a:solidFill>
                <a:latin typeface="Arial MT"/>
                <a:cs typeface="Arial MT"/>
              </a:rPr>
              <a:t> </a:t>
            </a:r>
            <a:r>
              <a:rPr sz="2133" spc="64" dirty="0">
                <a:solidFill>
                  <a:schemeClr val="tx1"/>
                </a:solidFill>
                <a:latin typeface="Arial MT"/>
                <a:cs typeface="Arial MT"/>
              </a:rPr>
              <a:t>funding</a:t>
            </a:r>
            <a:r>
              <a:rPr sz="2133" spc="136" dirty="0">
                <a:solidFill>
                  <a:schemeClr val="tx1"/>
                </a:solidFill>
                <a:latin typeface="Arial MT"/>
                <a:cs typeface="Arial MT"/>
              </a:rPr>
              <a:t> </a:t>
            </a:r>
            <a:r>
              <a:rPr sz="2133" spc="41" dirty="0">
                <a:solidFill>
                  <a:schemeClr val="tx1"/>
                </a:solidFill>
                <a:latin typeface="Arial MT"/>
                <a:cs typeface="Arial MT"/>
              </a:rPr>
              <a:t>reductions.</a:t>
            </a:r>
            <a:endParaRPr sz="2133" dirty="0">
              <a:solidFill>
                <a:schemeClr val="tx1"/>
              </a:solidFill>
              <a:latin typeface="Arial MT"/>
              <a:cs typeface="Arial MT"/>
            </a:endParaRPr>
          </a:p>
        </p:txBody>
      </p:sp>
      <p:pic>
        <p:nvPicPr>
          <p:cNvPr id="13" name="Picture 12">
            <a:extLst>
              <a:ext uri="{FF2B5EF4-FFF2-40B4-BE49-F238E27FC236}">
                <a16:creationId xmlns:a16="http://schemas.microsoft.com/office/drawing/2014/main" id="{6A248DB8-A3F0-6E80-6C87-AECF1047709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226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4" dirty="0"/>
              <a:t>Opportunity</a:t>
            </a:r>
            <a:r>
              <a:rPr spc="135" dirty="0"/>
              <a:t> </a:t>
            </a:r>
            <a:r>
              <a:rPr spc="105" dirty="0"/>
              <a:t>Management</a:t>
            </a:r>
          </a:p>
        </p:txBody>
      </p:sp>
      <p:sp>
        <p:nvSpPr>
          <p:cNvPr id="17" name="object 17"/>
          <p:cNvSpPr txBox="1"/>
          <p:nvPr/>
        </p:nvSpPr>
        <p:spPr>
          <a:xfrm>
            <a:off x="1503044" y="6207214"/>
            <a:ext cx="2664460" cy="335915"/>
          </a:xfrm>
          <a:prstGeom prst="rect">
            <a:avLst/>
          </a:prstGeom>
        </p:spPr>
        <p:txBody>
          <a:bodyPr vert="horz" wrap="square" lIns="0" tIns="635" rIns="0" bIns="0" rtlCol="0">
            <a:spAutoFit/>
          </a:bodyPr>
          <a:lstStyle/>
          <a:p>
            <a:pPr marL="12700">
              <a:lnSpc>
                <a:spcPct val="100000"/>
              </a:lnSpc>
              <a:spcBef>
                <a:spcPts val="5"/>
              </a:spcBef>
            </a:pPr>
            <a:r>
              <a:rPr sz="2000" dirty="0">
                <a:latin typeface="Calibri"/>
                <a:cs typeface="Calibri"/>
              </a:rPr>
              <a:t>taking</a:t>
            </a:r>
            <a:r>
              <a:rPr sz="2000" spc="-65" dirty="0">
                <a:latin typeface="Calibri"/>
                <a:cs typeface="Calibri"/>
              </a:rPr>
              <a:t> </a:t>
            </a:r>
            <a:r>
              <a:rPr sz="2000" dirty="0">
                <a:latin typeface="Calibri"/>
                <a:cs typeface="Calibri"/>
              </a:rPr>
              <a:t>action</a:t>
            </a:r>
            <a:r>
              <a:rPr sz="2000" spc="-60" dirty="0">
                <a:latin typeface="Calibri"/>
                <a:cs typeface="Calibri"/>
              </a:rPr>
              <a:t> </a:t>
            </a:r>
            <a:r>
              <a:rPr sz="2000" dirty="0">
                <a:latin typeface="Calibri"/>
                <a:cs typeface="Calibri"/>
              </a:rPr>
              <a:t>to</a:t>
            </a:r>
            <a:r>
              <a:rPr sz="2000" spc="-65" dirty="0">
                <a:latin typeface="Calibri"/>
                <a:cs typeface="Calibri"/>
              </a:rPr>
              <a:t> </a:t>
            </a:r>
            <a:r>
              <a:rPr sz="2000" dirty="0">
                <a:latin typeface="Calibri"/>
                <a:cs typeface="Calibri"/>
              </a:rPr>
              <a:t>pursue</a:t>
            </a:r>
            <a:r>
              <a:rPr sz="2000" spc="-60" dirty="0">
                <a:latin typeface="Calibri"/>
                <a:cs typeface="Calibri"/>
              </a:rPr>
              <a:t> </a:t>
            </a:r>
            <a:r>
              <a:rPr sz="2000" spc="-25" dirty="0">
                <a:latin typeface="Calibri"/>
                <a:cs typeface="Calibri"/>
              </a:rPr>
              <a:t>it.</a:t>
            </a:r>
            <a:endParaRPr sz="2000">
              <a:latin typeface="Calibri"/>
              <a:cs typeface="Calibri"/>
            </a:endParaRPr>
          </a:p>
        </p:txBody>
      </p:sp>
      <p:sp>
        <p:nvSpPr>
          <p:cNvPr id="18" name="object 18"/>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22</a:t>
            </a:fld>
            <a:endParaRPr spc="-25" dirty="0"/>
          </a:p>
        </p:txBody>
      </p:sp>
      <p:sp>
        <p:nvSpPr>
          <p:cNvPr id="3" name="object 3"/>
          <p:cNvSpPr txBox="1"/>
          <p:nvPr/>
        </p:nvSpPr>
        <p:spPr>
          <a:xfrm>
            <a:off x="916939" y="1608835"/>
            <a:ext cx="10356215" cy="391160"/>
          </a:xfrm>
          <a:prstGeom prst="rect">
            <a:avLst/>
          </a:prstGeom>
        </p:spPr>
        <p:txBody>
          <a:bodyPr vert="horz" wrap="square" lIns="0" tIns="12700" rIns="0" bIns="0" rtlCol="0">
            <a:spAutoFit/>
          </a:bodyPr>
          <a:lstStyle/>
          <a:p>
            <a:pPr marL="240029" indent="-227329">
              <a:lnSpc>
                <a:spcPct val="100000"/>
              </a:lnSpc>
              <a:spcBef>
                <a:spcPts val="100"/>
              </a:spcBef>
              <a:buFont typeface="Arial MT"/>
              <a:buChar char="•"/>
              <a:tabLst>
                <a:tab pos="240029" algn="l"/>
              </a:tabLst>
            </a:pPr>
            <a:r>
              <a:rPr sz="2400" dirty="0">
                <a:latin typeface="Calibri"/>
                <a:cs typeface="Calibri"/>
              </a:rPr>
              <a:t>An</a:t>
            </a:r>
            <a:r>
              <a:rPr sz="2400" spc="130" dirty="0">
                <a:latin typeface="Calibri"/>
                <a:cs typeface="Calibri"/>
              </a:rPr>
              <a:t> </a:t>
            </a:r>
            <a:r>
              <a:rPr sz="2400" b="1" dirty="0">
                <a:latin typeface="Calibri"/>
                <a:cs typeface="Calibri"/>
              </a:rPr>
              <a:t>opportunity</a:t>
            </a:r>
            <a:r>
              <a:rPr sz="2400" b="1" spc="130" dirty="0">
                <a:latin typeface="Calibri"/>
                <a:cs typeface="Calibri"/>
              </a:rPr>
              <a:t> </a:t>
            </a:r>
            <a:r>
              <a:rPr sz="2400" b="1" dirty="0">
                <a:latin typeface="Calibri"/>
                <a:cs typeface="Calibri"/>
              </a:rPr>
              <a:t>or</a:t>
            </a:r>
            <a:r>
              <a:rPr sz="2400" b="1" spc="125" dirty="0">
                <a:latin typeface="Calibri"/>
                <a:cs typeface="Calibri"/>
              </a:rPr>
              <a:t> </a:t>
            </a:r>
            <a:r>
              <a:rPr sz="2400" b="1" dirty="0">
                <a:latin typeface="Calibri"/>
                <a:cs typeface="Calibri"/>
              </a:rPr>
              <a:t>a</a:t>
            </a:r>
            <a:r>
              <a:rPr sz="2400" b="1" spc="135" dirty="0">
                <a:latin typeface="Calibri"/>
                <a:cs typeface="Calibri"/>
              </a:rPr>
              <a:t> </a:t>
            </a:r>
            <a:r>
              <a:rPr sz="2400" b="1" dirty="0">
                <a:latin typeface="Calibri"/>
                <a:cs typeface="Calibri"/>
              </a:rPr>
              <a:t>positive</a:t>
            </a:r>
            <a:r>
              <a:rPr sz="2400" b="1" spc="135" dirty="0">
                <a:latin typeface="Calibri"/>
                <a:cs typeface="Calibri"/>
              </a:rPr>
              <a:t> </a:t>
            </a:r>
            <a:r>
              <a:rPr sz="2400" b="1" dirty="0">
                <a:latin typeface="Calibri"/>
                <a:cs typeface="Calibri"/>
              </a:rPr>
              <a:t>risk</a:t>
            </a:r>
            <a:r>
              <a:rPr sz="2400" b="1" spc="125" dirty="0">
                <a:latin typeface="Calibri"/>
                <a:cs typeface="Calibri"/>
              </a:rPr>
              <a:t> </a:t>
            </a:r>
            <a:r>
              <a:rPr sz="2400" dirty="0">
                <a:latin typeface="Calibri"/>
                <a:cs typeface="Calibri"/>
              </a:rPr>
              <a:t>is</a:t>
            </a:r>
            <a:r>
              <a:rPr sz="2400" spc="130" dirty="0">
                <a:latin typeface="Calibri"/>
                <a:cs typeface="Calibri"/>
              </a:rPr>
              <a:t> </a:t>
            </a:r>
            <a:r>
              <a:rPr sz="2400" dirty="0">
                <a:latin typeface="Calibri"/>
                <a:cs typeface="Calibri"/>
              </a:rPr>
              <a:t>an</a:t>
            </a:r>
            <a:r>
              <a:rPr sz="2400" spc="135" dirty="0">
                <a:latin typeface="Calibri"/>
                <a:cs typeface="Calibri"/>
              </a:rPr>
              <a:t> </a:t>
            </a:r>
            <a:r>
              <a:rPr sz="2400" dirty="0">
                <a:latin typeface="Calibri"/>
                <a:cs typeface="Calibri"/>
              </a:rPr>
              <a:t>event</a:t>
            </a:r>
            <a:r>
              <a:rPr sz="2400" spc="125" dirty="0">
                <a:latin typeface="Calibri"/>
                <a:cs typeface="Calibri"/>
              </a:rPr>
              <a:t> </a:t>
            </a:r>
            <a:r>
              <a:rPr sz="2400" dirty="0">
                <a:latin typeface="Calibri"/>
                <a:cs typeface="Calibri"/>
              </a:rPr>
              <a:t>that</a:t>
            </a:r>
            <a:r>
              <a:rPr sz="2400" spc="130" dirty="0">
                <a:latin typeface="Calibri"/>
                <a:cs typeface="Calibri"/>
              </a:rPr>
              <a:t> </a:t>
            </a:r>
            <a:r>
              <a:rPr sz="2400" dirty="0">
                <a:latin typeface="Calibri"/>
                <a:cs typeface="Calibri"/>
              </a:rPr>
              <a:t>can</a:t>
            </a:r>
            <a:r>
              <a:rPr sz="2400" spc="130" dirty="0">
                <a:latin typeface="Calibri"/>
                <a:cs typeface="Calibri"/>
              </a:rPr>
              <a:t> </a:t>
            </a:r>
            <a:r>
              <a:rPr sz="2400" dirty="0">
                <a:latin typeface="Calibri"/>
                <a:cs typeface="Calibri"/>
              </a:rPr>
              <a:t>have</a:t>
            </a:r>
            <a:r>
              <a:rPr sz="2400" spc="140" dirty="0">
                <a:latin typeface="Calibri"/>
                <a:cs typeface="Calibri"/>
              </a:rPr>
              <a:t> </a:t>
            </a:r>
            <a:r>
              <a:rPr sz="2400" dirty="0">
                <a:latin typeface="Calibri"/>
                <a:cs typeface="Calibri"/>
              </a:rPr>
              <a:t>a</a:t>
            </a:r>
            <a:r>
              <a:rPr sz="2400" spc="135" dirty="0">
                <a:latin typeface="Calibri"/>
                <a:cs typeface="Calibri"/>
              </a:rPr>
              <a:t> </a:t>
            </a:r>
            <a:r>
              <a:rPr sz="2400" dirty="0">
                <a:latin typeface="Calibri"/>
                <a:cs typeface="Calibri"/>
              </a:rPr>
              <a:t>positive</a:t>
            </a:r>
            <a:r>
              <a:rPr sz="2400" spc="135" dirty="0">
                <a:latin typeface="Calibri"/>
                <a:cs typeface="Calibri"/>
              </a:rPr>
              <a:t> </a:t>
            </a:r>
            <a:r>
              <a:rPr sz="2400" dirty="0">
                <a:latin typeface="Calibri"/>
                <a:cs typeface="Calibri"/>
              </a:rPr>
              <a:t>impact</a:t>
            </a:r>
            <a:r>
              <a:rPr sz="2400" spc="125" dirty="0">
                <a:latin typeface="Calibri"/>
                <a:cs typeface="Calibri"/>
              </a:rPr>
              <a:t> </a:t>
            </a:r>
            <a:r>
              <a:rPr sz="2400" spc="-25" dirty="0">
                <a:latin typeface="Calibri"/>
                <a:cs typeface="Calibri"/>
              </a:rPr>
              <a:t>on</a:t>
            </a:r>
            <a:endParaRPr sz="2400">
              <a:latin typeface="Calibri"/>
              <a:cs typeface="Calibri"/>
            </a:endParaRPr>
          </a:p>
        </p:txBody>
      </p:sp>
      <p:sp>
        <p:nvSpPr>
          <p:cNvPr id="4" name="object 4"/>
          <p:cNvSpPr txBox="1"/>
          <p:nvPr/>
        </p:nvSpPr>
        <p:spPr>
          <a:xfrm>
            <a:off x="1145539" y="1864867"/>
            <a:ext cx="10128250" cy="391160"/>
          </a:xfrm>
          <a:prstGeom prst="rect">
            <a:avLst/>
          </a:prstGeom>
        </p:spPr>
        <p:txBody>
          <a:bodyPr vert="horz" wrap="square" lIns="0" tIns="12700" rIns="0" bIns="0" rtlCol="0">
            <a:spAutoFit/>
          </a:bodyPr>
          <a:lstStyle/>
          <a:p>
            <a:pPr marL="12700">
              <a:lnSpc>
                <a:spcPct val="100000"/>
              </a:lnSpc>
              <a:spcBef>
                <a:spcPts val="100"/>
              </a:spcBef>
              <a:tabLst>
                <a:tab pos="1052830" algn="l"/>
                <a:tab pos="2543810" algn="l"/>
                <a:tab pos="3108325" algn="l"/>
                <a:tab pos="4392930" algn="l"/>
                <a:tab pos="5739130" algn="l"/>
                <a:tab pos="7054850" algn="l"/>
                <a:tab pos="8248650" algn="l"/>
                <a:tab pos="8843010" algn="l"/>
              </a:tabLst>
            </a:pPr>
            <a:r>
              <a:rPr sz="2400" spc="-10" dirty="0">
                <a:latin typeface="Calibri"/>
                <a:cs typeface="Calibri"/>
              </a:rPr>
              <a:t>project</a:t>
            </a:r>
            <a:r>
              <a:rPr sz="2400" dirty="0">
                <a:latin typeface="Calibri"/>
                <a:cs typeface="Calibri"/>
              </a:rPr>
              <a:t>	</a:t>
            </a:r>
            <a:r>
              <a:rPr sz="2400" spc="-10" dirty="0">
                <a:latin typeface="Calibri"/>
                <a:cs typeface="Calibri"/>
              </a:rPr>
              <a:t>objectives.</a:t>
            </a:r>
            <a:r>
              <a:rPr sz="2400" dirty="0">
                <a:latin typeface="Calibri"/>
                <a:cs typeface="Calibri"/>
              </a:rPr>
              <a:t>	</a:t>
            </a:r>
            <a:r>
              <a:rPr sz="2400" spc="-25" dirty="0">
                <a:latin typeface="Calibri"/>
                <a:cs typeface="Calibri"/>
              </a:rPr>
              <a:t>For</a:t>
            </a:r>
            <a:r>
              <a:rPr sz="2400" dirty="0">
                <a:latin typeface="Calibri"/>
                <a:cs typeface="Calibri"/>
              </a:rPr>
              <a:t>	</a:t>
            </a:r>
            <a:r>
              <a:rPr sz="2400" spc="-10" dirty="0">
                <a:latin typeface="Calibri"/>
                <a:cs typeface="Calibri"/>
              </a:rPr>
              <a:t>example,</a:t>
            </a:r>
            <a:r>
              <a:rPr sz="2400" dirty="0">
                <a:latin typeface="Calibri"/>
                <a:cs typeface="Calibri"/>
              </a:rPr>
              <a:t>	</a:t>
            </a:r>
            <a:r>
              <a:rPr sz="2400" spc="-10" dirty="0">
                <a:latin typeface="Calibri"/>
                <a:cs typeface="Calibri"/>
              </a:rPr>
              <a:t>unusually</a:t>
            </a:r>
            <a:r>
              <a:rPr sz="2400" dirty="0">
                <a:latin typeface="Calibri"/>
                <a:cs typeface="Calibri"/>
              </a:rPr>
              <a:t>	</a:t>
            </a:r>
            <a:r>
              <a:rPr sz="2400" spc="-10" dirty="0">
                <a:latin typeface="Calibri"/>
                <a:cs typeface="Calibri"/>
              </a:rPr>
              <a:t>favorable</a:t>
            </a:r>
            <a:r>
              <a:rPr sz="2400" dirty="0">
                <a:latin typeface="Calibri"/>
                <a:cs typeface="Calibri"/>
              </a:rPr>
              <a:t>	</a:t>
            </a:r>
            <a:r>
              <a:rPr sz="2400" spc="-10" dirty="0">
                <a:latin typeface="Calibri"/>
                <a:cs typeface="Calibri"/>
              </a:rPr>
              <a:t>weather</a:t>
            </a:r>
            <a:r>
              <a:rPr sz="2400" dirty="0">
                <a:latin typeface="Calibri"/>
                <a:cs typeface="Calibri"/>
              </a:rPr>
              <a:t>	</a:t>
            </a:r>
            <a:r>
              <a:rPr sz="2400" spc="-25" dirty="0">
                <a:latin typeface="Calibri"/>
                <a:cs typeface="Calibri"/>
              </a:rPr>
              <a:t>can</a:t>
            </a:r>
            <a:r>
              <a:rPr sz="2400" dirty="0">
                <a:latin typeface="Calibri"/>
                <a:cs typeface="Calibri"/>
              </a:rPr>
              <a:t>	</a:t>
            </a:r>
            <a:r>
              <a:rPr sz="2400" spc="-10" dirty="0">
                <a:latin typeface="Calibri"/>
                <a:cs typeface="Calibri"/>
              </a:rPr>
              <a:t>accelerate</a:t>
            </a:r>
            <a:endParaRPr sz="2400">
              <a:latin typeface="Calibri"/>
              <a:cs typeface="Calibri"/>
            </a:endParaRPr>
          </a:p>
        </p:txBody>
      </p:sp>
      <p:sp>
        <p:nvSpPr>
          <p:cNvPr id="5" name="object 5"/>
          <p:cNvSpPr txBox="1"/>
          <p:nvPr/>
        </p:nvSpPr>
        <p:spPr>
          <a:xfrm>
            <a:off x="1145539" y="2117852"/>
            <a:ext cx="101282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construction</a:t>
            </a:r>
            <a:r>
              <a:rPr sz="2400" spc="45" dirty="0">
                <a:latin typeface="Calibri"/>
                <a:cs typeface="Calibri"/>
              </a:rPr>
              <a:t> </a:t>
            </a:r>
            <a:r>
              <a:rPr sz="2400" dirty="0">
                <a:latin typeface="Calibri"/>
                <a:cs typeface="Calibri"/>
              </a:rPr>
              <a:t>work,</a:t>
            </a:r>
            <a:r>
              <a:rPr sz="2400" spc="40" dirty="0">
                <a:latin typeface="Calibri"/>
                <a:cs typeface="Calibri"/>
              </a:rPr>
              <a:t> </a:t>
            </a:r>
            <a:r>
              <a:rPr sz="2400" dirty="0">
                <a:latin typeface="Calibri"/>
                <a:cs typeface="Calibri"/>
              </a:rPr>
              <a:t>or</a:t>
            </a:r>
            <a:r>
              <a:rPr sz="2400" spc="40" dirty="0">
                <a:latin typeface="Calibri"/>
                <a:cs typeface="Calibri"/>
              </a:rPr>
              <a:t> </a:t>
            </a:r>
            <a:r>
              <a:rPr sz="2400" dirty="0">
                <a:latin typeface="Calibri"/>
                <a:cs typeface="Calibri"/>
              </a:rPr>
              <a:t>a</a:t>
            </a:r>
            <a:r>
              <a:rPr sz="2400" spc="40" dirty="0">
                <a:latin typeface="Calibri"/>
                <a:cs typeface="Calibri"/>
              </a:rPr>
              <a:t> </a:t>
            </a:r>
            <a:r>
              <a:rPr sz="2400" dirty="0">
                <a:latin typeface="Calibri"/>
                <a:cs typeface="Calibri"/>
              </a:rPr>
              <a:t>drop</a:t>
            </a:r>
            <a:r>
              <a:rPr sz="2400" spc="45" dirty="0">
                <a:latin typeface="Calibri"/>
                <a:cs typeface="Calibri"/>
              </a:rPr>
              <a:t> </a:t>
            </a:r>
            <a:r>
              <a:rPr sz="2400" dirty="0">
                <a:latin typeface="Calibri"/>
                <a:cs typeface="Calibri"/>
              </a:rPr>
              <a:t>in</a:t>
            </a:r>
            <a:r>
              <a:rPr sz="2400" spc="40" dirty="0">
                <a:latin typeface="Calibri"/>
                <a:cs typeface="Calibri"/>
              </a:rPr>
              <a:t> </a:t>
            </a:r>
            <a:r>
              <a:rPr sz="2400" dirty="0">
                <a:latin typeface="Calibri"/>
                <a:cs typeface="Calibri"/>
              </a:rPr>
              <a:t>fuel</a:t>
            </a:r>
            <a:r>
              <a:rPr sz="2400" spc="40" dirty="0">
                <a:latin typeface="Calibri"/>
                <a:cs typeface="Calibri"/>
              </a:rPr>
              <a:t> </a:t>
            </a:r>
            <a:r>
              <a:rPr sz="2400" dirty="0">
                <a:latin typeface="Calibri"/>
                <a:cs typeface="Calibri"/>
              </a:rPr>
              <a:t>prices</a:t>
            </a:r>
            <a:r>
              <a:rPr sz="2400" spc="40" dirty="0">
                <a:latin typeface="Calibri"/>
                <a:cs typeface="Calibri"/>
              </a:rPr>
              <a:t> </a:t>
            </a:r>
            <a:r>
              <a:rPr sz="2400" dirty="0">
                <a:latin typeface="Calibri"/>
                <a:cs typeface="Calibri"/>
              </a:rPr>
              <a:t>may</a:t>
            </a:r>
            <a:r>
              <a:rPr sz="2400" spc="45" dirty="0">
                <a:latin typeface="Calibri"/>
                <a:cs typeface="Calibri"/>
              </a:rPr>
              <a:t> </a:t>
            </a:r>
            <a:r>
              <a:rPr sz="2400" dirty="0">
                <a:latin typeface="Calibri"/>
                <a:cs typeface="Calibri"/>
              </a:rPr>
              <a:t>create</a:t>
            </a:r>
            <a:r>
              <a:rPr sz="2400" spc="45" dirty="0">
                <a:latin typeface="Calibri"/>
                <a:cs typeface="Calibri"/>
              </a:rPr>
              <a:t> </a:t>
            </a:r>
            <a:r>
              <a:rPr sz="2400" dirty="0">
                <a:latin typeface="Calibri"/>
                <a:cs typeface="Calibri"/>
              </a:rPr>
              <a:t>savings</a:t>
            </a:r>
            <a:r>
              <a:rPr sz="2400" spc="40" dirty="0">
                <a:latin typeface="Calibri"/>
                <a:cs typeface="Calibri"/>
              </a:rPr>
              <a:t> </a:t>
            </a:r>
            <a:r>
              <a:rPr sz="2400" dirty="0">
                <a:latin typeface="Calibri"/>
                <a:cs typeface="Calibri"/>
              </a:rPr>
              <a:t>that</a:t>
            </a:r>
            <a:r>
              <a:rPr sz="2400" spc="35" dirty="0">
                <a:latin typeface="Calibri"/>
                <a:cs typeface="Calibri"/>
              </a:rPr>
              <a:t> </a:t>
            </a:r>
            <a:r>
              <a:rPr sz="2400" dirty="0">
                <a:latin typeface="Calibri"/>
                <a:cs typeface="Calibri"/>
              </a:rPr>
              <a:t>could</a:t>
            </a:r>
            <a:r>
              <a:rPr sz="2400" spc="45" dirty="0">
                <a:latin typeface="Calibri"/>
                <a:cs typeface="Calibri"/>
              </a:rPr>
              <a:t> </a:t>
            </a:r>
            <a:r>
              <a:rPr sz="2400" dirty="0">
                <a:latin typeface="Calibri"/>
                <a:cs typeface="Calibri"/>
              </a:rPr>
              <a:t>be</a:t>
            </a:r>
            <a:r>
              <a:rPr sz="2400" spc="45" dirty="0">
                <a:latin typeface="Calibri"/>
                <a:cs typeface="Calibri"/>
              </a:rPr>
              <a:t> </a:t>
            </a:r>
            <a:r>
              <a:rPr sz="2400" spc="-20" dirty="0">
                <a:latin typeface="Calibri"/>
                <a:cs typeface="Calibri"/>
              </a:rPr>
              <a:t>used</a:t>
            </a:r>
            <a:endParaRPr sz="2400">
              <a:latin typeface="Calibri"/>
              <a:cs typeface="Calibri"/>
            </a:endParaRPr>
          </a:p>
        </p:txBody>
      </p:sp>
      <p:sp>
        <p:nvSpPr>
          <p:cNvPr id="6" name="object 6"/>
          <p:cNvSpPr txBox="1"/>
          <p:nvPr/>
        </p:nvSpPr>
        <p:spPr>
          <a:xfrm>
            <a:off x="1145539" y="2383028"/>
            <a:ext cx="101282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to</a:t>
            </a:r>
            <a:r>
              <a:rPr sz="2400" spc="70" dirty="0">
                <a:latin typeface="Calibri"/>
                <a:cs typeface="Calibri"/>
              </a:rPr>
              <a:t> </a:t>
            </a:r>
            <a:r>
              <a:rPr sz="2400" dirty="0">
                <a:latin typeface="Calibri"/>
                <a:cs typeface="Calibri"/>
              </a:rPr>
              <a:t>add</a:t>
            </a:r>
            <a:r>
              <a:rPr sz="2400" spc="80" dirty="0">
                <a:latin typeface="Calibri"/>
                <a:cs typeface="Calibri"/>
              </a:rPr>
              <a:t> </a:t>
            </a:r>
            <a:r>
              <a:rPr sz="2400" dirty="0">
                <a:latin typeface="Calibri"/>
                <a:cs typeface="Calibri"/>
              </a:rPr>
              <a:t>value</a:t>
            </a:r>
            <a:r>
              <a:rPr sz="2400" spc="80" dirty="0">
                <a:latin typeface="Calibri"/>
                <a:cs typeface="Calibri"/>
              </a:rPr>
              <a:t> </a:t>
            </a:r>
            <a:r>
              <a:rPr sz="2400" dirty="0">
                <a:latin typeface="Calibri"/>
                <a:cs typeface="Calibri"/>
              </a:rPr>
              <a:t>to</a:t>
            </a:r>
            <a:r>
              <a:rPr sz="2400" spc="75" dirty="0">
                <a:latin typeface="Calibri"/>
                <a:cs typeface="Calibri"/>
              </a:rPr>
              <a:t> </a:t>
            </a:r>
            <a:r>
              <a:rPr sz="2400" dirty="0">
                <a:latin typeface="Calibri"/>
                <a:cs typeface="Calibri"/>
              </a:rPr>
              <a:t>a</a:t>
            </a:r>
            <a:r>
              <a:rPr sz="2400" spc="75" dirty="0">
                <a:latin typeface="Calibri"/>
                <a:cs typeface="Calibri"/>
              </a:rPr>
              <a:t> </a:t>
            </a:r>
            <a:r>
              <a:rPr sz="2400" dirty="0">
                <a:latin typeface="Calibri"/>
                <a:cs typeface="Calibri"/>
              </a:rPr>
              <a:t>project.</a:t>
            </a:r>
            <a:r>
              <a:rPr sz="2400" spc="70" dirty="0">
                <a:latin typeface="Calibri"/>
                <a:cs typeface="Calibri"/>
              </a:rPr>
              <a:t> </a:t>
            </a:r>
            <a:r>
              <a:rPr sz="2400" dirty="0">
                <a:latin typeface="Calibri"/>
                <a:cs typeface="Calibri"/>
              </a:rPr>
              <a:t>The</a:t>
            </a:r>
            <a:r>
              <a:rPr sz="2400" spc="80" dirty="0">
                <a:latin typeface="Calibri"/>
                <a:cs typeface="Calibri"/>
              </a:rPr>
              <a:t> </a:t>
            </a:r>
            <a:r>
              <a:rPr sz="2400" dirty="0">
                <a:latin typeface="Calibri"/>
                <a:cs typeface="Calibri"/>
              </a:rPr>
              <a:t>major</a:t>
            </a:r>
            <a:r>
              <a:rPr sz="2400" spc="80" dirty="0">
                <a:latin typeface="Calibri"/>
                <a:cs typeface="Calibri"/>
              </a:rPr>
              <a:t> </a:t>
            </a:r>
            <a:r>
              <a:rPr sz="2400" dirty="0">
                <a:latin typeface="Calibri"/>
                <a:cs typeface="Calibri"/>
              </a:rPr>
              <a:t>exception</a:t>
            </a:r>
            <a:r>
              <a:rPr sz="2400" spc="80" dirty="0">
                <a:latin typeface="Calibri"/>
                <a:cs typeface="Calibri"/>
              </a:rPr>
              <a:t> </a:t>
            </a:r>
            <a:r>
              <a:rPr sz="2400" dirty="0">
                <a:latin typeface="Calibri"/>
                <a:cs typeface="Calibri"/>
              </a:rPr>
              <a:t>between</a:t>
            </a:r>
            <a:r>
              <a:rPr sz="2400" spc="75" dirty="0">
                <a:latin typeface="Calibri"/>
                <a:cs typeface="Calibri"/>
              </a:rPr>
              <a:t> </a:t>
            </a:r>
            <a:r>
              <a:rPr sz="2400" dirty="0">
                <a:latin typeface="Calibri"/>
                <a:cs typeface="Calibri"/>
              </a:rPr>
              <a:t>managing</a:t>
            </a:r>
            <a:r>
              <a:rPr sz="2400" spc="75" dirty="0">
                <a:latin typeface="Calibri"/>
                <a:cs typeface="Calibri"/>
              </a:rPr>
              <a:t> </a:t>
            </a:r>
            <a:r>
              <a:rPr sz="2400" dirty="0">
                <a:latin typeface="Calibri"/>
                <a:cs typeface="Calibri"/>
              </a:rPr>
              <a:t>negative</a:t>
            </a:r>
            <a:r>
              <a:rPr sz="2400" spc="80" dirty="0">
                <a:latin typeface="Calibri"/>
                <a:cs typeface="Calibri"/>
              </a:rPr>
              <a:t> </a:t>
            </a:r>
            <a:r>
              <a:rPr sz="2400" spc="-10" dirty="0">
                <a:latin typeface="Calibri"/>
                <a:cs typeface="Calibri"/>
              </a:rPr>
              <a:t>risks</a:t>
            </a:r>
            <a:endParaRPr sz="2400">
              <a:latin typeface="Calibri"/>
              <a:cs typeface="Calibri"/>
            </a:endParaRPr>
          </a:p>
        </p:txBody>
      </p:sp>
      <p:sp>
        <p:nvSpPr>
          <p:cNvPr id="7" name="object 7"/>
          <p:cNvSpPr txBox="1"/>
          <p:nvPr/>
        </p:nvSpPr>
        <p:spPr>
          <a:xfrm>
            <a:off x="1145539" y="2639059"/>
            <a:ext cx="10128885" cy="391160"/>
          </a:xfrm>
          <a:prstGeom prst="rect">
            <a:avLst/>
          </a:prstGeom>
        </p:spPr>
        <p:txBody>
          <a:bodyPr vert="horz" wrap="square" lIns="0" tIns="12700" rIns="0" bIns="0" rtlCol="0">
            <a:spAutoFit/>
          </a:bodyPr>
          <a:lstStyle/>
          <a:p>
            <a:pPr marL="12700">
              <a:lnSpc>
                <a:spcPct val="100000"/>
              </a:lnSpc>
              <a:spcBef>
                <a:spcPts val="100"/>
              </a:spcBef>
              <a:tabLst>
                <a:tab pos="609600" algn="l"/>
                <a:tab pos="2219325" algn="l"/>
                <a:tab pos="2538730" algn="l"/>
                <a:tab pos="2899410" algn="l"/>
                <a:tab pos="3444240" algn="l"/>
                <a:tab pos="4896485" algn="l"/>
                <a:tab pos="5488940" algn="l"/>
                <a:tab pos="6497320" algn="l"/>
                <a:tab pos="8270240" algn="l"/>
                <a:tab pos="9689465" algn="l"/>
              </a:tabLst>
            </a:pPr>
            <a:r>
              <a:rPr sz="2400" spc="-25" dirty="0">
                <a:latin typeface="Calibri"/>
                <a:cs typeface="Calibri"/>
              </a:rPr>
              <a:t>and</a:t>
            </a:r>
            <a:r>
              <a:rPr sz="2400" dirty="0">
                <a:latin typeface="Calibri"/>
                <a:cs typeface="Calibri"/>
              </a:rPr>
              <a:t>	</a:t>
            </a:r>
            <a:r>
              <a:rPr sz="2400" spc="-10" dirty="0">
                <a:latin typeface="Calibri"/>
                <a:cs typeface="Calibri"/>
              </a:rPr>
              <a:t>opportunity</a:t>
            </a:r>
            <a:r>
              <a:rPr sz="2400" dirty="0">
                <a:latin typeface="Calibri"/>
                <a:cs typeface="Calibri"/>
              </a:rPr>
              <a:t>	</a:t>
            </a:r>
            <a:r>
              <a:rPr sz="2400" spc="-25" dirty="0">
                <a:latin typeface="Calibri"/>
                <a:cs typeface="Calibri"/>
              </a:rPr>
              <a:t>is</a:t>
            </a:r>
            <a:r>
              <a:rPr sz="2400" dirty="0">
                <a:latin typeface="Calibri"/>
                <a:cs typeface="Calibri"/>
              </a:rPr>
              <a:t>	</a:t>
            </a:r>
            <a:r>
              <a:rPr sz="2400" spc="-25" dirty="0">
                <a:latin typeface="Calibri"/>
                <a:cs typeface="Calibri"/>
              </a:rPr>
              <a:t>in</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responses.</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project</a:t>
            </a:r>
            <a:r>
              <a:rPr sz="2400" dirty="0">
                <a:latin typeface="Calibri"/>
                <a:cs typeface="Calibri"/>
              </a:rPr>
              <a:t>	</a:t>
            </a:r>
            <a:r>
              <a:rPr sz="2400" spc="-10" dirty="0">
                <a:latin typeface="Calibri"/>
                <a:cs typeface="Calibri"/>
              </a:rPr>
              <a:t>management</a:t>
            </a:r>
            <a:r>
              <a:rPr sz="2400" dirty="0">
                <a:latin typeface="Calibri"/>
                <a:cs typeface="Calibri"/>
              </a:rPr>
              <a:t>	</a:t>
            </a:r>
            <a:r>
              <a:rPr sz="2400" spc="-10" dirty="0">
                <a:latin typeface="Calibri"/>
                <a:cs typeface="Calibri"/>
              </a:rPr>
              <a:t>profession</a:t>
            </a:r>
            <a:r>
              <a:rPr sz="2400" dirty="0">
                <a:latin typeface="Calibri"/>
                <a:cs typeface="Calibri"/>
              </a:rPr>
              <a:t>	</a:t>
            </a:r>
            <a:r>
              <a:rPr sz="2400" spc="-25" dirty="0">
                <a:latin typeface="Calibri"/>
                <a:cs typeface="Calibri"/>
              </a:rPr>
              <a:t>has</a:t>
            </a:r>
            <a:endParaRPr sz="2400">
              <a:latin typeface="Calibri"/>
              <a:cs typeface="Calibri"/>
            </a:endParaRPr>
          </a:p>
        </p:txBody>
      </p:sp>
      <p:sp>
        <p:nvSpPr>
          <p:cNvPr id="8" name="object 8"/>
          <p:cNvSpPr txBox="1"/>
          <p:nvPr/>
        </p:nvSpPr>
        <p:spPr>
          <a:xfrm>
            <a:off x="1145539" y="2892044"/>
            <a:ext cx="73488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identified</a:t>
            </a:r>
            <a:r>
              <a:rPr sz="2400" spc="-70" dirty="0">
                <a:latin typeface="Calibri"/>
                <a:cs typeface="Calibri"/>
              </a:rPr>
              <a:t> </a:t>
            </a:r>
            <a:r>
              <a:rPr sz="2400" dirty="0">
                <a:latin typeface="Calibri"/>
                <a:cs typeface="Calibri"/>
              </a:rPr>
              <a:t>(4)</a:t>
            </a:r>
            <a:r>
              <a:rPr sz="2400" spc="-55" dirty="0">
                <a:latin typeface="Calibri"/>
                <a:cs typeface="Calibri"/>
              </a:rPr>
              <a:t> </a:t>
            </a:r>
            <a:r>
              <a:rPr sz="2400" spc="-20" dirty="0">
                <a:latin typeface="Calibri"/>
                <a:cs typeface="Calibri"/>
              </a:rPr>
              <a:t>different</a:t>
            </a:r>
            <a:r>
              <a:rPr sz="2400" spc="-55" dirty="0">
                <a:latin typeface="Calibri"/>
                <a:cs typeface="Calibri"/>
              </a:rPr>
              <a:t> </a:t>
            </a:r>
            <a:r>
              <a:rPr sz="2400" dirty="0">
                <a:latin typeface="Calibri"/>
                <a:cs typeface="Calibri"/>
              </a:rPr>
              <a:t>types</a:t>
            </a:r>
            <a:r>
              <a:rPr sz="2400" spc="-55"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response</a:t>
            </a:r>
            <a:r>
              <a:rPr sz="2400" spc="-45"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an</a:t>
            </a:r>
            <a:r>
              <a:rPr sz="2400" spc="-50" dirty="0">
                <a:latin typeface="Calibri"/>
                <a:cs typeface="Calibri"/>
              </a:rPr>
              <a:t> </a:t>
            </a:r>
            <a:r>
              <a:rPr sz="2400" spc="-10" dirty="0">
                <a:latin typeface="Calibri"/>
                <a:cs typeface="Calibri"/>
              </a:rPr>
              <a:t>opportunity:</a:t>
            </a:r>
            <a:endParaRPr sz="2400" dirty="0">
              <a:latin typeface="Calibri"/>
              <a:cs typeface="Calibri"/>
            </a:endParaRPr>
          </a:p>
        </p:txBody>
      </p:sp>
      <p:sp>
        <p:nvSpPr>
          <p:cNvPr id="9" name="object 9"/>
          <p:cNvSpPr txBox="1"/>
          <p:nvPr/>
        </p:nvSpPr>
        <p:spPr>
          <a:xfrm>
            <a:off x="1217294" y="3235452"/>
            <a:ext cx="1005522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alibri"/>
                <a:cs typeface="Calibri"/>
              </a:rPr>
              <a:t>1.</a:t>
            </a:r>
            <a:r>
              <a:rPr sz="2000" b="1" spc="200" dirty="0">
                <a:latin typeface="Calibri"/>
                <a:cs typeface="Calibri"/>
              </a:rPr>
              <a:t> </a:t>
            </a:r>
            <a:r>
              <a:rPr sz="2000" b="1" dirty="0">
                <a:latin typeface="Calibri"/>
                <a:cs typeface="Calibri"/>
              </a:rPr>
              <a:t>Exploit.</a:t>
            </a:r>
            <a:r>
              <a:rPr sz="2000" b="1" spc="434" dirty="0">
                <a:latin typeface="Calibri"/>
                <a:cs typeface="Calibri"/>
              </a:rPr>
              <a:t> </a:t>
            </a:r>
            <a:r>
              <a:rPr sz="2000" dirty="0">
                <a:latin typeface="Calibri"/>
                <a:cs typeface="Calibri"/>
              </a:rPr>
              <a:t>This</a:t>
            </a:r>
            <a:r>
              <a:rPr sz="2000" spc="430" dirty="0">
                <a:latin typeface="Calibri"/>
                <a:cs typeface="Calibri"/>
              </a:rPr>
              <a:t> </a:t>
            </a:r>
            <a:r>
              <a:rPr sz="2000" dirty="0">
                <a:latin typeface="Calibri"/>
                <a:cs typeface="Calibri"/>
              </a:rPr>
              <a:t>tactic</a:t>
            </a:r>
            <a:r>
              <a:rPr sz="2000" spc="434" dirty="0">
                <a:latin typeface="Calibri"/>
                <a:cs typeface="Calibri"/>
              </a:rPr>
              <a:t> </a:t>
            </a:r>
            <a:r>
              <a:rPr sz="2000" dirty="0">
                <a:latin typeface="Calibri"/>
                <a:cs typeface="Calibri"/>
              </a:rPr>
              <a:t>seeks</a:t>
            </a:r>
            <a:r>
              <a:rPr sz="2000" spc="434" dirty="0">
                <a:latin typeface="Calibri"/>
                <a:cs typeface="Calibri"/>
              </a:rPr>
              <a:t> </a:t>
            </a:r>
            <a:r>
              <a:rPr sz="2000" dirty="0">
                <a:latin typeface="Calibri"/>
                <a:cs typeface="Calibri"/>
              </a:rPr>
              <a:t>to</a:t>
            </a:r>
            <a:r>
              <a:rPr sz="2000" spc="420" dirty="0">
                <a:latin typeface="Calibri"/>
                <a:cs typeface="Calibri"/>
              </a:rPr>
              <a:t> </a:t>
            </a:r>
            <a:r>
              <a:rPr sz="2000" dirty="0">
                <a:latin typeface="Calibri"/>
                <a:cs typeface="Calibri"/>
              </a:rPr>
              <a:t>eliminate</a:t>
            </a:r>
            <a:r>
              <a:rPr sz="2000" spc="434" dirty="0">
                <a:latin typeface="Calibri"/>
                <a:cs typeface="Calibri"/>
              </a:rPr>
              <a:t> </a:t>
            </a:r>
            <a:r>
              <a:rPr sz="2000" dirty="0">
                <a:latin typeface="Calibri"/>
                <a:cs typeface="Calibri"/>
              </a:rPr>
              <a:t>the</a:t>
            </a:r>
            <a:r>
              <a:rPr sz="2000" spc="434" dirty="0">
                <a:latin typeface="Calibri"/>
                <a:cs typeface="Calibri"/>
              </a:rPr>
              <a:t> </a:t>
            </a:r>
            <a:r>
              <a:rPr sz="2000" dirty="0">
                <a:latin typeface="Calibri"/>
                <a:cs typeface="Calibri"/>
              </a:rPr>
              <a:t>uncertainty</a:t>
            </a:r>
            <a:r>
              <a:rPr sz="2000" spc="420" dirty="0">
                <a:latin typeface="Calibri"/>
                <a:cs typeface="Calibri"/>
              </a:rPr>
              <a:t> </a:t>
            </a:r>
            <a:r>
              <a:rPr sz="2000" dirty="0">
                <a:latin typeface="Calibri"/>
                <a:cs typeface="Calibri"/>
              </a:rPr>
              <a:t>associated</a:t>
            </a:r>
            <a:r>
              <a:rPr sz="2000" spc="430" dirty="0">
                <a:latin typeface="Calibri"/>
                <a:cs typeface="Calibri"/>
              </a:rPr>
              <a:t> </a:t>
            </a:r>
            <a:r>
              <a:rPr sz="2000" dirty="0">
                <a:latin typeface="Calibri"/>
                <a:cs typeface="Calibri"/>
              </a:rPr>
              <a:t>with</a:t>
            </a:r>
            <a:r>
              <a:rPr sz="2000" spc="430" dirty="0">
                <a:latin typeface="Calibri"/>
                <a:cs typeface="Calibri"/>
              </a:rPr>
              <a:t> </a:t>
            </a:r>
            <a:r>
              <a:rPr sz="2000" dirty="0">
                <a:latin typeface="Calibri"/>
                <a:cs typeface="Calibri"/>
              </a:rPr>
              <a:t>an</a:t>
            </a:r>
            <a:r>
              <a:rPr sz="2000" spc="425" dirty="0">
                <a:latin typeface="Calibri"/>
                <a:cs typeface="Calibri"/>
              </a:rPr>
              <a:t> </a:t>
            </a:r>
            <a:r>
              <a:rPr sz="2000" dirty="0">
                <a:latin typeface="Calibri"/>
                <a:cs typeface="Calibri"/>
              </a:rPr>
              <a:t>opportunity</a:t>
            </a:r>
            <a:r>
              <a:rPr sz="2000" spc="425" dirty="0">
                <a:latin typeface="Calibri"/>
                <a:cs typeface="Calibri"/>
              </a:rPr>
              <a:t> </a:t>
            </a:r>
            <a:r>
              <a:rPr sz="2000" spc="-25" dirty="0">
                <a:latin typeface="Calibri"/>
                <a:cs typeface="Calibri"/>
              </a:rPr>
              <a:t>to</a:t>
            </a:r>
            <a:endParaRPr sz="2000" dirty="0">
              <a:latin typeface="Calibri"/>
              <a:cs typeface="Calibri"/>
            </a:endParaRPr>
          </a:p>
        </p:txBody>
      </p:sp>
      <p:sp>
        <p:nvSpPr>
          <p:cNvPr id="10" name="object 10"/>
          <p:cNvSpPr txBox="1"/>
          <p:nvPr/>
        </p:nvSpPr>
        <p:spPr>
          <a:xfrm>
            <a:off x="1503044" y="3439667"/>
            <a:ext cx="977138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ensure</a:t>
            </a:r>
            <a:r>
              <a:rPr sz="2000" spc="40" dirty="0">
                <a:latin typeface="Calibri"/>
                <a:cs typeface="Calibri"/>
              </a:rPr>
              <a:t> </a:t>
            </a:r>
            <a:r>
              <a:rPr sz="2000" dirty="0">
                <a:latin typeface="Calibri"/>
                <a:cs typeface="Calibri"/>
              </a:rPr>
              <a:t>that</a:t>
            </a:r>
            <a:r>
              <a:rPr sz="2000" spc="45" dirty="0">
                <a:latin typeface="Calibri"/>
                <a:cs typeface="Calibri"/>
              </a:rPr>
              <a:t> </a:t>
            </a:r>
            <a:r>
              <a:rPr sz="2000" dirty="0">
                <a:latin typeface="Calibri"/>
                <a:cs typeface="Calibri"/>
              </a:rPr>
              <a:t>it</a:t>
            </a:r>
            <a:r>
              <a:rPr sz="2000" spc="45" dirty="0">
                <a:latin typeface="Calibri"/>
                <a:cs typeface="Calibri"/>
              </a:rPr>
              <a:t> </a:t>
            </a:r>
            <a:r>
              <a:rPr sz="2000" dirty="0">
                <a:latin typeface="Calibri"/>
                <a:cs typeface="Calibri"/>
              </a:rPr>
              <a:t>definitely</a:t>
            </a:r>
            <a:r>
              <a:rPr sz="2000" spc="35" dirty="0">
                <a:latin typeface="Calibri"/>
                <a:cs typeface="Calibri"/>
              </a:rPr>
              <a:t> </a:t>
            </a:r>
            <a:r>
              <a:rPr sz="2000" dirty="0">
                <a:latin typeface="Calibri"/>
                <a:cs typeface="Calibri"/>
              </a:rPr>
              <a:t>happens.</a:t>
            </a:r>
            <a:r>
              <a:rPr sz="2000" spc="35" dirty="0">
                <a:latin typeface="Calibri"/>
                <a:cs typeface="Calibri"/>
              </a:rPr>
              <a:t> </a:t>
            </a:r>
            <a:r>
              <a:rPr sz="2000" dirty="0">
                <a:latin typeface="Calibri"/>
                <a:cs typeface="Calibri"/>
              </a:rPr>
              <a:t>Examples</a:t>
            </a:r>
            <a:r>
              <a:rPr sz="2000" spc="40" dirty="0">
                <a:latin typeface="Calibri"/>
                <a:cs typeface="Calibri"/>
              </a:rPr>
              <a:t> </a:t>
            </a:r>
            <a:r>
              <a:rPr sz="2000" dirty="0">
                <a:latin typeface="Calibri"/>
                <a:cs typeface="Calibri"/>
              </a:rPr>
              <a:t>include</a:t>
            </a:r>
            <a:r>
              <a:rPr sz="2000" spc="40" dirty="0">
                <a:latin typeface="Calibri"/>
                <a:cs typeface="Calibri"/>
              </a:rPr>
              <a:t> </a:t>
            </a:r>
            <a:r>
              <a:rPr sz="2000" dirty="0">
                <a:latin typeface="Calibri"/>
                <a:cs typeface="Calibri"/>
              </a:rPr>
              <a:t>assigning</a:t>
            </a:r>
            <a:r>
              <a:rPr sz="2000" spc="35" dirty="0">
                <a:latin typeface="Calibri"/>
                <a:cs typeface="Calibri"/>
              </a:rPr>
              <a:t> </a:t>
            </a:r>
            <a:r>
              <a:rPr sz="2000" dirty="0">
                <a:latin typeface="Calibri"/>
                <a:cs typeface="Calibri"/>
              </a:rPr>
              <a:t>your</a:t>
            </a:r>
            <a:r>
              <a:rPr sz="2000" spc="40" dirty="0">
                <a:latin typeface="Calibri"/>
                <a:cs typeface="Calibri"/>
              </a:rPr>
              <a:t> </a:t>
            </a:r>
            <a:r>
              <a:rPr sz="2000" dirty="0">
                <a:latin typeface="Calibri"/>
                <a:cs typeface="Calibri"/>
              </a:rPr>
              <a:t>best</a:t>
            </a:r>
            <a:r>
              <a:rPr sz="2000" spc="45" dirty="0">
                <a:latin typeface="Calibri"/>
                <a:cs typeface="Calibri"/>
              </a:rPr>
              <a:t> </a:t>
            </a:r>
            <a:r>
              <a:rPr sz="2000" dirty="0">
                <a:latin typeface="Calibri"/>
                <a:cs typeface="Calibri"/>
              </a:rPr>
              <a:t>personnel</a:t>
            </a:r>
            <a:r>
              <a:rPr sz="2000" spc="40" dirty="0">
                <a:latin typeface="Calibri"/>
                <a:cs typeface="Calibri"/>
              </a:rPr>
              <a:t> </a:t>
            </a:r>
            <a:r>
              <a:rPr sz="2000" dirty="0">
                <a:latin typeface="Calibri"/>
                <a:cs typeface="Calibri"/>
              </a:rPr>
              <a:t>to</a:t>
            </a:r>
            <a:r>
              <a:rPr sz="2000" spc="30" dirty="0">
                <a:latin typeface="Calibri"/>
                <a:cs typeface="Calibri"/>
              </a:rPr>
              <a:t> </a:t>
            </a:r>
            <a:r>
              <a:rPr sz="2000" dirty="0">
                <a:latin typeface="Calibri"/>
                <a:cs typeface="Calibri"/>
              </a:rPr>
              <a:t>a</a:t>
            </a:r>
            <a:r>
              <a:rPr sz="2000" spc="45" dirty="0">
                <a:latin typeface="Calibri"/>
                <a:cs typeface="Calibri"/>
              </a:rPr>
              <a:t> </a:t>
            </a:r>
            <a:r>
              <a:rPr sz="2000" spc="-10" dirty="0">
                <a:latin typeface="Calibri"/>
                <a:cs typeface="Calibri"/>
              </a:rPr>
              <a:t>critical</a:t>
            </a:r>
            <a:endParaRPr sz="2000" dirty="0">
              <a:latin typeface="Calibri"/>
              <a:cs typeface="Calibri"/>
            </a:endParaRPr>
          </a:p>
        </p:txBody>
      </p:sp>
      <p:sp>
        <p:nvSpPr>
          <p:cNvPr id="11" name="object 11"/>
          <p:cNvSpPr txBox="1"/>
          <p:nvPr/>
        </p:nvSpPr>
        <p:spPr>
          <a:xfrm>
            <a:off x="1217294" y="3653028"/>
            <a:ext cx="10055225" cy="827405"/>
          </a:xfrm>
          <a:prstGeom prst="rect">
            <a:avLst/>
          </a:prstGeom>
        </p:spPr>
        <p:txBody>
          <a:bodyPr vert="horz" wrap="square" lIns="0" tIns="100965" rIns="0" bIns="0" rtlCol="0">
            <a:spAutoFit/>
          </a:bodyPr>
          <a:lstStyle/>
          <a:p>
            <a:pPr marL="298450" marR="5080">
              <a:lnSpc>
                <a:spcPct val="71000"/>
              </a:lnSpc>
              <a:spcBef>
                <a:spcPts val="795"/>
              </a:spcBef>
            </a:pPr>
            <a:r>
              <a:rPr sz="2000" dirty="0">
                <a:latin typeface="Calibri"/>
                <a:cs typeface="Calibri"/>
              </a:rPr>
              <a:t>burst</a:t>
            </a:r>
            <a:r>
              <a:rPr sz="2000" spc="25" dirty="0">
                <a:latin typeface="Calibri"/>
                <a:cs typeface="Calibri"/>
              </a:rPr>
              <a:t> </a:t>
            </a:r>
            <a:r>
              <a:rPr sz="2000" dirty="0">
                <a:latin typeface="Calibri"/>
                <a:cs typeface="Calibri"/>
              </a:rPr>
              <a:t>activity</a:t>
            </a:r>
            <a:r>
              <a:rPr sz="2000" spc="15"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reduce</a:t>
            </a:r>
            <a:r>
              <a:rPr sz="2000" spc="30"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time</a:t>
            </a:r>
            <a:r>
              <a:rPr sz="2000" spc="30"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completion</a:t>
            </a:r>
            <a:r>
              <a:rPr sz="2000" spc="25" dirty="0">
                <a:latin typeface="Calibri"/>
                <a:cs typeface="Calibri"/>
              </a:rPr>
              <a:t> </a:t>
            </a:r>
            <a:r>
              <a:rPr sz="2000" dirty="0">
                <a:latin typeface="Calibri"/>
                <a:cs typeface="Calibri"/>
              </a:rPr>
              <a:t>or</a:t>
            </a:r>
            <a:r>
              <a:rPr sz="2000" spc="25" dirty="0">
                <a:latin typeface="Calibri"/>
                <a:cs typeface="Calibri"/>
              </a:rPr>
              <a:t> </a:t>
            </a:r>
            <a:r>
              <a:rPr sz="2000" dirty="0">
                <a:latin typeface="Calibri"/>
                <a:cs typeface="Calibri"/>
              </a:rPr>
              <a:t>revising</a:t>
            </a:r>
            <a:r>
              <a:rPr sz="2000" spc="20"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design</a:t>
            </a:r>
            <a:r>
              <a:rPr sz="2000" spc="25"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enable</a:t>
            </a:r>
            <a:r>
              <a:rPr sz="2000" spc="30"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component</a:t>
            </a:r>
            <a:r>
              <a:rPr sz="2000" spc="30" dirty="0">
                <a:latin typeface="Calibri"/>
                <a:cs typeface="Calibri"/>
              </a:rPr>
              <a:t> </a:t>
            </a:r>
            <a:r>
              <a:rPr sz="2000" spc="-25" dirty="0">
                <a:latin typeface="Calibri"/>
                <a:cs typeface="Calibri"/>
              </a:rPr>
              <a:t>to </a:t>
            </a:r>
            <a:r>
              <a:rPr sz="2000" dirty="0">
                <a:latin typeface="Calibri"/>
                <a:cs typeface="Calibri"/>
              </a:rPr>
              <a:t>be</a:t>
            </a:r>
            <a:r>
              <a:rPr sz="2000" spc="-70" dirty="0">
                <a:latin typeface="Calibri"/>
                <a:cs typeface="Calibri"/>
              </a:rPr>
              <a:t> </a:t>
            </a:r>
            <a:r>
              <a:rPr sz="2000" dirty="0">
                <a:latin typeface="Calibri"/>
                <a:cs typeface="Calibri"/>
              </a:rPr>
              <a:t>purchased</a:t>
            </a:r>
            <a:r>
              <a:rPr sz="2000" spc="-80" dirty="0">
                <a:latin typeface="Calibri"/>
                <a:cs typeface="Calibri"/>
              </a:rPr>
              <a:t> </a:t>
            </a:r>
            <a:r>
              <a:rPr sz="2000" dirty="0">
                <a:latin typeface="Calibri"/>
                <a:cs typeface="Calibri"/>
              </a:rPr>
              <a:t>rather</a:t>
            </a:r>
            <a:r>
              <a:rPr sz="2000" spc="-70" dirty="0">
                <a:latin typeface="Calibri"/>
                <a:cs typeface="Calibri"/>
              </a:rPr>
              <a:t> </a:t>
            </a:r>
            <a:r>
              <a:rPr sz="2000" dirty="0">
                <a:latin typeface="Calibri"/>
                <a:cs typeface="Calibri"/>
              </a:rPr>
              <a:t>than</a:t>
            </a:r>
            <a:r>
              <a:rPr sz="2000" spc="-75" dirty="0">
                <a:latin typeface="Calibri"/>
                <a:cs typeface="Calibri"/>
              </a:rPr>
              <a:t> </a:t>
            </a:r>
            <a:r>
              <a:rPr sz="2000" dirty="0">
                <a:latin typeface="Calibri"/>
                <a:cs typeface="Calibri"/>
              </a:rPr>
              <a:t>developed</a:t>
            </a:r>
            <a:r>
              <a:rPr sz="2000" spc="-75" dirty="0">
                <a:latin typeface="Calibri"/>
                <a:cs typeface="Calibri"/>
              </a:rPr>
              <a:t> </a:t>
            </a:r>
            <a:r>
              <a:rPr sz="2000" spc="-10" dirty="0">
                <a:latin typeface="Calibri"/>
                <a:cs typeface="Calibri"/>
              </a:rPr>
              <a:t>internally.</a:t>
            </a:r>
            <a:endParaRPr sz="2000" dirty="0">
              <a:latin typeface="Calibri"/>
              <a:cs typeface="Calibri"/>
            </a:endParaRPr>
          </a:p>
          <a:p>
            <a:pPr marL="12700">
              <a:lnSpc>
                <a:spcPts val="2210"/>
              </a:lnSpc>
            </a:pPr>
            <a:r>
              <a:rPr sz="2000" b="1" dirty="0">
                <a:latin typeface="Calibri"/>
                <a:cs typeface="Calibri"/>
              </a:rPr>
              <a:t>2.</a:t>
            </a:r>
            <a:r>
              <a:rPr sz="2000" b="1" spc="195" dirty="0">
                <a:latin typeface="Calibri"/>
                <a:cs typeface="Calibri"/>
              </a:rPr>
              <a:t> </a:t>
            </a:r>
            <a:r>
              <a:rPr sz="2000" b="1" dirty="0">
                <a:latin typeface="Calibri"/>
                <a:cs typeface="Calibri"/>
              </a:rPr>
              <a:t>Share.</a:t>
            </a:r>
            <a:r>
              <a:rPr sz="2000" b="1" spc="295" dirty="0">
                <a:latin typeface="Calibri"/>
                <a:cs typeface="Calibri"/>
              </a:rPr>
              <a:t> </a:t>
            </a:r>
            <a:r>
              <a:rPr sz="2000" dirty="0">
                <a:latin typeface="Calibri"/>
                <a:cs typeface="Calibri"/>
              </a:rPr>
              <a:t>This</a:t>
            </a:r>
            <a:r>
              <a:rPr sz="2000" spc="295" dirty="0">
                <a:latin typeface="Calibri"/>
                <a:cs typeface="Calibri"/>
              </a:rPr>
              <a:t> </a:t>
            </a:r>
            <a:r>
              <a:rPr sz="2000" dirty="0">
                <a:latin typeface="Calibri"/>
                <a:cs typeface="Calibri"/>
              </a:rPr>
              <a:t>strategy</a:t>
            </a:r>
            <a:r>
              <a:rPr sz="2000" spc="285" dirty="0">
                <a:latin typeface="Calibri"/>
                <a:cs typeface="Calibri"/>
              </a:rPr>
              <a:t> </a:t>
            </a:r>
            <a:r>
              <a:rPr sz="2000" dirty="0">
                <a:latin typeface="Calibri"/>
                <a:cs typeface="Calibri"/>
              </a:rPr>
              <a:t>involves</a:t>
            </a:r>
            <a:r>
              <a:rPr sz="2000" spc="290" dirty="0">
                <a:latin typeface="Calibri"/>
                <a:cs typeface="Calibri"/>
              </a:rPr>
              <a:t> </a:t>
            </a:r>
            <a:r>
              <a:rPr sz="2000" dirty="0">
                <a:latin typeface="Calibri"/>
                <a:cs typeface="Calibri"/>
              </a:rPr>
              <a:t>allocating</a:t>
            </a:r>
            <a:r>
              <a:rPr sz="2000" spc="290" dirty="0">
                <a:latin typeface="Calibri"/>
                <a:cs typeface="Calibri"/>
              </a:rPr>
              <a:t> </a:t>
            </a:r>
            <a:r>
              <a:rPr sz="2000" dirty="0">
                <a:latin typeface="Calibri"/>
                <a:cs typeface="Calibri"/>
              </a:rPr>
              <a:t>some</a:t>
            </a:r>
            <a:r>
              <a:rPr sz="2000" spc="295" dirty="0">
                <a:latin typeface="Calibri"/>
                <a:cs typeface="Calibri"/>
              </a:rPr>
              <a:t> </a:t>
            </a:r>
            <a:r>
              <a:rPr sz="2000" dirty="0">
                <a:latin typeface="Calibri"/>
                <a:cs typeface="Calibri"/>
              </a:rPr>
              <a:t>or</a:t>
            </a:r>
            <a:r>
              <a:rPr sz="2000" spc="295" dirty="0">
                <a:latin typeface="Calibri"/>
                <a:cs typeface="Calibri"/>
              </a:rPr>
              <a:t> </a:t>
            </a:r>
            <a:r>
              <a:rPr sz="2000" dirty="0">
                <a:latin typeface="Calibri"/>
                <a:cs typeface="Calibri"/>
              </a:rPr>
              <a:t>all</a:t>
            </a:r>
            <a:r>
              <a:rPr sz="2000" spc="295" dirty="0">
                <a:latin typeface="Calibri"/>
                <a:cs typeface="Calibri"/>
              </a:rPr>
              <a:t> </a:t>
            </a:r>
            <a:r>
              <a:rPr sz="2000" dirty="0">
                <a:latin typeface="Calibri"/>
                <a:cs typeface="Calibri"/>
              </a:rPr>
              <a:t>of</a:t>
            </a:r>
            <a:r>
              <a:rPr sz="2000" spc="295" dirty="0">
                <a:latin typeface="Calibri"/>
                <a:cs typeface="Calibri"/>
              </a:rPr>
              <a:t> </a:t>
            </a:r>
            <a:r>
              <a:rPr sz="2000" dirty="0">
                <a:latin typeface="Calibri"/>
                <a:cs typeface="Calibri"/>
              </a:rPr>
              <a:t>the</a:t>
            </a:r>
            <a:r>
              <a:rPr sz="2000" spc="290" dirty="0">
                <a:latin typeface="Calibri"/>
                <a:cs typeface="Calibri"/>
              </a:rPr>
              <a:t> </a:t>
            </a:r>
            <a:r>
              <a:rPr sz="2000" dirty="0">
                <a:latin typeface="Calibri"/>
                <a:cs typeface="Calibri"/>
              </a:rPr>
              <a:t>ownership</a:t>
            </a:r>
            <a:r>
              <a:rPr sz="2000" spc="290" dirty="0">
                <a:latin typeface="Calibri"/>
                <a:cs typeface="Calibri"/>
              </a:rPr>
              <a:t> </a:t>
            </a:r>
            <a:r>
              <a:rPr sz="2000" dirty="0">
                <a:latin typeface="Calibri"/>
                <a:cs typeface="Calibri"/>
              </a:rPr>
              <a:t>of</a:t>
            </a:r>
            <a:r>
              <a:rPr sz="2000" spc="290" dirty="0">
                <a:latin typeface="Calibri"/>
                <a:cs typeface="Calibri"/>
              </a:rPr>
              <a:t> </a:t>
            </a:r>
            <a:r>
              <a:rPr sz="2000" dirty="0">
                <a:latin typeface="Calibri"/>
                <a:cs typeface="Calibri"/>
              </a:rPr>
              <a:t>an</a:t>
            </a:r>
            <a:r>
              <a:rPr sz="2000" spc="295" dirty="0">
                <a:latin typeface="Calibri"/>
                <a:cs typeface="Calibri"/>
              </a:rPr>
              <a:t> </a:t>
            </a:r>
            <a:r>
              <a:rPr sz="2000" dirty="0">
                <a:latin typeface="Calibri"/>
                <a:cs typeface="Calibri"/>
              </a:rPr>
              <a:t>opportunity</a:t>
            </a:r>
            <a:r>
              <a:rPr sz="2000" spc="285" dirty="0">
                <a:latin typeface="Calibri"/>
                <a:cs typeface="Calibri"/>
              </a:rPr>
              <a:t> </a:t>
            </a:r>
            <a:r>
              <a:rPr sz="2000" spc="-25" dirty="0">
                <a:latin typeface="Calibri"/>
                <a:cs typeface="Calibri"/>
              </a:rPr>
              <a:t>to</a:t>
            </a:r>
            <a:endParaRPr sz="2000" dirty="0">
              <a:latin typeface="Calibri"/>
              <a:cs typeface="Calibri"/>
            </a:endParaRPr>
          </a:p>
        </p:txBody>
      </p:sp>
      <p:sp>
        <p:nvSpPr>
          <p:cNvPr id="12" name="object 12"/>
          <p:cNvSpPr txBox="1"/>
          <p:nvPr/>
        </p:nvSpPr>
        <p:spPr>
          <a:xfrm>
            <a:off x="1503044" y="4366260"/>
            <a:ext cx="977138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another</a:t>
            </a:r>
            <a:r>
              <a:rPr sz="2000" spc="325" dirty="0">
                <a:latin typeface="Calibri"/>
                <a:cs typeface="Calibri"/>
              </a:rPr>
              <a:t> </a:t>
            </a:r>
            <a:r>
              <a:rPr sz="2000" dirty="0">
                <a:latin typeface="Calibri"/>
                <a:cs typeface="Calibri"/>
              </a:rPr>
              <a:t>party</a:t>
            </a:r>
            <a:r>
              <a:rPr sz="2000" spc="320" dirty="0">
                <a:latin typeface="Calibri"/>
                <a:cs typeface="Calibri"/>
              </a:rPr>
              <a:t> </a:t>
            </a:r>
            <a:r>
              <a:rPr sz="2000" dirty="0">
                <a:latin typeface="Calibri"/>
                <a:cs typeface="Calibri"/>
              </a:rPr>
              <a:t>who</a:t>
            </a:r>
            <a:r>
              <a:rPr sz="2000" spc="320" dirty="0">
                <a:latin typeface="Calibri"/>
                <a:cs typeface="Calibri"/>
              </a:rPr>
              <a:t> </a:t>
            </a:r>
            <a:r>
              <a:rPr sz="2000" dirty="0">
                <a:latin typeface="Calibri"/>
                <a:cs typeface="Calibri"/>
              </a:rPr>
              <a:t>is</a:t>
            </a:r>
            <a:r>
              <a:rPr sz="2000" spc="330" dirty="0">
                <a:latin typeface="Calibri"/>
                <a:cs typeface="Calibri"/>
              </a:rPr>
              <a:t> </a:t>
            </a:r>
            <a:r>
              <a:rPr sz="2000" dirty="0">
                <a:latin typeface="Calibri"/>
                <a:cs typeface="Calibri"/>
              </a:rPr>
              <a:t>best</a:t>
            </a:r>
            <a:r>
              <a:rPr sz="2000" spc="325" dirty="0">
                <a:latin typeface="Calibri"/>
                <a:cs typeface="Calibri"/>
              </a:rPr>
              <a:t> </a:t>
            </a:r>
            <a:r>
              <a:rPr sz="2000" dirty="0">
                <a:latin typeface="Calibri"/>
                <a:cs typeface="Calibri"/>
              </a:rPr>
              <a:t>able</a:t>
            </a:r>
            <a:r>
              <a:rPr sz="2000" spc="330" dirty="0">
                <a:latin typeface="Calibri"/>
                <a:cs typeface="Calibri"/>
              </a:rPr>
              <a:t> </a:t>
            </a:r>
            <a:r>
              <a:rPr sz="2000" dirty="0">
                <a:latin typeface="Calibri"/>
                <a:cs typeface="Calibri"/>
              </a:rPr>
              <a:t>to</a:t>
            </a:r>
            <a:r>
              <a:rPr sz="2000" spc="320" dirty="0">
                <a:latin typeface="Calibri"/>
                <a:cs typeface="Calibri"/>
              </a:rPr>
              <a:t> </a:t>
            </a:r>
            <a:r>
              <a:rPr sz="2000" dirty="0">
                <a:latin typeface="Calibri"/>
                <a:cs typeface="Calibri"/>
              </a:rPr>
              <a:t>capture</a:t>
            </a:r>
            <a:r>
              <a:rPr sz="2000" spc="325" dirty="0">
                <a:latin typeface="Calibri"/>
                <a:cs typeface="Calibri"/>
              </a:rPr>
              <a:t> </a:t>
            </a:r>
            <a:r>
              <a:rPr sz="2000" dirty="0">
                <a:latin typeface="Calibri"/>
                <a:cs typeface="Calibri"/>
              </a:rPr>
              <a:t>the</a:t>
            </a:r>
            <a:r>
              <a:rPr sz="2000" spc="325" dirty="0">
                <a:latin typeface="Calibri"/>
                <a:cs typeface="Calibri"/>
              </a:rPr>
              <a:t> </a:t>
            </a:r>
            <a:r>
              <a:rPr sz="2000" dirty="0">
                <a:latin typeface="Calibri"/>
                <a:cs typeface="Calibri"/>
              </a:rPr>
              <a:t>opportunity</a:t>
            </a:r>
            <a:r>
              <a:rPr sz="2000" spc="320" dirty="0">
                <a:latin typeface="Calibri"/>
                <a:cs typeface="Calibri"/>
              </a:rPr>
              <a:t> </a:t>
            </a:r>
            <a:r>
              <a:rPr sz="2000" dirty="0">
                <a:latin typeface="Calibri"/>
                <a:cs typeface="Calibri"/>
              </a:rPr>
              <a:t>for</a:t>
            </a:r>
            <a:r>
              <a:rPr sz="2000" spc="325" dirty="0">
                <a:latin typeface="Calibri"/>
                <a:cs typeface="Calibri"/>
              </a:rPr>
              <a:t> </a:t>
            </a:r>
            <a:r>
              <a:rPr sz="2000" dirty="0">
                <a:latin typeface="Calibri"/>
                <a:cs typeface="Calibri"/>
              </a:rPr>
              <a:t>the</a:t>
            </a:r>
            <a:r>
              <a:rPr sz="2000" spc="325" dirty="0">
                <a:latin typeface="Calibri"/>
                <a:cs typeface="Calibri"/>
              </a:rPr>
              <a:t> </a:t>
            </a:r>
            <a:r>
              <a:rPr sz="2000" dirty="0">
                <a:latin typeface="Calibri"/>
                <a:cs typeface="Calibri"/>
              </a:rPr>
              <a:t>benefit</a:t>
            </a:r>
            <a:r>
              <a:rPr sz="2000" spc="325" dirty="0">
                <a:latin typeface="Calibri"/>
                <a:cs typeface="Calibri"/>
              </a:rPr>
              <a:t> </a:t>
            </a:r>
            <a:r>
              <a:rPr sz="2000" dirty="0">
                <a:latin typeface="Calibri"/>
                <a:cs typeface="Calibri"/>
              </a:rPr>
              <a:t>of</a:t>
            </a:r>
            <a:r>
              <a:rPr sz="2000" spc="325" dirty="0">
                <a:latin typeface="Calibri"/>
                <a:cs typeface="Calibri"/>
              </a:rPr>
              <a:t> </a:t>
            </a:r>
            <a:r>
              <a:rPr sz="2000" dirty="0">
                <a:latin typeface="Calibri"/>
                <a:cs typeface="Calibri"/>
              </a:rPr>
              <a:t>the</a:t>
            </a:r>
            <a:r>
              <a:rPr sz="2000" spc="325" dirty="0">
                <a:latin typeface="Calibri"/>
                <a:cs typeface="Calibri"/>
              </a:rPr>
              <a:t> </a:t>
            </a:r>
            <a:r>
              <a:rPr sz="2000" spc="-10" dirty="0">
                <a:latin typeface="Calibri"/>
                <a:cs typeface="Calibri"/>
              </a:rPr>
              <a:t>project.</a:t>
            </a:r>
            <a:endParaRPr sz="2000">
              <a:latin typeface="Calibri"/>
              <a:cs typeface="Calibri"/>
            </a:endParaRPr>
          </a:p>
        </p:txBody>
      </p:sp>
      <p:sp>
        <p:nvSpPr>
          <p:cNvPr id="13" name="object 13"/>
          <p:cNvSpPr txBox="1"/>
          <p:nvPr/>
        </p:nvSpPr>
        <p:spPr>
          <a:xfrm>
            <a:off x="1503044" y="4567428"/>
            <a:ext cx="977074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Examples</a:t>
            </a:r>
            <a:r>
              <a:rPr sz="2000" spc="25" dirty="0">
                <a:latin typeface="Calibri"/>
                <a:cs typeface="Calibri"/>
              </a:rPr>
              <a:t> </a:t>
            </a:r>
            <a:r>
              <a:rPr sz="2000" dirty="0">
                <a:latin typeface="Calibri"/>
                <a:cs typeface="Calibri"/>
              </a:rPr>
              <a:t>include</a:t>
            </a:r>
            <a:r>
              <a:rPr sz="2000" spc="25" dirty="0">
                <a:latin typeface="Calibri"/>
                <a:cs typeface="Calibri"/>
              </a:rPr>
              <a:t> </a:t>
            </a:r>
            <a:r>
              <a:rPr sz="2000" dirty="0">
                <a:latin typeface="Calibri"/>
                <a:cs typeface="Calibri"/>
              </a:rPr>
              <a:t>establishing</a:t>
            </a:r>
            <a:r>
              <a:rPr sz="2000" spc="15" dirty="0">
                <a:latin typeface="Calibri"/>
                <a:cs typeface="Calibri"/>
              </a:rPr>
              <a:t> </a:t>
            </a:r>
            <a:r>
              <a:rPr sz="2000" dirty="0">
                <a:latin typeface="Calibri"/>
                <a:cs typeface="Calibri"/>
              </a:rPr>
              <a:t>continuous</a:t>
            </a:r>
            <a:r>
              <a:rPr sz="2000" spc="30" dirty="0">
                <a:latin typeface="Calibri"/>
                <a:cs typeface="Calibri"/>
              </a:rPr>
              <a:t> </a:t>
            </a:r>
            <a:r>
              <a:rPr sz="2000" dirty="0">
                <a:latin typeface="Calibri"/>
                <a:cs typeface="Calibri"/>
              </a:rPr>
              <a:t>improvement</a:t>
            </a:r>
            <a:r>
              <a:rPr sz="2000" spc="25" dirty="0">
                <a:latin typeface="Calibri"/>
                <a:cs typeface="Calibri"/>
              </a:rPr>
              <a:t> </a:t>
            </a:r>
            <a:r>
              <a:rPr sz="2000" dirty="0">
                <a:latin typeface="Calibri"/>
                <a:cs typeface="Calibri"/>
              </a:rPr>
              <a:t>incentives</a:t>
            </a:r>
            <a:r>
              <a:rPr sz="2000" spc="30" dirty="0">
                <a:latin typeface="Calibri"/>
                <a:cs typeface="Calibri"/>
              </a:rPr>
              <a:t> </a:t>
            </a:r>
            <a:r>
              <a:rPr sz="2000" dirty="0">
                <a:latin typeface="Calibri"/>
                <a:cs typeface="Calibri"/>
              </a:rPr>
              <a:t>for</a:t>
            </a:r>
            <a:r>
              <a:rPr sz="2000" spc="20" dirty="0">
                <a:latin typeface="Calibri"/>
                <a:cs typeface="Calibri"/>
              </a:rPr>
              <a:t> </a:t>
            </a:r>
            <a:r>
              <a:rPr sz="2000" dirty="0">
                <a:latin typeface="Calibri"/>
                <a:cs typeface="Calibri"/>
              </a:rPr>
              <a:t>external</a:t>
            </a:r>
            <a:r>
              <a:rPr sz="2000" spc="25" dirty="0">
                <a:latin typeface="Calibri"/>
                <a:cs typeface="Calibri"/>
              </a:rPr>
              <a:t> </a:t>
            </a:r>
            <a:r>
              <a:rPr sz="2000" dirty="0">
                <a:latin typeface="Calibri"/>
                <a:cs typeface="Calibri"/>
              </a:rPr>
              <a:t>contractors</a:t>
            </a:r>
            <a:r>
              <a:rPr sz="2000" spc="25" dirty="0">
                <a:latin typeface="Calibri"/>
                <a:cs typeface="Calibri"/>
              </a:rPr>
              <a:t> </a:t>
            </a:r>
            <a:r>
              <a:rPr sz="2000" spc="-25" dirty="0">
                <a:latin typeface="Calibri"/>
                <a:cs typeface="Calibri"/>
              </a:rPr>
              <a:t>or</a:t>
            </a:r>
            <a:endParaRPr sz="2000">
              <a:latin typeface="Calibri"/>
              <a:cs typeface="Calibri"/>
            </a:endParaRPr>
          </a:p>
        </p:txBody>
      </p:sp>
      <p:sp>
        <p:nvSpPr>
          <p:cNvPr id="14" name="object 14"/>
          <p:cNvSpPr txBox="1"/>
          <p:nvPr/>
        </p:nvSpPr>
        <p:spPr>
          <a:xfrm>
            <a:off x="1217294" y="4783835"/>
            <a:ext cx="10056495" cy="827405"/>
          </a:xfrm>
          <a:prstGeom prst="rect">
            <a:avLst/>
          </a:prstGeom>
        </p:spPr>
        <p:txBody>
          <a:bodyPr vert="horz" wrap="square" lIns="0" tIns="12700" rIns="0" bIns="0" rtlCol="0">
            <a:spAutoFit/>
          </a:bodyPr>
          <a:lstStyle/>
          <a:p>
            <a:pPr marL="298450">
              <a:lnSpc>
                <a:spcPts val="2305"/>
              </a:lnSpc>
              <a:spcBef>
                <a:spcPts val="100"/>
              </a:spcBef>
            </a:pPr>
            <a:r>
              <a:rPr sz="2000" dirty="0">
                <a:latin typeface="Calibri"/>
                <a:cs typeface="Calibri"/>
              </a:rPr>
              <a:t>joint</a:t>
            </a:r>
            <a:r>
              <a:rPr sz="2000" spc="-50" dirty="0">
                <a:latin typeface="Calibri"/>
                <a:cs typeface="Calibri"/>
              </a:rPr>
              <a:t> </a:t>
            </a:r>
            <a:r>
              <a:rPr sz="2000" spc="-10" dirty="0">
                <a:latin typeface="Calibri"/>
                <a:cs typeface="Calibri"/>
              </a:rPr>
              <a:t>ventures.</a:t>
            </a:r>
            <a:endParaRPr sz="2000" dirty="0">
              <a:latin typeface="Calibri"/>
              <a:cs typeface="Calibri"/>
            </a:endParaRPr>
          </a:p>
          <a:p>
            <a:pPr marL="298450" marR="5080" indent="-285750">
              <a:lnSpc>
                <a:spcPct val="71000"/>
              </a:lnSpc>
              <a:spcBef>
                <a:spcPts val="600"/>
              </a:spcBef>
              <a:tabLst>
                <a:tab pos="1390015" algn="l"/>
                <a:tab pos="2400935" algn="l"/>
                <a:tab pos="2689860" algn="l"/>
                <a:tab pos="3165475" algn="l"/>
                <a:tab pos="4197350" algn="l"/>
                <a:tab pos="4538345" algn="l"/>
                <a:tab pos="5720080" algn="l"/>
                <a:tab pos="6042025" algn="l"/>
                <a:tab pos="6596380" algn="l"/>
                <a:tab pos="7367905" algn="l"/>
                <a:tab pos="7656195" algn="l"/>
                <a:tab pos="8359140" algn="l"/>
                <a:tab pos="8705850" algn="l"/>
                <a:tab pos="9697085" algn="l"/>
              </a:tabLst>
            </a:pPr>
            <a:r>
              <a:rPr sz="2000" b="1" dirty="0">
                <a:latin typeface="Calibri"/>
                <a:cs typeface="Calibri"/>
              </a:rPr>
              <a:t>3.</a:t>
            </a:r>
            <a:r>
              <a:rPr sz="2000" b="1" spc="220" dirty="0">
                <a:latin typeface="Calibri"/>
                <a:cs typeface="Calibri"/>
              </a:rPr>
              <a:t> </a:t>
            </a:r>
            <a:r>
              <a:rPr sz="2000" b="1" spc="-10" dirty="0">
                <a:latin typeface="Calibri"/>
                <a:cs typeface="Calibri"/>
              </a:rPr>
              <a:t>Enhance.</a:t>
            </a:r>
            <a:r>
              <a:rPr sz="2000" b="1" dirty="0">
                <a:latin typeface="Calibri"/>
                <a:cs typeface="Calibri"/>
              </a:rPr>
              <a:t>	</a:t>
            </a:r>
            <a:r>
              <a:rPr sz="2000" spc="-10" dirty="0">
                <a:latin typeface="Calibri"/>
                <a:cs typeface="Calibri"/>
              </a:rPr>
              <a:t>Enhance</a:t>
            </a:r>
            <a:r>
              <a:rPr sz="2000" dirty="0">
                <a:latin typeface="Calibri"/>
                <a:cs typeface="Calibri"/>
              </a:rPr>
              <a:t>	</a:t>
            </a:r>
            <a:r>
              <a:rPr sz="2000" spc="-25" dirty="0">
                <a:latin typeface="Calibri"/>
                <a:cs typeface="Calibri"/>
              </a:rPr>
              <a:t>is</a:t>
            </a:r>
            <a:r>
              <a:rPr sz="2000" dirty="0">
                <a:latin typeface="Calibri"/>
                <a:cs typeface="Calibri"/>
              </a:rPr>
              <a:t>	</a:t>
            </a:r>
            <a:r>
              <a:rPr sz="2000" spc="-25" dirty="0">
                <a:latin typeface="Calibri"/>
                <a:cs typeface="Calibri"/>
              </a:rPr>
              <a:t>the</a:t>
            </a:r>
            <a:r>
              <a:rPr sz="2000" dirty="0">
                <a:latin typeface="Calibri"/>
                <a:cs typeface="Calibri"/>
              </a:rPr>
              <a:t>	</a:t>
            </a:r>
            <a:r>
              <a:rPr sz="2000" spc="-10" dirty="0">
                <a:latin typeface="Calibri"/>
                <a:cs typeface="Calibri"/>
              </a:rPr>
              <a:t>opposite</a:t>
            </a:r>
            <a:r>
              <a:rPr sz="2000" dirty="0">
                <a:latin typeface="Calibri"/>
                <a:cs typeface="Calibri"/>
              </a:rPr>
              <a:t>	</a:t>
            </a:r>
            <a:r>
              <a:rPr sz="2000" spc="-25" dirty="0">
                <a:latin typeface="Calibri"/>
                <a:cs typeface="Calibri"/>
              </a:rPr>
              <a:t>of</a:t>
            </a:r>
            <a:r>
              <a:rPr sz="2000" dirty="0">
                <a:latin typeface="Calibri"/>
                <a:cs typeface="Calibri"/>
              </a:rPr>
              <a:t>	</a:t>
            </a:r>
            <a:r>
              <a:rPr sz="2000" spc="-10" dirty="0">
                <a:latin typeface="Calibri"/>
                <a:cs typeface="Calibri"/>
              </a:rPr>
              <a:t>mitigation</a:t>
            </a:r>
            <a:r>
              <a:rPr sz="2000" dirty="0">
                <a:latin typeface="Calibri"/>
                <a:cs typeface="Calibri"/>
              </a:rPr>
              <a:t>	</a:t>
            </a:r>
            <a:r>
              <a:rPr sz="2000" spc="-25" dirty="0">
                <a:latin typeface="Calibri"/>
                <a:cs typeface="Calibri"/>
              </a:rPr>
              <a:t>in</a:t>
            </a:r>
            <a:r>
              <a:rPr sz="2000" dirty="0">
                <a:latin typeface="Calibri"/>
                <a:cs typeface="Calibri"/>
              </a:rPr>
              <a:t>	</a:t>
            </a:r>
            <a:r>
              <a:rPr sz="2000" spc="-20" dirty="0">
                <a:latin typeface="Calibri"/>
                <a:cs typeface="Calibri"/>
              </a:rPr>
              <a:t>that</a:t>
            </a:r>
            <a:r>
              <a:rPr sz="2000" dirty="0">
                <a:latin typeface="Calibri"/>
                <a:cs typeface="Calibri"/>
              </a:rPr>
              <a:t>	</a:t>
            </a:r>
            <a:r>
              <a:rPr sz="2000" spc="-10" dirty="0">
                <a:latin typeface="Calibri"/>
                <a:cs typeface="Calibri"/>
              </a:rPr>
              <a:t>action</a:t>
            </a:r>
            <a:r>
              <a:rPr sz="2000" dirty="0">
                <a:latin typeface="Calibri"/>
                <a:cs typeface="Calibri"/>
              </a:rPr>
              <a:t>	</a:t>
            </a:r>
            <a:r>
              <a:rPr sz="2000" spc="-25" dirty="0">
                <a:latin typeface="Calibri"/>
                <a:cs typeface="Calibri"/>
              </a:rPr>
              <a:t>is</a:t>
            </a:r>
            <a:r>
              <a:rPr sz="2000" dirty="0">
                <a:latin typeface="Calibri"/>
                <a:cs typeface="Calibri"/>
              </a:rPr>
              <a:t>	</a:t>
            </a:r>
            <a:r>
              <a:rPr sz="2000" spc="-10" dirty="0">
                <a:latin typeface="Calibri"/>
                <a:cs typeface="Calibri"/>
              </a:rPr>
              <a:t>taken</a:t>
            </a:r>
            <a:r>
              <a:rPr sz="2000" dirty="0">
                <a:latin typeface="Calibri"/>
                <a:cs typeface="Calibri"/>
              </a:rPr>
              <a:t>	</a:t>
            </a:r>
            <a:r>
              <a:rPr sz="2000" spc="-25" dirty="0">
                <a:latin typeface="Calibri"/>
                <a:cs typeface="Calibri"/>
              </a:rPr>
              <a:t>to</a:t>
            </a:r>
            <a:r>
              <a:rPr sz="2000" dirty="0">
                <a:latin typeface="Calibri"/>
                <a:cs typeface="Calibri"/>
              </a:rPr>
              <a:t>	</a:t>
            </a:r>
            <a:r>
              <a:rPr sz="2000" spc="-10" dirty="0">
                <a:latin typeface="Calibri"/>
                <a:cs typeface="Calibri"/>
              </a:rPr>
              <a:t>increase</a:t>
            </a:r>
            <a:r>
              <a:rPr sz="2000" dirty="0">
                <a:latin typeface="Calibri"/>
                <a:cs typeface="Calibri"/>
              </a:rPr>
              <a:t>	</a:t>
            </a:r>
            <a:r>
              <a:rPr sz="2000" spc="-25" dirty="0">
                <a:latin typeface="Calibri"/>
                <a:cs typeface="Calibri"/>
              </a:rPr>
              <a:t>the </a:t>
            </a:r>
            <a:r>
              <a:rPr sz="2000" dirty="0">
                <a:latin typeface="Calibri"/>
                <a:cs typeface="Calibri"/>
              </a:rPr>
              <a:t>probability</a:t>
            </a:r>
            <a:r>
              <a:rPr sz="2000" spc="395" dirty="0">
                <a:latin typeface="Calibri"/>
                <a:cs typeface="Calibri"/>
              </a:rPr>
              <a:t> </a:t>
            </a:r>
            <a:r>
              <a:rPr sz="2000" dirty="0">
                <a:latin typeface="Calibri"/>
                <a:cs typeface="Calibri"/>
              </a:rPr>
              <a:t>and/or</a:t>
            </a:r>
            <a:r>
              <a:rPr sz="2000" spc="405" dirty="0">
                <a:latin typeface="Calibri"/>
                <a:cs typeface="Calibri"/>
              </a:rPr>
              <a:t> </a:t>
            </a:r>
            <a:r>
              <a:rPr sz="2000" dirty="0">
                <a:latin typeface="Calibri"/>
                <a:cs typeface="Calibri"/>
              </a:rPr>
              <a:t>the</a:t>
            </a:r>
            <a:r>
              <a:rPr sz="2000" spc="405" dirty="0">
                <a:latin typeface="Calibri"/>
                <a:cs typeface="Calibri"/>
              </a:rPr>
              <a:t> </a:t>
            </a:r>
            <a:r>
              <a:rPr sz="2000" dirty="0">
                <a:latin typeface="Calibri"/>
                <a:cs typeface="Calibri"/>
              </a:rPr>
              <a:t>positive</a:t>
            </a:r>
            <a:r>
              <a:rPr sz="2000" spc="405" dirty="0">
                <a:latin typeface="Calibri"/>
                <a:cs typeface="Calibri"/>
              </a:rPr>
              <a:t> </a:t>
            </a:r>
            <a:r>
              <a:rPr sz="2000" dirty="0">
                <a:latin typeface="Calibri"/>
                <a:cs typeface="Calibri"/>
              </a:rPr>
              <a:t>impact</a:t>
            </a:r>
            <a:r>
              <a:rPr sz="2000" spc="405" dirty="0">
                <a:latin typeface="Calibri"/>
                <a:cs typeface="Calibri"/>
              </a:rPr>
              <a:t> </a:t>
            </a:r>
            <a:r>
              <a:rPr sz="2000" dirty="0">
                <a:latin typeface="Calibri"/>
                <a:cs typeface="Calibri"/>
              </a:rPr>
              <a:t>of</a:t>
            </a:r>
            <a:r>
              <a:rPr sz="2000" spc="405" dirty="0">
                <a:latin typeface="Calibri"/>
                <a:cs typeface="Calibri"/>
              </a:rPr>
              <a:t> </a:t>
            </a:r>
            <a:r>
              <a:rPr sz="2000" dirty="0">
                <a:latin typeface="Calibri"/>
                <a:cs typeface="Calibri"/>
              </a:rPr>
              <a:t>an</a:t>
            </a:r>
            <a:r>
              <a:rPr sz="2000" spc="400" dirty="0">
                <a:latin typeface="Calibri"/>
                <a:cs typeface="Calibri"/>
              </a:rPr>
              <a:t> </a:t>
            </a:r>
            <a:r>
              <a:rPr sz="2000" dirty="0">
                <a:latin typeface="Calibri"/>
                <a:cs typeface="Calibri"/>
              </a:rPr>
              <a:t>opportunity.</a:t>
            </a:r>
            <a:r>
              <a:rPr sz="2000" spc="395" dirty="0">
                <a:latin typeface="Calibri"/>
                <a:cs typeface="Calibri"/>
              </a:rPr>
              <a:t> </a:t>
            </a:r>
            <a:r>
              <a:rPr sz="2000" dirty="0">
                <a:latin typeface="Calibri"/>
                <a:cs typeface="Calibri"/>
              </a:rPr>
              <a:t>Examples</a:t>
            </a:r>
            <a:r>
              <a:rPr sz="2000" spc="405" dirty="0">
                <a:latin typeface="Calibri"/>
                <a:cs typeface="Calibri"/>
              </a:rPr>
              <a:t> </a:t>
            </a:r>
            <a:r>
              <a:rPr sz="2000" dirty="0">
                <a:latin typeface="Calibri"/>
                <a:cs typeface="Calibri"/>
              </a:rPr>
              <a:t>include</a:t>
            </a:r>
            <a:r>
              <a:rPr sz="2000" spc="400" dirty="0">
                <a:latin typeface="Calibri"/>
                <a:cs typeface="Calibri"/>
              </a:rPr>
              <a:t> </a:t>
            </a:r>
            <a:r>
              <a:rPr sz="2000" dirty="0">
                <a:latin typeface="Calibri"/>
                <a:cs typeface="Calibri"/>
              </a:rPr>
              <a:t>choosing</a:t>
            </a:r>
            <a:r>
              <a:rPr sz="2000" spc="395" dirty="0">
                <a:latin typeface="Calibri"/>
                <a:cs typeface="Calibri"/>
              </a:rPr>
              <a:t> </a:t>
            </a:r>
            <a:r>
              <a:rPr sz="2000" spc="-20" dirty="0">
                <a:latin typeface="Calibri"/>
                <a:cs typeface="Calibri"/>
              </a:rPr>
              <a:t>site</a:t>
            </a:r>
            <a:endParaRPr sz="2000" dirty="0">
              <a:latin typeface="Calibri"/>
              <a:cs typeface="Calibri"/>
            </a:endParaRPr>
          </a:p>
        </p:txBody>
      </p:sp>
      <p:sp>
        <p:nvSpPr>
          <p:cNvPr id="15" name="object 15"/>
          <p:cNvSpPr txBox="1"/>
          <p:nvPr/>
        </p:nvSpPr>
        <p:spPr>
          <a:xfrm>
            <a:off x="1503044" y="5497067"/>
            <a:ext cx="976947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location</a:t>
            </a:r>
            <a:r>
              <a:rPr sz="2000" spc="285" dirty="0">
                <a:latin typeface="Calibri"/>
                <a:cs typeface="Calibri"/>
              </a:rPr>
              <a:t> </a:t>
            </a:r>
            <a:r>
              <a:rPr sz="2000" dirty="0">
                <a:latin typeface="Calibri"/>
                <a:cs typeface="Calibri"/>
              </a:rPr>
              <a:t>based</a:t>
            </a:r>
            <a:r>
              <a:rPr sz="2000" spc="290" dirty="0">
                <a:latin typeface="Calibri"/>
                <a:cs typeface="Calibri"/>
              </a:rPr>
              <a:t> </a:t>
            </a:r>
            <a:r>
              <a:rPr sz="2000" dirty="0">
                <a:latin typeface="Calibri"/>
                <a:cs typeface="Calibri"/>
              </a:rPr>
              <a:t>on</a:t>
            </a:r>
            <a:r>
              <a:rPr sz="2000" spc="295" dirty="0">
                <a:latin typeface="Calibri"/>
                <a:cs typeface="Calibri"/>
              </a:rPr>
              <a:t> </a:t>
            </a:r>
            <a:r>
              <a:rPr sz="2000" dirty="0">
                <a:latin typeface="Calibri"/>
                <a:cs typeface="Calibri"/>
              </a:rPr>
              <a:t>favorable</a:t>
            </a:r>
            <a:r>
              <a:rPr sz="2000" spc="295" dirty="0">
                <a:latin typeface="Calibri"/>
                <a:cs typeface="Calibri"/>
              </a:rPr>
              <a:t> </a:t>
            </a:r>
            <a:r>
              <a:rPr sz="2000" dirty="0">
                <a:latin typeface="Calibri"/>
                <a:cs typeface="Calibri"/>
              </a:rPr>
              <a:t>weather</a:t>
            </a:r>
            <a:r>
              <a:rPr sz="2000" spc="295" dirty="0">
                <a:latin typeface="Calibri"/>
                <a:cs typeface="Calibri"/>
              </a:rPr>
              <a:t> </a:t>
            </a:r>
            <a:r>
              <a:rPr sz="2000" dirty="0">
                <a:latin typeface="Calibri"/>
                <a:cs typeface="Calibri"/>
              </a:rPr>
              <a:t>patterns</a:t>
            </a:r>
            <a:r>
              <a:rPr sz="2000" spc="290" dirty="0">
                <a:latin typeface="Calibri"/>
                <a:cs typeface="Calibri"/>
              </a:rPr>
              <a:t> </a:t>
            </a:r>
            <a:r>
              <a:rPr sz="2000" dirty="0">
                <a:latin typeface="Calibri"/>
                <a:cs typeface="Calibri"/>
              </a:rPr>
              <a:t>or</a:t>
            </a:r>
            <a:r>
              <a:rPr sz="2000" spc="295" dirty="0">
                <a:latin typeface="Calibri"/>
                <a:cs typeface="Calibri"/>
              </a:rPr>
              <a:t> </a:t>
            </a:r>
            <a:r>
              <a:rPr sz="2000" dirty="0">
                <a:latin typeface="Calibri"/>
                <a:cs typeface="Calibri"/>
              </a:rPr>
              <a:t>choosing</a:t>
            </a:r>
            <a:r>
              <a:rPr sz="2000" spc="290" dirty="0">
                <a:latin typeface="Calibri"/>
                <a:cs typeface="Calibri"/>
              </a:rPr>
              <a:t> </a:t>
            </a:r>
            <a:r>
              <a:rPr sz="2000" dirty="0">
                <a:latin typeface="Calibri"/>
                <a:cs typeface="Calibri"/>
              </a:rPr>
              <a:t>raw</a:t>
            </a:r>
            <a:r>
              <a:rPr sz="2000" spc="285" dirty="0">
                <a:latin typeface="Calibri"/>
                <a:cs typeface="Calibri"/>
              </a:rPr>
              <a:t> </a:t>
            </a:r>
            <a:r>
              <a:rPr sz="2000" dirty="0">
                <a:latin typeface="Calibri"/>
                <a:cs typeface="Calibri"/>
              </a:rPr>
              <a:t>materials</a:t>
            </a:r>
            <a:r>
              <a:rPr sz="2000" spc="300" dirty="0">
                <a:latin typeface="Calibri"/>
                <a:cs typeface="Calibri"/>
              </a:rPr>
              <a:t> </a:t>
            </a:r>
            <a:r>
              <a:rPr sz="2000" dirty="0">
                <a:latin typeface="Calibri"/>
                <a:cs typeface="Calibri"/>
              </a:rPr>
              <a:t>that</a:t>
            </a:r>
            <a:r>
              <a:rPr sz="2000" spc="295" dirty="0">
                <a:latin typeface="Calibri"/>
                <a:cs typeface="Calibri"/>
              </a:rPr>
              <a:t> </a:t>
            </a:r>
            <a:r>
              <a:rPr sz="2000" dirty="0">
                <a:latin typeface="Calibri"/>
                <a:cs typeface="Calibri"/>
              </a:rPr>
              <a:t>are</a:t>
            </a:r>
            <a:r>
              <a:rPr sz="2000" spc="295" dirty="0">
                <a:latin typeface="Calibri"/>
                <a:cs typeface="Calibri"/>
              </a:rPr>
              <a:t> </a:t>
            </a:r>
            <a:r>
              <a:rPr sz="2000" dirty="0">
                <a:latin typeface="Calibri"/>
                <a:cs typeface="Calibri"/>
              </a:rPr>
              <a:t>likely</a:t>
            </a:r>
            <a:r>
              <a:rPr sz="2000" spc="285" dirty="0">
                <a:latin typeface="Calibri"/>
                <a:cs typeface="Calibri"/>
              </a:rPr>
              <a:t> </a:t>
            </a:r>
            <a:r>
              <a:rPr sz="2000" spc="-25" dirty="0">
                <a:latin typeface="Calibri"/>
                <a:cs typeface="Calibri"/>
              </a:rPr>
              <a:t>to</a:t>
            </a:r>
            <a:endParaRPr sz="2000">
              <a:latin typeface="Calibri"/>
              <a:cs typeface="Calibri"/>
            </a:endParaRPr>
          </a:p>
        </p:txBody>
      </p:sp>
      <p:sp>
        <p:nvSpPr>
          <p:cNvPr id="16" name="object 16"/>
          <p:cNvSpPr txBox="1"/>
          <p:nvPr/>
        </p:nvSpPr>
        <p:spPr>
          <a:xfrm>
            <a:off x="1217294" y="5698235"/>
            <a:ext cx="10055860" cy="610870"/>
          </a:xfrm>
          <a:prstGeom prst="rect">
            <a:avLst/>
          </a:prstGeom>
        </p:spPr>
        <p:txBody>
          <a:bodyPr vert="horz" wrap="square" lIns="0" tIns="12700" rIns="0" bIns="0" rtlCol="0">
            <a:spAutoFit/>
          </a:bodyPr>
          <a:lstStyle/>
          <a:p>
            <a:pPr marL="298450">
              <a:lnSpc>
                <a:spcPts val="2305"/>
              </a:lnSpc>
              <a:spcBef>
                <a:spcPts val="100"/>
              </a:spcBef>
            </a:pPr>
            <a:r>
              <a:rPr sz="2000" dirty="0">
                <a:latin typeface="Calibri"/>
                <a:cs typeface="Calibri"/>
              </a:rPr>
              <a:t>decline</a:t>
            </a:r>
            <a:r>
              <a:rPr sz="2000" spc="-45" dirty="0">
                <a:latin typeface="Calibri"/>
                <a:cs typeface="Calibri"/>
              </a:rPr>
              <a:t> </a:t>
            </a:r>
            <a:r>
              <a:rPr sz="2000" dirty="0">
                <a:latin typeface="Calibri"/>
                <a:cs typeface="Calibri"/>
              </a:rPr>
              <a:t>in</a:t>
            </a:r>
            <a:r>
              <a:rPr sz="2000" spc="-40" dirty="0">
                <a:latin typeface="Calibri"/>
                <a:cs typeface="Calibri"/>
              </a:rPr>
              <a:t> </a:t>
            </a:r>
            <a:r>
              <a:rPr sz="2000" spc="-10" dirty="0">
                <a:latin typeface="Calibri"/>
                <a:cs typeface="Calibri"/>
              </a:rPr>
              <a:t>price.</a:t>
            </a:r>
            <a:endParaRPr sz="2000">
              <a:latin typeface="Calibri"/>
              <a:cs typeface="Calibri"/>
            </a:endParaRPr>
          </a:p>
          <a:p>
            <a:pPr marL="12700">
              <a:lnSpc>
                <a:spcPts val="2305"/>
              </a:lnSpc>
            </a:pPr>
            <a:r>
              <a:rPr sz="2000" b="1" dirty="0">
                <a:latin typeface="Calibri"/>
                <a:cs typeface="Calibri"/>
              </a:rPr>
              <a:t>4.</a:t>
            </a:r>
            <a:r>
              <a:rPr sz="2000" b="1" spc="195" dirty="0">
                <a:latin typeface="Calibri"/>
                <a:cs typeface="Calibri"/>
              </a:rPr>
              <a:t> </a:t>
            </a:r>
            <a:r>
              <a:rPr sz="2000" b="1" dirty="0">
                <a:latin typeface="Calibri"/>
                <a:cs typeface="Calibri"/>
              </a:rPr>
              <a:t>Accept.</a:t>
            </a:r>
            <a:r>
              <a:rPr sz="2000" b="1" spc="120" dirty="0">
                <a:latin typeface="Calibri"/>
                <a:cs typeface="Calibri"/>
              </a:rPr>
              <a:t> </a:t>
            </a:r>
            <a:r>
              <a:rPr sz="2000" dirty="0">
                <a:latin typeface="Calibri"/>
                <a:cs typeface="Calibri"/>
              </a:rPr>
              <a:t>Accepting</a:t>
            </a:r>
            <a:r>
              <a:rPr sz="2000" spc="114" dirty="0">
                <a:latin typeface="Calibri"/>
                <a:cs typeface="Calibri"/>
              </a:rPr>
              <a:t> </a:t>
            </a:r>
            <a:r>
              <a:rPr sz="2000" dirty="0">
                <a:latin typeface="Calibri"/>
                <a:cs typeface="Calibri"/>
              </a:rPr>
              <a:t>an</a:t>
            </a:r>
            <a:r>
              <a:rPr sz="2000" spc="125" dirty="0">
                <a:latin typeface="Calibri"/>
                <a:cs typeface="Calibri"/>
              </a:rPr>
              <a:t> </a:t>
            </a:r>
            <a:r>
              <a:rPr sz="2000" dirty="0">
                <a:latin typeface="Calibri"/>
                <a:cs typeface="Calibri"/>
              </a:rPr>
              <a:t>opportunity</a:t>
            </a:r>
            <a:r>
              <a:rPr sz="2000" spc="114" dirty="0">
                <a:latin typeface="Calibri"/>
                <a:cs typeface="Calibri"/>
              </a:rPr>
              <a:t> </a:t>
            </a:r>
            <a:r>
              <a:rPr sz="2000" dirty="0">
                <a:latin typeface="Calibri"/>
                <a:cs typeface="Calibri"/>
              </a:rPr>
              <a:t>is</a:t>
            </a:r>
            <a:r>
              <a:rPr sz="2000" spc="125" dirty="0">
                <a:latin typeface="Calibri"/>
                <a:cs typeface="Calibri"/>
              </a:rPr>
              <a:t> </a:t>
            </a:r>
            <a:r>
              <a:rPr sz="2000" dirty="0">
                <a:latin typeface="Calibri"/>
                <a:cs typeface="Calibri"/>
              </a:rPr>
              <a:t>being</a:t>
            </a:r>
            <a:r>
              <a:rPr sz="2000" spc="114" dirty="0">
                <a:latin typeface="Calibri"/>
                <a:cs typeface="Calibri"/>
              </a:rPr>
              <a:t> </a:t>
            </a:r>
            <a:r>
              <a:rPr sz="2000" dirty="0">
                <a:latin typeface="Calibri"/>
                <a:cs typeface="Calibri"/>
              </a:rPr>
              <a:t>willing</a:t>
            </a:r>
            <a:r>
              <a:rPr sz="2000" spc="114" dirty="0">
                <a:latin typeface="Calibri"/>
                <a:cs typeface="Calibri"/>
              </a:rPr>
              <a:t> </a:t>
            </a:r>
            <a:r>
              <a:rPr sz="2000" dirty="0">
                <a:latin typeface="Calibri"/>
                <a:cs typeface="Calibri"/>
              </a:rPr>
              <a:t>to</a:t>
            </a:r>
            <a:r>
              <a:rPr sz="2000" spc="114" dirty="0">
                <a:latin typeface="Calibri"/>
                <a:cs typeface="Calibri"/>
              </a:rPr>
              <a:t> </a:t>
            </a:r>
            <a:r>
              <a:rPr sz="2000" dirty="0">
                <a:latin typeface="Calibri"/>
                <a:cs typeface="Calibri"/>
              </a:rPr>
              <a:t>take</a:t>
            </a:r>
            <a:r>
              <a:rPr sz="2000" spc="130" dirty="0">
                <a:latin typeface="Calibri"/>
                <a:cs typeface="Calibri"/>
              </a:rPr>
              <a:t> </a:t>
            </a:r>
            <a:r>
              <a:rPr sz="2000" dirty="0">
                <a:latin typeface="Calibri"/>
                <a:cs typeface="Calibri"/>
              </a:rPr>
              <a:t>advantage</a:t>
            </a:r>
            <a:r>
              <a:rPr sz="2000" spc="120" dirty="0">
                <a:latin typeface="Calibri"/>
                <a:cs typeface="Calibri"/>
              </a:rPr>
              <a:t> </a:t>
            </a:r>
            <a:r>
              <a:rPr sz="2000" dirty="0">
                <a:latin typeface="Calibri"/>
                <a:cs typeface="Calibri"/>
              </a:rPr>
              <a:t>of</a:t>
            </a:r>
            <a:r>
              <a:rPr sz="2000" spc="120" dirty="0">
                <a:latin typeface="Calibri"/>
                <a:cs typeface="Calibri"/>
              </a:rPr>
              <a:t> </a:t>
            </a:r>
            <a:r>
              <a:rPr sz="2000" dirty="0">
                <a:latin typeface="Calibri"/>
                <a:cs typeface="Calibri"/>
              </a:rPr>
              <a:t>it</a:t>
            </a:r>
            <a:r>
              <a:rPr sz="2000" spc="125" dirty="0">
                <a:latin typeface="Calibri"/>
                <a:cs typeface="Calibri"/>
              </a:rPr>
              <a:t> </a:t>
            </a:r>
            <a:r>
              <a:rPr sz="2000" dirty="0">
                <a:latin typeface="Calibri"/>
                <a:cs typeface="Calibri"/>
              </a:rPr>
              <a:t>if</a:t>
            </a:r>
            <a:r>
              <a:rPr sz="2000" spc="125" dirty="0">
                <a:latin typeface="Calibri"/>
                <a:cs typeface="Calibri"/>
              </a:rPr>
              <a:t> </a:t>
            </a:r>
            <a:r>
              <a:rPr sz="2000" dirty="0">
                <a:latin typeface="Calibri"/>
                <a:cs typeface="Calibri"/>
              </a:rPr>
              <a:t>it</a:t>
            </a:r>
            <a:r>
              <a:rPr sz="2000" spc="125" dirty="0">
                <a:latin typeface="Calibri"/>
                <a:cs typeface="Calibri"/>
              </a:rPr>
              <a:t> </a:t>
            </a:r>
            <a:r>
              <a:rPr sz="2000" dirty="0">
                <a:latin typeface="Calibri"/>
                <a:cs typeface="Calibri"/>
              </a:rPr>
              <a:t>occurs,</a:t>
            </a:r>
            <a:r>
              <a:rPr sz="2000" spc="120" dirty="0">
                <a:latin typeface="Calibri"/>
                <a:cs typeface="Calibri"/>
              </a:rPr>
              <a:t> </a:t>
            </a:r>
            <a:r>
              <a:rPr sz="2000" dirty="0">
                <a:latin typeface="Calibri"/>
                <a:cs typeface="Calibri"/>
              </a:rPr>
              <a:t>but</a:t>
            </a:r>
            <a:r>
              <a:rPr sz="2000" spc="125" dirty="0">
                <a:latin typeface="Calibri"/>
                <a:cs typeface="Calibri"/>
              </a:rPr>
              <a:t> </a:t>
            </a:r>
            <a:r>
              <a:rPr sz="2000" spc="-25" dirty="0">
                <a:latin typeface="Calibri"/>
                <a:cs typeface="Calibri"/>
              </a:rPr>
              <a:t>not</a:t>
            </a:r>
            <a:endParaRPr sz="2000">
              <a:latin typeface="Calibri"/>
              <a:cs typeface="Calibri"/>
            </a:endParaRPr>
          </a:p>
        </p:txBody>
      </p:sp>
      <p:pic>
        <p:nvPicPr>
          <p:cNvPr id="19" name="Picture 18">
            <a:extLst>
              <a:ext uri="{FF2B5EF4-FFF2-40B4-BE49-F238E27FC236}">
                <a16:creationId xmlns:a16="http://schemas.microsoft.com/office/drawing/2014/main" id="{7055388C-FE49-82A1-066B-B2B2B5E224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Contingency</a:t>
            </a:r>
            <a:r>
              <a:rPr spc="114" dirty="0"/>
              <a:t> Funding</a:t>
            </a:r>
            <a:r>
              <a:rPr spc="125" dirty="0"/>
              <a:t> </a:t>
            </a:r>
            <a:r>
              <a:rPr spc="100" dirty="0"/>
              <a:t>and</a:t>
            </a:r>
            <a:r>
              <a:rPr spc="120" dirty="0"/>
              <a:t> </a:t>
            </a:r>
            <a:r>
              <a:rPr spc="105" dirty="0"/>
              <a:t>Time</a:t>
            </a:r>
            <a:r>
              <a:rPr spc="120" dirty="0"/>
              <a:t> </a:t>
            </a:r>
            <a:r>
              <a:rPr spc="65" dirty="0"/>
              <a:t>Buffers</a:t>
            </a:r>
            <a:r>
              <a:rPr spc="110" dirty="0"/>
              <a:t> </a:t>
            </a:r>
            <a:r>
              <a:rPr sz="1950" spc="-10" dirty="0"/>
              <a:t>(1/2)</a:t>
            </a:r>
            <a:endParaRPr sz="1950"/>
          </a:p>
        </p:txBody>
      </p:sp>
      <p:sp>
        <p:nvSpPr>
          <p:cNvPr id="3" name="object 3"/>
          <p:cNvSpPr txBox="1"/>
          <p:nvPr/>
        </p:nvSpPr>
        <p:spPr>
          <a:xfrm>
            <a:off x="916939" y="1495044"/>
            <a:ext cx="10358120" cy="1793239"/>
          </a:xfrm>
          <a:prstGeom prst="rect">
            <a:avLst/>
          </a:prstGeom>
        </p:spPr>
        <p:txBody>
          <a:bodyPr vert="horz" wrap="square" lIns="0" tIns="128270" rIns="0" bIns="0" rtlCol="0">
            <a:spAutoFit/>
          </a:bodyPr>
          <a:lstStyle/>
          <a:p>
            <a:pPr marL="241300" marR="5080" indent="-228600">
              <a:lnSpc>
                <a:spcPct val="70800"/>
              </a:lnSpc>
              <a:spcBef>
                <a:spcPts val="1010"/>
              </a:spcBef>
              <a:buFont typeface="Arial MT"/>
              <a:buChar char="•"/>
              <a:tabLst>
                <a:tab pos="241300" algn="l"/>
                <a:tab pos="2063750" algn="l"/>
                <a:tab pos="2962910" algn="l"/>
                <a:tab pos="3526154" algn="l"/>
                <a:tab pos="5173345" algn="l"/>
                <a:tab pos="5585460" algn="l"/>
                <a:tab pos="6450330" algn="l"/>
                <a:tab pos="7531100" algn="l"/>
                <a:tab pos="9838690" algn="l"/>
              </a:tabLst>
            </a:pPr>
            <a:r>
              <a:rPr sz="2600" b="1" u="heavy" spc="-10" dirty="0">
                <a:uFill>
                  <a:solidFill>
                    <a:srgbClr val="000000"/>
                  </a:solidFill>
                </a:uFill>
                <a:latin typeface="Calibri"/>
                <a:cs typeface="Calibri"/>
              </a:rPr>
              <a:t>Contingency</a:t>
            </a:r>
            <a:r>
              <a:rPr sz="2600" b="1" u="heavy" dirty="0">
                <a:uFill>
                  <a:solidFill>
                    <a:srgbClr val="000000"/>
                  </a:solidFill>
                </a:uFill>
                <a:latin typeface="Calibri"/>
                <a:cs typeface="Calibri"/>
              </a:rPr>
              <a:t>	</a:t>
            </a:r>
            <a:r>
              <a:rPr sz="2600" b="1" u="heavy" spc="-10" dirty="0">
                <a:uFill>
                  <a:solidFill>
                    <a:srgbClr val="000000"/>
                  </a:solidFill>
                </a:uFill>
                <a:latin typeface="Calibri"/>
                <a:cs typeface="Calibri"/>
              </a:rPr>
              <a:t>funds</a:t>
            </a:r>
            <a:r>
              <a:rPr sz="2600" b="1" dirty="0">
                <a:latin typeface="Calibri"/>
                <a:cs typeface="Calibri"/>
              </a:rPr>
              <a:t>	</a:t>
            </a:r>
            <a:r>
              <a:rPr sz="2600" spc="-25" dirty="0">
                <a:latin typeface="Calibri"/>
                <a:cs typeface="Calibri"/>
              </a:rPr>
              <a:t>are</a:t>
            </a:r>
            <a:r>
              <a:rPr sz="2600" dirty="0">
                <a:latin typeface="Calibri"/>
                <a:cs typeface="Calibri"/>
              </a:rPr>
              <a:t>	</a:t>
            </a:r>
            <a:r>
              <a:rPr sz="2600" spc="-10" dirty="0">
                <a:latin typeface="Calibri"/>
                <a:cs typeface="Calibri"/>
              </a:rPr>
              <a:t>established</a:t>
            </a:r>
            <a:r>
              <a:rPr sz="2600" dirty="0">
                <a:latin typeface="Calibri"/>
                <a:cs typeface="Calibri"/>
              </a:rPr>
              <a:t>	</a:t>
            </a:r>
            <a:r>
              <a:rPr sz="2600" spc="-25" dirty="0">
                <a:latin typeface="Calibri"/>
                <a:cs typeface="Calibri"/>
              </a:rPr>
              <a:t>to</a:t>
            </a:r>
            <a:r>
              <a:rPr sz="2600" dirty="0">
                <a:latin typeface="Calibri"/>
                <a:cs typeface="Calibri"/>
              </a:rPr>
              <a:t>	</a:t>
            </a:r>
            <a:r>
              <a:rPr sz="2600" spc="-10" dirty="0">
                <a:latin typeface="Calibri"/>
                <a:cs typeface="Calibri"/>
              </a:rPr>
              <a:t>cover</a:t>
            </a:r>
            <a:r>
              <a:rPr sz="2600" dirty="0">
                <a:latin typeface="Calibri"/>
                <a:cs typeface="Calibri"/>
              </a:rPr>
              <a:t>	</a:t>
            </a:r>
            <a:r>
              <a:rPr sz="2600" spc="-10" dirty="0">
                <a:latin typeface="Calibri"/>
                <a:cs typeface="Calibri"/>
              </a:rPr>
              <a:t>project</a:t>
            </a:r>
            <a:r>
              <a:rPr sz="2600" dirty="0">
                <a:latin typeface="Calibri"/>
                <a:cs typeface="Calibri"/>
              </a:rPr>
              <a:t>	</a:t>
            </a:r>
            <a:r>
              <a:rPr sz="2600" spc="-20" dirty="0">
                <a:latin typeface="Calibri"/>
                <a:cs typeface="Calibri"/>
              </a:rPr>
              <a:t>risks—</a:t>
            </a:r>
            <a:r>
              <a:rPr sz="2600" spc="-10" dirty="0">
                <a:latin typeface="Calibri"/>
                <a:cs typeface="Calibri"/>
              </a:rPr>
              <a:t>identified</a:t>
            </a:r>
            <a:r>
              <a:rPr sz="2600" dirty="0">
                <a:latin typeface="Calibri"/>
                <a:cs typeface="Calibri"/>
              </a:rPr>
              <a:t>	</a:t>
            </a:r>
            <a:r>
              <a:rPr sz="2600" spc="-25" dirty="0">
                <a:latin typeface="Calibri"/>
                <a:cs typeface="Calibri"/>
              </a:rPr>
              <a:t>and </a:t>
            </a:r>
            <a:r>
              <a:rPr sz="2600" spc="-10" dirty="0">
                <a:latin typeface="Calibri"/>
                <a:cs typeface="Calibri"/>
              </a:rPr>
              <a:t>unknown.</a:t>
            </a:r>
            <a:endParaRPr sz="2600" dirty="0">
              <a:latin typeface="Calibri"/>
              <a:cs typeface="Calibri"/>
            </a:endParaRPr>
          </a:p>
          <a:p>
            <a:pPr marL="241300" marR="5080" indent="-228600">
              <a:lnSpc>
                <a:spcPct val="70800"/>
              </a:lnSpc>
              <a:spcBef>
                <a:spcPts val="985"/>
              </a:spcBef>
              <a:buFont typeface="Arial MT"/>
              <a:buChar char="•"/>
              <a:tabLst>
                <a:tab pos="241300" algn="l"/>
              </a:tabLst>
            </a:pPr>
            <a:r>
              <a:rPr sz="2600" dirty="0">
                <a:latin typeface="Calibri"/>
                <a:cs typeface="Calibri"/>
              </a:rPr>
              <a:t>When,</a:t>
            </a:r>
            <a:r>
              <a:rPr sz="2600" spc="180" dirty="0">
                <a:latin typeface="Calibri"/>
                <a:cs typeface="Calibri"/>
              </a:rPr>
              <a:t> </a:t>
            </a:r>
            <a:r>
              <a:rPr sz="2600" dirty="0">
                <a:latin typeface="Calibri"/>
                <a:cs typeface="Calibri"/>
              </a:rPr>
              <a:t>where,</a:t>
            </a:r>
            <a:r>
              <a:rPr sz="2600" spc="190" dirty="0">
                <a:latin typeface="Calibri"/>
                <a:cs typeface="Calibri"/>
              </a:rPr>
              <a:t> </a:t>
            </a:r>
            <a:r>
              <a:rPr sz="2600" dirty="0">
                <a:latin typeface="Calibri"/>
                <a:cs typeface="Calibri"/>
              </a:rPr>
              <a:t>and</a:t>
            </a:r>
            <a:r>
              <a:rPr sz="2600" spc="185" dirty="0">
                <a:latin typeface="Calibri"/>
                <a:cs typeface="Calibri"/>
              </a:rPr>
              <a:t> </a:t>
            </a:r>
            <a:r>
              <a:rPr sz="2600" dirty="0">
                <a:latin typeface="Calibri"/>
                <a:cs typeface="Calibri"/>
              </a:rPr>
              <a:t>how</a:t>
            </a:r>
            <a:r>
              <a:rPr sz="2600" spc="190" dirty="0">
                <a:latin typeface="Calibri"/>
                <a:cs typeface="Calibri"/>
              </a:rPr>
              <a:t> </a:t>
            </a:r>
            <a:r>
              <a:rPr sz="2600" dirty="0">
                <a:latin typeface="Calibri"/>
                <a:cs typeface="Calibri"/>
              </a:rPr>
              <a:t>much</a:t>
            </a:r>
            <a:r>
              <a:rPr sz="2600" spc="180" dirty="0">
                <a:latin typeface="Calibri"/>
                <a:cs typeface="Calibri"/>
              </a:rPr>
              <a:t> </a:t>
            </a:r>
            <a:r>
              <a:rPr sz="2600" dirty="0">
                <a:latin typeface="Calibri"/>
                <a:cs typeface="Calibri"/>
              </a:rPr>
              <a:t>money</a:t>
            </a:r>
            <a:r>
              <a:rPr sz="2600" spc="180" dirty="0">
                <a:latin typeface="Calibri"/>
                <a:cs typeface="Calibri"/>
              </a:rPr>
              <a:t> </a:t>
            </a:r>
            <a:r>
              <a:rPr sz="2600" dirty="0">
                <a:latin typeface="Calibri"/>
                <a:cs typeface="Calibri"/>
              </a:rPr>
              <a:t>will</a:t>
            </a:r>
            <a:r>
              <a:rPr sz="2600" spc="190" dirty="0">
                <a:latin typeface="Calibri"/>
                <a:cs typeface="Calibri"/>
              </a:rPr>
              <a:t> </a:t>
            </a:r>
            <a:r>
              <a:rPr sz="2600" dirty="0">
                <a:latin typeface="Calibri"/>
                <a:cs typeface="Calibri"/>
              </a:rPr>
              <a:t>be</a:t>
            </a:r>
            <a:r>
              <a:rPr sz="2600" spc="175" dirty="0">
                <a:latin typeface="Calibri"/>
                <a:cs typeface="Calibri"/>
              </a:rPr>
              <a:t> </a:t>
            </a:r>
            <a:r>
              <a:rPr sz="2600" dirty="0">
                <a:latin typeface="Calibri"/>
                <a:cs typeface="Calibri"/>
              </a:rPr>
              <a:t>spent</a:t>
            </a:r>
            <a:r>
              <a:rPr sz="2600" spc="190" dirty="0">
                <a:latin typeface="Calibri"/>
                <a:cs typeface="Calibri"/>
              </a:rPr>
              <a:t> </a:t>
            </a:r>
            <a:r>
              <a:rPr sz="2600" dirty="0">
                <a:latin typeface="Calibri"/>
                <a:cs typeface="Calibri"/>
              </a:rPr>
              <a:t>is</a:t>
            </a:r>
            <a:r>
              <a:rPr sz="2600" spc="180" dirty="0">
                <a:latin typeface="Calibri"/>
                <a:cs typeface="Calibri"/>
              </a:rPr>
              <a:t> </a:t>
            </a:r>
            <a:r>
              <a:rPr sz="2600" dirty="0">
                <a:latin typeface="Calibri"/>
                <a:cs typeface="Calibri"/>
              </a:rPr>
              <a:t>not</a:t>
            </a:r>
            <a:r>
              <a:rPr sz="2600" spc="190" dirty="0">
                <a:latin typeface="Calibri"/>
                <a:cs typeface="Calibri"/>
              </a:rPr>
              <a:t> </a:t>
            </a:r>
            <a:r>
              <a:rPr sz="2600" dirty="0">
                <a:latin typeface="Calibri"/>
                <a:cs typeface="Calibri"/>
              </a:rPr>
              <a:t>known</a:t>
            </a:r>
            <a:r>
              <a:rPr sz="2600" spc="185" dirty="0">
                <a:latin typeface="Calibri"/>
                <a:cs typeface="Calibri"/>
              </a:rPr>
              <a:t> </a:t>
            </a:r>
            <a:r>
              <a:rPr sz="2600" dirty="0">
                <a:latin typeface="Calibri"/>
                <a:cs typeface="Calibri"/>
              </a:rPr>
              <a:t>until</a:t>
            </a:r>
            <a:r>
              <a:rPr sz="2600" spc="185" dirty="0">
                <a:latin typeface="Calibri"/>
                <a:cs typeface="Calibri"/>
              </a:rPr>
              <a:t> </a:t>
            </a:r>
            <a:r>
              <a:rPr sz="2600" spc="-25" dirty="0">
                <a:latin typeface="Calibri"/>
                <a:cs typeface="Calibri"/>
              </a:rPr>
              <a:t>the </a:t>
            </a:r>
            <a:r>
              <a:rPr sz="2600" dirty="0">
                <a:latin typeface="Calibri"/>
                <a:cs typeface="Calibri"/>
              </a:rPr>
              <a:t>risk</a:t>
            </a:r>
            <a:r>
              <a:rPr sz="2600" spc="-70" dirty="0">
                <a:latin typeface="Calibri"/>
                <a:cs typeface="Calibri"/>
              </a:rPr>
              <a:t> </a:t>
            </a:r>
            <a:r>
              <a:rPr sz="2600" dirty="0">
                <a:latin typeface="Calibri"/>
                <a:cs typeface="Calibri"/>
              </a:rPr>
              <a:t>event</a:t>
            </a:r>
            <a:r>
              <a:rPr sz="2600" spc="-70" dirty="0">
                <a:latin typeface="Calibri"/>
                <a:cs typeface="Calibri"/>
              </a:rPr>
              <a:t> </a:t>
            </a:r>
            <a:r>
              <a:rPr sz="2600" spc="-10" dirty="0">
                <a:latin typeface="Calibri"/>
                <a:cs typeface="Calibri"/>
              </a:rPr>
              <a:t>occurs.</a:t>
            </a:r>
            <a:endParaRPr sz="2600" dirty="0">
              <a:latin typeface="Calibri"/>
              <a:cs typeface="Calibri"/>
            </a:endParaRPr>
          </a:p>
          <a:p>
            <a:pPr marL="241300" indent="-228600">
              <a:lnSpc>
                <a:spcPct val="100000"/>
              </a:lnSpc>
              <a:spcBef>
                <a:spcPts val="70"/>
              </a:spcBef>
              <a:buFont typeface="Arial MT"/>
              <a:buChar char="•"/>
              <a:tabLst>
                <a:tab pos="241300" algn="l"/>
                <a:tab pos="919480" algn="l"/>
                <a:tab pos="1592580" algn="l"/>
                <a:tab pos="2279015" algn="l"/>
                <a:tab pos="3511550" algn="l"/>
                <a:tab pos="3968115" algn="l"/>
                <a:tab pos="5770245" algn="l"/>
                <a:tab pos="7075805" algn="l"/>
                <a:tab pos="8276590" algn="l"/>
                <a:tab pos="8806180" algn="l"/>
              </a:tabLst>
            </a:pPr>
            <a:r>
              <a:rPr sz="2600" spc="-25" dirty="0">
                <a:latin typeface="Calibri"/>
                <a:cs typeface="Calibri"/>
              </a:rPr>
              <a:t>The</a:t>
            </a:r>
            <a:r>
              <a:rPr sz="2600" dirty="0">
                <a:latin typeface="Calibri"/>
                <a:cs typeface="Calibri"/>
              </a:rPr>
              <a:t>	</a:t>
            </a:r>
            <a:r>
              <a:rPr sz="2600" spc="-20" dirty="0">
                <a:latin typeface="Calibri"/>
                <a:cs typeface="Calibri"/>
              </a:rPr>
              <a:t>size</a:t>
            </a:r>
            <a:r>
              <a:rPr sz="2600" dirty="0">
                <a:latin typeface="Calibri"/>
                <a:cs typeface="Calibri"/>
              </a:rPr>
              <a:t>	</a:t>
            </a:r>
            <a:r>
              <a:rPr sz="2600" spc="-25" dirty="0">
                <a:latin typeface="Calibri"/>
                <a:cs typeface="Calibri"/>
              </a:rPr>
              <a:t>and</a:t>
            </a:r>
            <a:r>
              <a:rPr sz="2600" dirty="0">
                <a:latin typeface="Calibri"/>
                <a:cs typeface="Calibri"/>
              </a:rPr>
              <a:t>	</a:t>
            </a:r>
            <a:r>
              <a:rPr sz="2600" spc="-10" dirty="0">
                <a:latin typeface="Calibri"/>
                <a:cs typeface="Calibri"/>
              </a:rPr>
              <a:t>amount</a:t>
            </a:r>
            <a:r>
              <a:rPr sz="2600" dirty="0">
                <a:latin typeface="Calibri"/>
                <a:cs typeface="Calibri"/>
              </a:rPr>
              <a:t>	</a:t>
            </a:r>
            <a:r>
              <a:rPr sz="2600" spc="-25" dirty="0">
                <a:latin typeface="Calibri"/>
                <a:cs typeface="Calibri"/>
              </a:rPr>
              <a:t>of</a:t>
            </a:r>
            <a:r>
              <a:rPr sz="2600" dirty="0">
                <a:latin typeface="Calibri"/>
                <a:cs typeface="Calibri"/>
              </a:rPr>
              <a:t>	</a:t>
            </a:r>
            <a:r>
              <a:rPr sz="2600" spc="-10" dirty="0">
                <a:latin typeface="Calibri"/>
                <a:cs typeface="Calibri"/>
              </a:rPr>
              <a:t>contingency</a:t>
            </a:r>
            <a:r>
              <a:rPr sz="2600" dirty="0">
                <a:latin typeface="Calibri"/>
                <a:cs typeface="Calibri"/>
              </a:rPr>
              <a:t>	</a:t>
            </a:r>
            <a:r>
              <a:rPr sz="2600" spc="-10" dirty="0">
                <a:latin typeface="Calibri"/>
                <a:cs typeface="Calibri"/>
              </a:rPr>
              <a:t>reserves</a:t>
            </a:r>
            <a:r>
              <a:rPr sz="2600" dirty="0">
                <a:latin typeface="Calibri"/>
                <a:cs typeface="Calibri"/>
              </a:rPr>
              <a:t>	</a:t>
            </a:r>
            <a:r>
              <a:rPr sz="2600" spc="-10" dirty="0">
                <a:latin typeface="Calibri"/>
                <a:cs typeface="Calibri"/>
              </a:rPr>
              <a:t>depend</a:t>
            </a:r>
            <a:r>
              <a:rPr sz="2600" dirty="0">
                <a:latin typeface="Calibri"/>
                <a:cs typeface="Calibri"/>
              </a:rPr>
              <a:t>	</a:t>
            </a:r>
            <a:r>
              <a:rPr sz="2600" spc="-25" dirty="0">
                <a:latin typeface="Calibri"/>
                <a:cs typeface="Calibri"/>
              </a:rPr>
              <a:t>on</a:t>
            </a:r>
            <a:r>
              <a:rPr sz="2600" dirty="0">
                <a:latin typeface="Calibri"/>
                <a:cs typeface="Calibri"/>
              </a:rPr>
              <a:t>	</a:t>
            </a:r>
            <a:r>
              <a:rPr sz="2600" spc="-10" dirty="0">
                <a:latin typeface="Calibri"/>
                <a:cs typeface="Calibri"/>
              </a:rPr>
              <a:t>uncertainty</a:t>
            </a:r>
            <a:endParaRPr sz="2600" dirty="0">
              <a:latin typeface="Calibri"/>
              <a:cs typeface="Calibri"/>
            </a:endParaRPr>
          </a:p>
        </p:txBody>
      </p:sp>
      <p:sp>
        <p:nvSpPr>
          <p:cNvPr id="4" name="object 4"/>
          <p:cNvSpPr txBox="1"/>
          <p:nvPr/>
        </p:nvSpPr>
        <p:spPr>
          <a:xfrm>
            <a:off x="1145539" y="3147060"/>
            <a:ext cx="10128885" cy="421640"/>
          </a:xfrm>
          <a:prstGeom prst="rect">
            <a:avLst/>
          </a:prstGeom>
        </p:spPr>
        <p:txBody>
          <a:bodyPr vert="horz" wrap="square" lIns="0" tIns="12700" rIns="0" bIns="0" rtlCol="0">
            <a:spAutoFit/>
          </a:bodyPr>
          <a:lstStyle/>
          <a:p>
            <a:pPr marL="12700">
              <a:lnSpc>
                <a:spcPct val="100000"/>
              </a:lnSpc>
              <a:spcBef>
                <a:spcPts val="100"/>
              </a:spcBef>
              <a:tabLst>
                <a:tab pos="1280795" algn="l"/>
                <a:tab pos="3392804" algn="l"/>
              </a:tabLst>
            </a:pPr>
            <a:r>
              <a:rPr sz="2600" spc="-10" dirty="0">
                <a:latin typeface="Calibri"/>
                <a:cs typeface="Calibri"/>
              </a:rPr>
              <a:t>inherent</a:t>
            </a:r>
            <a:r>
              <a:rPr sz="2600" dirty="0">
                <a:latin typeface="Calibri"/>
                <a:cs typeface="Calibri"/>
              </a:rPr>
              <a:t>	in</a:t>
            </a:r>
            <a:r>
              <a:rPr sz="2600" spc="385" dirty="0">
                <a:latin typeface="Calibri"/>
                <a:cs typeface="Calibri"/>
              </a:rPr>
              <a:t> </a:t>
            </a:r>
            <a:r>
              <a:rPr sz="2600" dirty="0">
                <a:latin typeface="Calibri"/>
                <a:cs typeface="Calibri"/>
              </a:rPr>
              <a:t>the</a:t>
            </a:r>
            <a:r>
              <a:rPr sz="2600" spc="385" dirty="0">
                <a:latin typeface="Calibri"/>
                <a:cs typeface="Calibri"/>
              </a:rPr>
              <a:t> </a:t>
            </a:r>
            <a:r>
              <a:rPr sz="2600" spc="-10" dirty="0">
                <a:latin typeface="Calibri"/>
                <a:cs typeface="Calibri"/>
              </a:rPr>
              <a:t>project.</a:t>
            </a:r>
            <a:r>
              <a:rPr sz="2600" dirty="0">
                <a:latin typeface="Calibri"/>
                <a:cs typeface="Calibri"/>
              </a:rPr>
              <a:t>	Uncertainty</a:t>
            </a:r>
            <a:r>
              <a:rPr sz="2600" spc="350" dirty="0">
                <a:latin typeface="Calibri"/>
                <a:cs typeface="Calibri"/>
              </a:rPr>
              <a:t> </a:t>
            </a:r>
            <a:r>
              <a:rPr sz="2600" dirty="0">
                <a:latin typeface="Calibri"/>
                <a:cs typeface="Calibri"/>
              </a:rPr>
              <a:t>is</a:t>
            </a:r>
            <a:r>
              <a:rPr sz="2600" spc="350" dirty="0">
                <a:latin typeface="Calibri"/>
                <a:cs typeface="Calibri"/>
              </a:rPr>
              <a:t> </a:t>
            </a:r>
            <a:r>
              <a:rPr sz="2600" dirty="0">
                <a:latin typeface="Calibri"/>
                <a:cs typeface="Calibri"/>
              </a:rPr>
              <a:t>reflected</a:t>
            </a:r>
            <a:r>
              <a:rPr sz="2600" spc="345" dirty="0">
                <a:latin typeface="Calibri"/>
                <a:cs typeface="Calibri"/>
              </a:rPr>
              <a:t> </a:t>
            </a:r>
            <a:r>
              <a:rPr sz="2600" dirty="0">
                <a:latin typeface="Calibri"/>
                <a:cs typeface="Calibri"/>
              </a:rPr>
              <a:t>in</a:t>
            </a:r>
            <a:r>
              <a:rPr sz="2600" spc="350" dirty="0">
                <a:latin typeface="Calibri"/>
                <a:cs typeface="Calibri"/>
              </a:rPr>
              <a:t> </a:t>
            </a:r>
            <a:r>
              <a:rPr sz="2600" dirty="0">
                <a:latin typeface="Calibri"/>
                <a:cs typeface="Calibri"/>
              </a:rPr>
              <a:t>the</a:t>
            </a:r>
            <a:r>
              <a:rPr sz="2600" spc="345" dirty="0">
                <a:latin typeface="Calibri"/>
                <a:cs typeface="Calibri"/>
              </a:rPr>
              <a:t> </a:t>
            </a:r>
            <a:r>
              <a:rPr sz="2600" dirty="0">
                <a:latin typeface="Calibri"/>
                <a:cs typeface="Calibri"/>
              </a:rPr>
              <a:t>“newness”</a:t>
            </a:r>
            <a:r>
              <a:rPr sz="2600" spc="350" dirty="0">
                <a:latin typeface="Calibri"/>
                <a:cs typeface="Calibri"/>
              </a:rPr>
              <a:t> </a:t>
            </a:r>
            <a:r>
              <a:rPr sz="2600" dirty="0">
                <a:latin typeface="Calibri"/>
                <a:cs typeface="Calibri"/>
              </a:rPr>
              <a:t>of</a:t>
            </a:r>
            <a:r>
              <a:rPr sz="2600" spc="345" dirty="0">
                <a:latin typeface="Calibri"/>
                <a:cs typeface="Calibri"/>
              </a:rPr>
              <a:t> </a:t>
            </a:r>
            <a:r>
              <a:rPr sz="2600" spc="-25" dirty="0">
                <a:latin typeface="Calibri"/>
                <a:cs typeface="Calibri"/>
              </a:rPr>
              <a:t>the</a:t>
            </a:r>
            <a:endParaRPr sz="2600">
              <a:latin typeface="Calibri"/>
              <a:cs typeface="Calibri"/>
            </a:endParaRPr>
          </a:p>
        </p:txBody>
      </p:sp>
      <p:sp>
        <p:nvSpPr>
          <p:cNvPr id="5" name="object 5"/>
          <p:cNvSpPr txBox="1"/>
          <p:nvPr/>
        </p:nvSpPr>
        <p:spPr>
          <a:xfrm>
            <a:off x="1145539" y="3415284"/>
            <a:ext cx="10129520"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project,</a:t>
            </a:r>
            <a:r>
              <a:rPr sz="2600" spc="100" dirty="0">
                <a:latin typeface="Calibri"/>
                <a:cs typeface="Calibri"/>
              </a:rPr>
              <a:t> </a:t>
            </a:r>
            <a:r>
              <a:rPr sz="2600" dirty="0">
                <a:latin typeface="Calibri"/>
                <a:cs typeface="Calibri"/>
              </a:rPr>
              <a:t>inaccurate</a:t>
            </a:r>
            <a:r>
              <a:rPr sz="2600" spc="95" dirty="0">
                <a:latin typeface="Calibri"/>
                <a:cs typeface="Calibri"/>
              </a:rPr>
              <a:t> </a:t>
            </a:r>
            <a:r>
              <a:rPr sz="2600" dirty="0">
                <a:latin typeface="Calibri"/>
                <a:cs typeface="Calibri"/>
              </a:rPr>
              <a:t>time</a:t>
            </a:r>
            <a:r>
              <a:rPr sz="2600" spc="100" dirty="0">
                <a:latin typeface="Calibri"/>
                <a:cs typeface="Calibri"/>
              </a:rPr>
              <a:t> </a:t>
            </a:r>
            <a:r>
              <a:rPr sz="2600" dirty="0">
                <a:latin typeface="Calibri"/>
                <a:cs typeface="Calibri"/>
              </a:rPr>
              <a:t>and</a:t>
            </a:r>
            <a:r>
              <a:rPr sz="2600" spc="100" dirty="0">
                <a:latin typeface="Calibri"/>
                <a:cs typeface="Calibri"/>
              </a:rPr>
              <a:t> </a:t>
            </a:r>
            <a:r>
              <a:rPr sz="2600" dirty="0">
                <a:latin typeface="Calibri"/>
                <a:cs typeface="Calibri"/>
              </a:rPr>
              <a:t>cost</a:t>
            </a:r>
            <a:r>
              <a:rPr sz="2600" spc="110" dirty="0">
                <a:latin typeface="Calibri"/>
                <a:cs typeface="Calibri"/>
              </a:rPr>
              <a:t> </a:t>
            </a:r>
            <a:r>
              <a:rPr sz="2600" dirty="0">
                <a:latin typeface="Calibri"/>
                <a:cs typeface="Calibri"/>
              </a:rPr>
              <a:t>estimates,</a:t>
            </a:r>
            <a:r>
              <a:rPr sz="2600" spc="110" dirty="0">
                <a:latin typeface="Calibri"/>
                <a:cs typeface="Calibri"/>
              </a:rPr>
              <a:t> </a:t>
            </a:r>
            <a:r>
              <a:rPr sz="2600" dirty="0">
                <a:latin typeface="Calibri"/>
                <a:cs typeface="Calibri"/>
              </a:rPr>
              <a:t>technical</a:t>
            </a:r>
            <a:r>
              <a:rPr sz="2600" spc="105" dirty="0">
                <a:latin typeface="Calibri"/>
                <a:cs typeface="Calibri"/>
              </a:rPr>
              <a:t> </a:t>
            </a:r>
            <a:r>
              <a:rPr sz="2600" dirty="0">
                <a:latin typeface="Calibri"/>
                <a:cs typeface="Calibri"/>
              </a:rPr>
              <a:t>unknowns,</a:t>
            </a:r>
            <a:r>
              <a:rPr sz="2600" spc="100" dirty="0">
                <a:latin typeface="Calibri"/>
                <a:cs typeface="Calibri"/>
              </a:rPr>
              <a:t> </a:t>
            </a:r>
            <a:r>
              <a:rPr sz="2600" spc="-10" dirty="0">
                <a:latin typeface="Calibri"/>
                <a:cs typeface="Calibri"/>
              </a:rPr>
              <a:t>unstable</a:t>
            </a:r>
            <a:endParaRPr sz="2600" dirty="0">
              <a:latin typeface="Calibri"/>
              <a:cs typeface="Calibri"/>
            </a:endParaRPr>
          </a:p>
        </p:txBody>
      </p:sp>
      <p:sp>
        <p:nvSpPr>
          <p:cNvPr id="6" name="object 6"/>
          <p:cNvSpPr txBox="1"/>
          <p:nvPr/>
        </p:nvSpPr>
        <p:spPr>
          <a:xfrm>
            <a:off x="916939" y="3692652"/>
            <a:ext cx="10358755" cy="2747645"/>
          </a:xfrm>
          <a:prstGeom prst="rect">
            <a:avLst/>
          </a:prstGeom>
        </p:spPr>
        <p:txBody>
          <a:bodyPr vert="horz" wrap="square" lIns="0" tIns="128270" rIns="0" bIns="0" rtlCol="0">
            <a:spAutoFit/>
          </a:bodyPr>
          <a:lstStyle/>
          <a:p>
            <a:pPr marL="241300" marR="5715">
              <a:lnSpc>
                <a:spcPct val="70800"/>
              </a:lnSpc>
              <a:spcBef>
                <a:spcPts val="1010"/>
              </a:spcBef>
            </a:pPr>
            <a:r>
              <a:rPr sz="2600" dirty="0">
                <a:latin typeface="Calibri"/>
                <a:cs typeface="Calibri"/>
              </a:rPr>
              <a:t>scope,</a:t>
            </a:r>
            <a:r>
              <a:rPr sz="2600" spc="35" dirty="0">
                <a:latin typeface="Calibri"/>
                <a:cs typeface="Calibri"/>
              </a:rPr>
              <a:t> </a:t>
            </a:r>
            <a:r>
              <a:rPr sz="2600" dirty="0">
                <a:latin typeface="Calibri"/>
                <a:cs typeface="Calibri"/>
              </a:rPr>
              <a:t>and</a:t>
            </a:r>
            <a:r>
              <a:rPr sz="2600" spc="40" dirty="0">
                <a:latin typeface="Calibri"/>
                <a:cs typeface="Calibri"/>
              </a:rPr>
              <a:t> </a:t>
            </a:r>
            <a:r>
              <a:rPr sz="2600" dirty="0">
                <a:latin typeface="Calibri"/>
                <a:cs typeface="Calibri"/>
              </a:rPr>
              <a:t>problems</a:t>
            </a:r>
            <a:r>
              <a:rPr sz="2600" spc="35" dirty="0">
                <a:latin typeface="Calibri"/>
                <a:cs typeface="Calibri"/>
              </a:rPr>
              <a:t> </a:t>
            </a:r>
            <a:r>
              <a:rPr sz="2600" dirty="0">
                <a:latin typeface="Calibri"/>
                <a:cs typeface="Calibri"/>
              </a:rPr>
              <a:t>not</a:t>
            </a:r>
            <a:r>
              <a:rPr sz="2600" spc="45" dirty="0">
                <a:latin typeface="Calibri"/>
                <a:cs typeface="Calibri"/>
              </a:rPr>
              <a:t> </a:t>
            </a:r>
            <a:r>
              <a:rPr sz="2600" dirty="0">
                <a:latin typeface="Calibri"/>
                <a:cs typeface="Calibri"/>
              </a:rPr>
              <a:t>anticipated.</a:t>
            </a:r>
            <a:r>
              <a:rPr sz="2600" spc="40" dirty="0">
                <a:latin typeface="Calibri"/>
                <a:cs typeface="Calibri"/>
              </a:rPr>
              <a:t> </a:t>
            </a:r>
            <a:r>
              <a:rPr sz="2600" dirty="0">
                <a:latin typeface="Calibri"/>
                <a:cs typeface="Calibri"/>
              </a:rPr>
              <a:t>In</a:t>
            </a:r>
            <a:r>
              <a:rPr sz="2600" spc="35" dirty="0">
                <a:latin typeface="Calibri"/>
                <a:cs typeface="Calibri"/>
              </a:rPr>
              <a:t> </a:t>
            </a:r>
            <a:r>
              <a:rPr sz="2600" dirty="0">
                <a:latin typeface="Calibri"/>
                <a:cs typeface="Calibri"/>
              </a:rPr>
              <a:t>practice,</a:t>
            </a:r>
            <a:r>
              <a:rPr sz="2600" spc="40" dirty="0">
                <a:latin typeface="Calibri"/>
                <a:cs typeface="Calibri"/>
              </a:rPr>
              <a:t> </a:t>
            </a:r>
            <a:r>
              <a:rPr sz="2600" dirty="0">
                <a:latin typeface="Calibri"/>
                <a:cs typeface="Calibri"/>
              </a:rPr>
              <a:t>contingencies</a:t>
            </a:r>
            <a:r>
              <a:rPr sz="2600" spc="40" dirty="0">
                <a:latin typeface="Calibri"/>
                <a:cs typeface="Calibri"/>
              </a:rPr>
              <a:t> </a:t>
            </a:r>
            <a:r>
              <a:rPr sz="2600" dirty="0">
                <a:latin typeface="Calibri"/>
                <a:cs typeface="Calibri"/>
              </a:rPr>
              <a:t>run</a:t>
            </a:r>
            <a:r>
              <a:rPr sz="2600" spc="40" dirty="0">
                <a:latin typeface="Calibri"/>
                <a:cs typeface="Calibri"/>
              </a:rPr>
              <a:t> </a:t>
            </a:r>
            <a:r>
              <a:rPr sz="2600" dirty="0">
                <a:latin typeface="Calibri"/>
                <a:cs typeface="Calibri"/>
              </a:rPr>
              <a:t>from</a:t>
            </a:r>
            <a:r>
              <a:rPr sz="2600" spc="30" dirty="0">
                <a:latin typeface="Calibri"/>
                <a:cs typeface="Calibri"/>
              </a:rPr>
              <a:t> </a:t>
            </a:r>
            <a:r>
              <a:rPr sz="2600" spc="-50" dirty="0">
                <a:latin typeface="Calibri"/>
                <a:cs typeface="Calibri"/>
              </a:rPr>
              <a:t>1 </a:t>
            </a:r>
            <a:r>
              <a:rPr sz="2600" dirty="0">
                <a:latin typeface="Calibri"/>
                <a:cs typeface="Calibri"/>
              </a:rPr>
              <a:t>to</a:t>
            </a:r>
            <a:r>
              <a:rPr sz="2600" spc="-55" dirty="0">
                <a:latin typeface="Calibri"/>
                <a:cs typeface="Calibri"/>
              </a:rPr>
              <a:t> </a:t>
            </a:r>
            <a:r>
              <a:rPr sz="2600" dirty="0">
                <a:latin typeface="Calibri"/>
                <a:cs typeface="Calibri"/>
              </a:rPr>
              <a:t>10%</a:t>
            </a:r>
            <a:r>
              <a:rPr sz="2600" spc="-50" dirty="0">
                <a:latin typeface="Calibri"/>
                <a:cs typeface="Calibri"/>
              </a:rPr>
              <a:t> </a:t>
            </a:r>
            <a:r>
              <a:rPr sz="2600" dirty="0">
                <a:latin typeface="Calibri"/>
                <a:cs typeface="Calibri"/>
              </a:rPr>
              <a:t>in</a:t>
            </a:r>
            <a:r>
              <a:rPr sz="2600" spc="-60" dirty="0">
                <a:latin typeface="Calibri"/>
                <a:cs typeface="Calibri"/>
              </a:rPr>
              <a:t> </a:t>
            </a:r>
            <a:r>
              <a:rPr sz="2600" dirty="0">
                <a:latin typeface="Calibri"/>
                <a:cs typeface="Calibri"/>
              </a:rPr>
              <a:t>projects</a:t>
            </a:r>
            <a:r>
              <a:rPr sz="2600" spc="-60" dirty="0">
                <a:latin typeface="Calibri"/>
                <a:cs typeface="Calibri"/>
              </a:rPr>
              <a:t> </a:t>
            </a:r>
            <a:r>
              <a:rPr sz="2600" dirty="0">
                <a:latin typeface="Calibri"/>
                <a:cs typeface="Calibri"/>
              </a:rPr>
              <a:t>similar</a:t>
            </a:r>
            <a:r>
              <a:rPr sz="2600" spc="-50"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past</a:t>
            </a:r>
            <a:r>
              <a:rPr sz="2600" spc="-50" dirty="0">
                <a:latin typeface="Calibri"/>
                <a:cs typeface="Calibri"/>
              </a:rPr>
              <a:t> </a:t>
            </a:r>
            <a:r>
              <a:rPr sz="2600" spc="-10" dirty="0">
                <a:latin typeface="Calibri"/>
                <a:cs typeface="Calibri"/>
              </a:rPr>
              <a:t>projects.</a:t>
            </a:r>
            <a:endParaRPr sz="2600" dirty="0">
              <a:latin typeface="Calibri"/>
              <a:cs typeface="Calibri"/>
            </a:endParaRPr>
          </a:p>
          <a:p>
            <a:pPr marL="241300" indent="-228600">
              <a:lnSpc>
                <a:spcPts val="2665"/>
              </a:lnSpc>
              <a:spcBef>
                <a:spcPts val="70"/>
              </a:spcBef>
              <a:buFont typeface="Arial MT"/>
              <a:buChar char="•"/>
              <a:tabLst>
                <a:tab pos="241300" algn="l"/>
              </a:tabLst>
            </a:pPr>
            <a:r>
              <a:rPr sz="2600" spc="-10" dirty="0">
                <a:latin typeface="Calibri"/>
                <a:cs typeface="Calibri"/>
              </a:rPr>
              <a:t>However,</a:t>
            </a:r>
            <a:r>
              <a:rPr sz="2600" spc="260" dirty="0">
                <a:latin typeface="Calibri"/>
                <a:cs typeface="Calibri"/>
              </a:rPr>
              <a:t> </a:t>
            </a:r>
            <a:r>
              <a:rPr sz="2600" dirty="0">
                <a:latin typeface="Calibri"/>
                <a:cs typeface="Calibri"/>
              </a:rPr>
              <a:t>in</a:t>
            </a:r>
            <a:r>
              <a:rPr sz="2600" spc="250" dirty="0">
                <a:latin typeface="Calibri"/>
                <a:cs typeface="Calibri"/>
              </a:rPr>
              <a:t> </a:t>
            </a:r>
            <a:r>
              <a:rPr sz="2600" dirty="0">
                <a:latin typeface="Calibri"/>
                <a:cs typeface="Calibri"/>
              </a:rPr>
              <a:t>unique</a:t>
            </a:r>
            <a:r>
              <a:rPr sz="2600" spc="245" dirty="0">
                <a:latin typeface="Calibri"/>
                <a:cs typeface="Calibri"/>
              </a:rPr>
              <a:t> </a:t>
            </a:r>
            <a:r>
              <a:rPr sz="2600" dirty="0">
                <a:latin typeface="Calibri"/>
                <a:cs typeface="Calibri"/>
              </a:rPr>
              <a:t>and</a:t>
            </a:r>
            <a:r>
              <a:rPr sz="2600" spc="254" dirty="0">
                <a:latin typeface="Calibri"/>
                <a:cs typeface="Calibri"/>
              </a:rPr>
              <a:t> </a:t>
            </a:r>
            <a:r>
              <a:rPr sz="2600" spc="-10" dirty="0">
                <a:latin typeface="Calibri"/>
                <a:cs typeface="Calibri"/>
              </a:rPr>
              <a:t>high-</a:t>
            </a:r>
            <a:r>
              <a:rPr sz="2600" dirty="0">
                <a:latin typeface="Calibri"/>
                <a:cs typeface="Calibri"/>
              </a:rPr>
              <a:t>technology</a:t>
            </a:r>
            <a:r>
              <a:rPr sz="2600" spc="254" dirty="0">
                <a:latin typeface="Calibri"/>
                <a:cs typeface="Calibri"/>
              </a:rPr>
              <a:t> </a:t>
            </a:r>
            <a:r>
              <a:rPr sz="2600" dirty="0">
                <a:latin typeface="Calibri"/>
                <a:cs typeface="Calibri"/>
              </a:rPr>
              <a:t>projects,</a:t>
            </a:r>
            <a:r>
              <a:rPr sz="2600" spc="254" dirty="0">
                <a:latin typeface="Calibri"/>
                <a:cs typeface="Calibri"/>
              </a:rPr>
              <a:t> </a:t>
            </a:r>
            <a:r>
              <a:rPr sz="2600" dirty="0">
                <a:latin typeface="Calibri"/>
                <a:cs typeface="Calibri"/>
              </a:rPr>
              <a:t>it</a:t>
            </a:r>
            <a:r>
              <a:rPr sz="2600" spc="260" dirty="0">
                <a:latin typeface="Calibri"/>
                <a:cs typeface="Calibri"/>
              </a:rPr>
              <a:t> </a:t>
            </a:r>
            <a:r>
              <a:rPr sz="2600" dirty="0">
                <a:latin typeface="Calibri"/>
                <a:cs typeface="Calibri"/>
              </a:rPr>
              <a:t>is</a:t>
            </a:r>
            <a:r>
              <a:rPr sz="2600" spc="254" dirty="0">
                <a:latin typeface="Calibri"/>
                <a:cs typeface="Calibri"/>
              </a:rPr>
              <a:t> </a:t>
            </a:r>
            <a:r>
              <a:rPr sz="2600" dirty="0">
                <a:latin typeface="Calibri"/>
                <a:cs typeface="Calibri"/>
              </a:rPr>
              <a:t>not</a:t>
            </a:r>
            <a:r>
              <a:rPr sz="2600" spc="260" dirty="0">
                <a:latin typeface="Calibri"/>
                <a:cs typeface="Calibri"/>
              </a:rPr>
              <a:t> </a:t>
            </a:r>
            <a:r>
              <a:rPr sz="2600" dirty="0">
                <a:latin typeface="Calibri"/>
                <a:cs typeface="Calibri"/>
              </a:rPr>
              <a:t>uncommon</a:t>
            </a:r>
            <a:r>
              <a:rPr sz="2600" spc="250" dirty="0">
                <a:latin typeface="Calibri"/>
                <a:cs typeface="Calibri"/>
              </a:rPr>
              <a:t> </a:t>
            </a:r>
            <a:r>
              <a:rPr sz="2600" spc="-25" dirty="0">
                <a:latin typeface="Calibri"/>
                <a:cs typeface="Calibri"/>
              </a:rPr>
              <a:t>to</a:t>
            </a:r>
            <a:endParaRPr sz="2600" dirty="0">
              <a:latin typeface="Calibri"/>
              <a:cs typeface="Calibri"/>
            </a:endParaRPr>
          </a:p>
          <a:p>
            <a:pPr marL="241300" marR="5080">
              <a:lnSpc>
                <a:spcPct val="70800"/>
              </a:lnSpc>
              <a:spcBef>
                <a:spcPts val="455"/>
              </a:spcBef>
              <a:tabLst>
                <a:tab pos="942975" algn="l"/>
                <a:tab pos="2962275" algn="l"/>
                <a:tab pos="4182110" algn="l"/>
                <a:tab pos="4611370" algn="l"/>
                <a:tab pos="5238750" algn="l"/>
                <a:tab pos="5751830" algn="l"/>
                <a:tab pos="6214745" algn="l"/>
                <a:tab pos="6964045" algn="l"/>
                <a:tab pos="7985759" algn="l"/>
                <a:tab pos="8668385" algn="l"/>
                <a:tab pos="9353550" algn="l"/>
                <a:tab pos="10069195" algn="l"/>
              </a:tabLst>
            </a:pPr>
            <a:r>
              <a:rPr sz="2600" spc="-20" dirty="0">
                <a:latin typeface="Calibri"/>
                <a:cs typeface="Calibri"/>
              </a:rPr>
              <a:t>find</a:t>
            </a:r>
            <a:r>
              <a:rPr sz="2600" dirty="0">
                <a:latin typeface="Calibri"/>
                <a:cs typeface="Calibri"/>
              </a:rPr>
              <a:t>	</a:t>
            </a:r>
            <a:r>
              <a:rPr sz="2600" spc="-10" dirty="0">
                <a:latin typeface="Calibri"/>
                <a:cs typeface="Calibri"/>
              </a:rPr>
              <a:t>contingencies</a:t>
            </a:r>
            <a:r>
              <a:rPr sz="2600" dirty="0">
                <a:latin typeface="Calibri"/>
                <a:cs typeface="Calibri"/>
              </a:rPr>
              <a:t>	</a:t>
            </a:r>
            <a:r>
              <a:rPr sz="2600" spc="-10" dirty="0">
                <a:latin typeface="Calibri"/>
                <a:cs typeface="Calibri"/>
              </a:rPr>
              <a:t>running</a:t>
            </a:r>
            <a:r>
              <a:rPr sz="2600" dirty="0">
                <a:latin typeface="Calibri"/>
                <a:cs typeface="Calibri"/>
              </a:rPr>
              <a:t>	</a:t>
            </a:r>
            <a:r>
              <a:rPr sz="2600" spc="-25" dirty="0">
                <a:latin typeface="Calibri"/>
                <a:cs typeface="Calibri"/>
              </a:rPr>
              <a:t>in</a:t>
            </a:r>
            <a:r>
              <a:rPr sz="2600" dirty="0">
                <a:latin typeface="Calibri"/>
                <a:cs typeface="Calibri"/>
              </a:rPr>
              <a:t>	</a:t>
            </a:r>
            <a:r>
              <a:rPr sz="2600" spc="-25" dirty="0">
                <a:latin typeface="Calibri"/>
                <a:cs typeface="Calibri"/>
              </a:rPr>
              <a:t>the</a:t>
            </a:r>
            <a:r>
              <a:rPr sz="2600" dirty="0">
                <a:latin typeface="Calibri"/>
                <a:cs typeface="Calibri"/>
              </a:rPr>
              <a:t>	</a:t>
            </a:r>
            <a:r>
              <a:rPr sz="2600" spc="-25" dirty="0">
                <a:latin typeface="Calibri"/>
                <a:cs typeface="Calibri"/>
              </a:rPr>
              <a:t>20</a:t>
            </a:r>
            <a:r>
              <a:rPr sz="2600" dirty="0">
                <a:latin typeface="Calibri"/>
                <a:cs typeface="Calibri"/>
              </a:rPr>
              <a:t>	</a:t>
            </a:r>
            <a:r>
              <a:rPr sz="2600" spc="-25" dirty="0">
                <a:latin typeface="Calibri"/>
                <a:cs typeface="Calibri"/>
              </a:rPr>
              <a:t>to</a:t>
            </a:r>
            <a:r>
              <a:rPr sz="2600" dirty="0">
                <a:latin typeface="Calibri"/>
                <a:cs typeface="Calibri"/>
              </a:rPr>
              <a:t>	</a:t>
            </a:r>
            <a:r>
              <a:rPr sz="2600" spc="-25" dirty="0">
                <a:latin typeface="Calibri"/>
                <a:cs typeface="Calibri"/>
              </a:rPr>
              <a:t>60%</a:t>
            </a:r>
            <a:r>
              <a:rPr sz="2600" dirty="0">
                <a:latin typeface="Calibri"/>
                <a:cs typeface="Calibri"/>
              </a:rPr>
              <a:t>	</a:t>
            </a:r>
            <a:r>
              <a:rPr sz="2600" spc="-10" dirty="0">
                <a:latin typeface="Calibri"/>
                <a:cs typeface="Calibri"/>
              </a:rPr>
              <a:t>range.</a:t>
            </a:r>
            <a:r>
              <a:rPr sz="2600" dirty="0">
                <a:latin typeface="Calibri"/>
                <a:cs typeface="Calibri"/>
              </a:rPr>
              <a:t>	</a:t>
            </a:r>
            <a:r>
              <a:rPr sz="2600" spc="-25" dirty="0">
                <a:latin typeface="Calibri"/>
                <a:cs typeface="Calibri"/>
              </a:rPr>
              <a:t>Use</a:t>
            </a:r>
            <a:r>
              <a:rPr sz="2600" dirty="0">
                <a:latin typeface="Calibri"/>
                <a:cs typeface="Calibri"/>
              </a:rPr>
              <a:t>	</a:t>
            </a:r>
            <a:r>
              <a:rPr sz="2600" spc="-25" dirty="0">
                <a:latin typeface="Calibri"/>
                <a:cs typeface="Calibri"/>
              </a:rPr>
              <a:t>and</a:t>
            </a:r>
            <a:r>
              <a:rPr sz="2600" dirty="0">
                <a:latin typeface="Calibri"/>
                <a:cs typeface="Calibri"/>
              </a:rPr>
              <a:t>	</a:t>
            </a:r>
            <a:r>
              <a:rPr sz="2600" spc="-20" dirty="0">
                <a:latin typeface="Calibri"/>
                <a:cs typeface="Calibri"/>
              </a:rPr>
              <a:t>rate</a:t>
            </a:r>
            <a:r>
              <a:rPr sz="2600" dirty="0">
                <a:latin typeface="Calibri"/>
                <a:cs typeface="Calibri"/>
              </a:rPr>
              <a:t>	</a:t>
            </a:r>
            <a:r>
              <a:rPr sz="2600" spc="-25" dirty="0">
                <a:latin typeface="Calibri"/>
                <a:cs typeface="Calibri"/>
              </a:rPr>
              <a:t>of </a:t>
            </a:r>
            <a:r>
              <a:rPr sz="2600" dirty="0">
                <a:latin typeface="Calibri"/>
                <a:cs typeface="Calibri"/>
              </a:rPr>
              <a:t>consumption</a:t>
            </a:r>
            <a:r>
              <a:rPr sz="2600" spc="-55" dirty="0">
                <a:latin typeface="Calibri"/>
                <a:cs typeface="Calibri"/>
              </a:rPr>
              <a:t> </a:t>
            </a:r>
            <a:r>
              <a:rPr sz="2600" dirty="0">
                <a:latin typeface="Calibri"/>
                <a:cs typeface="Calibri"/>
              </a:rPr>
              <a:t>of</a:t>
            </a:r>
            <a:r>
              <a:rPr sz="2600" spc="-60" dirty="0">
                <a:latin typeface="Calibri"/>
                <a:cs typeface="Calibri"/>
              </a:rPr>
              <a:t> </a:t>
            </a:r>
            <a:r>
              <a:rPr sz="2600" dirty="0">
                <a:latin typeface="Calibri"/>
                <a:cs typeface="Calibri"/>
              </a:rPr>
              <a:t>reserves</a:t>
            </a:r>
            <a:r>
              <a:rPr sz="2600" spc="-55" dirty="0">
                <a:latin typeface="Calibri"/>
                <a:cs typeface="Calibri"/>
              </a:rPr>
              <a:t> </a:t>
            </a:r>
            <a:r>
              <a:rPr sz="2600" dirty="0">
                <a:latin typeface="Calibri"/>
                <a:cs typeface="Calibri"/>
              </a:rPr>
              <a:t>must</a:t>
            </a:r>
            <a:r>
              <a:rPr sz="2600" spc="-50" dirty="0">
                <a:latin typeface="Calibri"/>
                <a:cs typeface="Calibri"/>
              </a:rPr>
              <a:t> </a:t>
            </a:r>
            <a:r>
              <a:rPr sz="2600" dirty="0">
                <a:latin typeface="Calibri"/>
                <a:cs typeface="Calibri"/>
              </a:rPr>
              <a:t>be</a:t>
            </a:r>
            <a:r>
              <a:rPr sz="2600" spc="-60" dirty="0">
                <a:latin typeface="Calibri"/>
                <a:cs typeface="Calibri"/>
              </a:rPr>
              <a:t> </a:t>
            </a:r>
            <a:r>
              <a:rPr sz="2600" dirty="0">
                <a:latin typeface="Calibri"/>
                <a:cs typeface="Calibri"/>
              </a:rPr>
              <a:t>closely</a:t>
            </a:r>
            <a:r>
              <a:rPr sz="2600" spc="-55" dirty="0">
                <a:latin typeface="Calibri"/>
                <a:cs typeface="Calibri"/>
              </a:rPr>
              <a:t> </a:t>
            </a:r>
            <a:r>
              <a:rPr sz="2600" spc="-10" dirty="0">
                <a:latin typeface="Calibri"/>
                <a:cs typeface="Calibri"/>
              </a:rPr>
              <a:t>monitored</a:t>
            </a:r>
            <a:r>
              <a:rPr sz="2600" spc="-55" dirty="0">
                <a:latin typeface="Calibri"/>
                <a:cs typeface="Calibri"/>
              </a:rPr>
              <a:t> </a:t>
            </a:r>
            <a:r>
              <a:rPr sz="2600" dirty="0">
                <a:latin typeface="Calibri"/>
                <a:cs typeface="Calibri"/>
              </a:rPr>
              <a:t>and</a:t>
            </a:r>
            <a:r>
              <a:rPr sz="2600" spc="-55" dirty="0">
                <a:latin typeface="Calibri"/>
                <a:cs typeface="Calibri"/>
              </a:rPr>
              <a:t> </a:t>
            </a:r>
            <a:r>
              <a:rPr sz="2600" spc="-10" dirty="0">
                <a:latin typeface="Calibri"/>
                <a:cs typeface="Calibri"/>
              </a:rPr>
              <a:t>controlled.</a:t>
            </a:r>
            <a:endParaRPr sz="2600" dirty="0">
              <a:latin typeface="Calibri"/>
              <a:cs typeface="Calibri"/>
            </a:endParaRPr>
          </a:p>
          <a:p>
            <a:pPr marL="241300" marR="5080" indent="-228600">
              <a:lnSpc>
                <a:spcPct val="70000"/>
              </a:lnSpc>
              <a:spcBef>
                <a:spcPts val="915"/>
              </a:spcBef>
              <a:buFont typeface="Arial MT"/>
              <a:buChar char="•"/>
              <a:tabLst>
                <a:tab pos="241300" algn="l"/>
                <a:tab pos="1351915" algn="l"/>
                <a:tab pos="2639695" algn="l"/>
                <a:tab pos="3211195" algn="l"/>
                <a:tab pos="3750310" algn="l"/>
                <a:tab pos="4234180" algn="l"/>
                <a:tab pos="4653915" algn="l"/>
                <a:tab pos="5527040" algn="l"/>
                <a:tab pos="6947534" algn="l"/>
                <a:tab pos="7771130" algn="l"/>
                <a:tab pos="8648065" algn="l"/>
                <a:tab pos="9909810" algn="l"/>
              </a:tabLst>
            </a:pPr>
            <a:r>
              <a:rPr sz="2600" b="1" spc="-10" dirty="0">
                <a:latin typeface="Calibri"/>
                <a:cs typeface="Calibri"/>
              </a:rPr>
              <a:t>Budget</a:t>
            </a:r>
            <a:r>
              <a:rPr sz="2600" b="1" dirty="0">
                <a:latin typeface="Calibri"/>
                <a:cs typeface="Calibri"/>
              </a:rPr>
              <a:t>	</a:t>
            </a:r>
            <a:r>
              <a:rPr sz="2600" b="1" spc="-10" dirty="0">
                <a:latin typeface="Calibri"/>
                <a:cs typeface="Calibri"/>
              </a:rPr>
              <a:t>reserves</a:t>
            </a:r>
            <a:r>
              <a:rPr sz="2600" b="1" dirty="0">
                <a:latin typeface="Calibri"/>
                <a:cs typeface="Calibri"/>
              </a:rPr>
              <a:t>	</a:t>
            </a:r>
            <a:r>
              <a:rPr sz="2600" spc="-25" dirty="0">
                <a:latin typeface="Calibri"/>
                <a:cs typeface="Calibri"/>
              </a:rPr>
              <a:t>are</a:t>
            </a:r>
            <a:r>
              <a:rPr sz="2600" dirty="0">
                <a:latin typeface="Calibri"/>
                <a:cs typeface="Calibri"/>
              </a:rPr>
              <a:t>	</a:t>
            </a:r>
            <a:r>
              <a:rPr sz="2600" spc="-25" dirty="0">
                <a:latin typeface="Calibri"/>
                <a:cs typeface="Calibri"/>
              </a:rPr>
              <a:t>set</a:t>
            </a:r>
            <a:r>
              <a:rPr sz="2600" dirty="0">
                <a:latin typeface="Calibri"/>
                <a:cs typeface="Calibri"/>
              </a:rPr>
              <a:t>	</a:t>
            </a:r>
            <a:r>
              <a:rPr sz="2600" spc="-25" dirty="0">
                <a:latin typeface="Calibri"/>
                <a:cs typeface="Calibri"/>
              </a:rPr>
              <a:t>up</a:t>
            </a:r>
            <a:r>
              <a:rPr sz="2600" dirty="0">
                <a:latin typeface="Calibri"/>
                <a:cs typeface="Calibri"/>
              </a:rPr>
              <a:t>	</a:t>
            </a:r>
            <a:r>
              <a:rPr sz="2600" spc="-25" dirty="0">
                <a:latin typeface="Calibri"/>
                <a:cs typeface="Calibri"/>
              </a:rPr>
              <a:t>to</a:t>
            </a:r>
            <a:r>
              <a:rPr sz="2600" dirty="0">
                <a:latin typeface="Calibri"/>
                <a:cs typeface="Calibri"/>
              </a:rPr>
              <a:t>	</a:t>
            </a:r>
            <a:r>
              <a:rPr sz="2600" spc="-10" dirty="0">
                <a:latin typeface="Calibri"/>
                <a:cs typeface="Calibri"/>
              </a:rPr>
              <a:t>cover</a:t>
            </a:r>
            <a:r>
              <a:rPr sz="2600" dirty="0">
                <a:latin typeface="Calibri"/>
                <a:cs typeface="Calibri"/>
              </a:rPr>
              <a:t>	</a:t>
            </a:r>
            <a:r>
              <a:rPr sz="2600" spc="-10" dirty="0">
                <a:latin typeface="Calibri"/>
                <a:cs typeface="Calibri"/>
              </a:rPr>
              <a:t>identified</a:t>
            </a:r>
            <a:r>
              <a:rPr sz="2600" dirty="0">
                <a:latin typeface="Calibri"/>
                <a:cs typeface="Calibri"/>
              </a:rPr>
              <a:t>	</a:t>
            </a:r>
            <a:r>
              <a:rPr sz="2600" spc="-10" dirty="0">
                <a:latin typeface="Calibri"/>
                <a:cs typeface="Calibri"/>
              </a:rPr>
              <a:t>risks;</a:t>
            </a:r>
            <a:r>
              <a:rPr sz="2600" dirty="0">
                <a:latin typeface="Calibri"/>
                <a:cs typeface="Calibri"/>
              </a:rPr>
              <a:t>	</a:t>
            </a:r>
            <a:r>
              <a:rPr sz="2600" spc="-10" dirty="0">
                <a:latin typeface="Calibri"/>
                <a:cs typeface="Calibri"/>
              </a:rPr>
              <a:t>these</a:t>
            </a:r>
            <a:r>
              <a:rPr sz="2600" dirty="0">
                <a:latin typeface="Calibri"/>
                <a:cs typeface="Calibri"/>
              </a:rPr>
              <a:t>	</a:t>
            </a:r>
            <a:r>
              <a:rPr sz="2600" spc="-10" dirty="0">
                <a:latin typeface="Calibri"/>
                <a:cs typeface="Calibri"/>
              </a:rPr>
              <a:t>reserves</a:t>
            </a:r>
            <a:r>
              <a:rPr sz="2600" dirty="0">
                <a:latin typeface="Calibri"/>
                <a:cs typeface="Calibri"/>
              </a:rPr>
              <a:t>	</a:t>
            </a:r>
            <a:r>
              <a:rPr sz="2600" spc="-25" dirty="0">
                <a:latin typeface="Calibri"/>
                <a:cs typeface="Calibri"/>
              </a:rPr>
              <a:t>are </a:t>
            </a:r>
            <a:r>
              <a:rPr sz="2600" dirty="0">
                <a:latin typeface="Calibri"/>
                <a:cs typeface="Calibri"/>
              </a:rPr>
              <a:t>those</a:t>
            </a:r>
            <a:r>
              <a:rPr sz="2600" spc="-55" dirty="0">
                <a:latin typeface="Calibri"/>
                <a:cs typeface="Calibri"/>
              </a:rPr>
              <a:t> </a:t>
            </a:r>
            <a:r>
              <a:rPr sz="2600" dirty="0">
                <a:latin typeface="Calibri"/>
                <a:cs typeface="Calibri"/>
              </a:rPr>
              <a:t>allocated</a:t>
            </a:r>
            <a:r>
              <a:rPr sz="2600" spc="-60"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specific</a:t>
            </a:r>
            <a:r>
              <a:rPr sz="2600" spc="-50" dirty="0">
                <a:latin typeface="Calibri"/>
                <a:cs typeface="Calibri"/>
              </a:rPr>
              <a:t> </a:t>
            </a:r>
            <a:r>
              <a:rPr sz="2600" dirty="0">
                <a:latin typeface="Calibri"/>
                <a:cs typeface="Calibri"/>
              </a:rPr>
              <a:t>segments</a:t>
            </a:r>
            <a:r>
              <a:rPr sz="2600" spc="-60" dirty="0">
                <a:latin typeface="Calibri"/>
                <a:cs typeface="Calibri"/>
              </a:rPr>
              <a:t> </a:t>
            </a:r>
            <a:r>
              <a:rPr sz="2600" dirty="0">
                <a:latin typeface="Calibri"/>
                <a:cs typeface="Calibri"/>
              </a:rPr>
              <a:t>or</a:t>
            </a:r>
            <a:r>
              <a:rPr sz="2600" spc="-50" dirty="0">
                <a:latin typeface="Calibri"/>
                <a:cs typeface="Calibri"/>
              </a:rPr>
              <a:t> </a:t>
            </a:r>
            <a:r>
              <a:rPr sz="2600" spc="-10" dirty="0">
                <a:latin typeface="Calibri"/>
                <a:cs typeface="Calibri"/>
              </a:rPr>
              <a:t>deliverables</a:t>
            </a:r>
            <a:r>
              <a:rPr sz="2600" spc="-60" dirty="0">
                <a:latin typeface="Calibri"/>
                <a:cs typeface="Calibri"/>
              </a:rPr>
              <a:t> </a:t>
            </a:r>
            <a:r>
              <a:rPr sz="2600" dirty="0">
                <a:latin typeface="Calibri"/>
                <a:cs typeface="Calibri"/>
              </a:rPr>
              <a:t>of</a:t>
            </a:r>
            <a:r>
              <a:rPr sz="2600" spc="-60" dirty="0">
                <a:latin typeface="Calibri"/>
                <a:cs typeface="Calibri"/>
              </a:rPr>
              <a:t> </a:t>
            </a:r>
            <a:r>
              <a:rPr sz="2600" dirty="0">
                <a:latin typeface="Calibri"/>
                <a:cs typeface="Calibri"/>
              </a:rPr>
              <a:t>the</a:t>
            </a:r>
            <a:r>
              <a:rPr sz="2600" spc="-55" dirty="0">
                <a:latin typeface="Calibri"/>
                <a:cs typeface="Calibri"/>
              </a:rPr>
              <a:t> </a:t>
            </a:r>
            <a:r>
              <a:rPr sz="2600" spc="-10" dirty="0">
                <a:latin typeface="Calibri"/>
                <a:cs typeface="Calibri"/>
              </a:rPr>
              <a:t>project.</a:t>
            </a:r>
            <a:endParaRPr sz="2600" dirty="0">
              <a:latin typeface="Calibri"/>
              <a:cs typeface="Calibri"/>
            </a:endParaRPr>
          </a:p>
          <a:p>
            <a:pPr marL="241300" indent="-228600">
              <a:lnSpc>
                <a:spcPct val="100000"/>
              </a:lnSpc>
              <a:spcBef>
                <a:spcPts val="95"/>
              </a:spcBef>
              <a:buFont typeface="Arial MT"/>
              <a:buChar char="•"/>
              <a:tabLst>
                <a:tab pos="241300" algn="l"/>
                <a:tab pos="2254250" algn="l"/>
                <a:tab pos="3579495" algn="l"/>
                <a:tab pos="4188460" algn="l"/>
                <a:tab pos="4765040" algn="l"/>
                <a:tab pos="5285740" algn="l"/>
                <a:tab pos="5743575" algn="l"/>
                <a:tab pos="6654165" algn="l"/>
                <a:tab pos="8458200" algn="l"/>
                <a:tab pos="9230360" algn="l"/>
                <a:tab pos="9909810" algn="l"/>
              </a:tabLst>
            </a:pPr>
            <a:r>
              <a:rPr sz="2600" b="1" spc="-10" dirty="0">
                <a:latin typeface="Calibri"/>
                <a:cs typeface="Calibri"/>
              </a:rPr>
              <a:t>Management</a:t>
            </a:r>
            <a:r>
              <a:rPr sz="2600" b="1" dirty="0">
                <a:latin typeface="Calibri"/>
                <a:cs typeface="Calibri"/>
              </a:rPr>
              <a:t>	</a:t>
            </a:r>
            <a:r>
              <a:rPr sz="2600" b="1" spc="-10" dirty="0">
                <a:latin typeface="Calibri"/>
                <a:cs typeface="Calibri"/>
              </a:rPr>
              <a:t>reserves</a:t>
            </a:r>
            <a:r>
              <a:rPr sz="2600" b="1" dirty="0">
                <a:latin typeface="Calibri"/>
                <a:cs typeface="Calibri"/>
              </a:rPr>
              <a:t>	</a:t>
            </a:r>
            <a:r>
              <a:rPr sz="2600" spc="-25" dirty="0">
                <a:latin typeface="Calibri"/>
                <a:cs typeface="Calibri"/>
              </a:rPr>
              <a:t>are</a:t>
            </a:r>
            <a:r>
              <a:rPr sz="2600" dirty="0">
                <a:latin typeface="Calibri"/>
                <a:cs typeface="Calibri"/>
              </a:rPr>
              <a:t>	</a:t>
            </a:r>
            <a:r>
              <a:rPr sz="2600" spc="-25" dirty="0">
                <a:latin typeface="Calibri"/>
                <a:cs typeface="Calibri"/>
              </a:rPr>
              <a:t>set</a:t>
            </a:r>
            <a:r>
              <a:rPr sz="2600" dirty="0">
                <a:latin typeface="Calibri"/>
                <a:cs typeface="Calibri"/>
              </a:rPr>
              <a:t>	</a:t>
            </a:r>
            <a:r>
              <a:rPr sz="2600" spc="-25" dirty="0">
                <a:latin typeface="Calibri"/>
                <a:cs typeface="Calibri"/>
              </a:rPr>
              <a:t>up</a:t>
            </a:r>
            <a:r>
              <a:rPr sz="2600" dirty="0">
                <a:latin typeface="Calibri"/>
                <a:cs typeface="Calibri"/>
              </a:rPr>
              <a:t>	</a:t>
            </a:r>
            <a:r>
              <a:rPr sz="2600" spc="-25" dirty="0">
                <a:latin typeface="Calibri"/>
                <a:cs typeface="Calibri"/>
              </a:rPr>
              <a:t>to</a:t>
            </a:r>
            <a:r>
              <a:rPr sz="2600" dirty="0">
                <a:latin typeface="Calibri"/>
                <a:cs typeface="Calibri"/>
              </a:rPr>
              <a:t>	</a:t>
            </a:r>
            <a:r>
              <a:rPr sz="2600" spc="-10" dirty="0">
                <a:latin typeface="Calibri"/>
                <a:cs typeface="Calibri"/>
              </a:rPr>
              <a:t>cover</a:t>
            </a:r>
            <a:r>
              <a:rPr sz="2600" dirty="0">
                <a:latin typeface="Calibri"/>
                <a:cs typeface="Calibri"/>
              </a:rPr>
              <a:t>	</a:t>
            </a:r>
            <a:r>
              <a:rPr sz="2600" spc="-10" dirty="0">
                <a:latin typeface="Calibri"/>
                <a:cs typeface="Calibri"/>
              </a:rPr>
              <a:t>unidentified</a:t>
            </a:r>
            <a:r>
              <a:rPr sz="2600" dirty="0">
                <a:latin typeface="Calibri"/>
                <a:cs typeface="Calibri"/>
              </a:rPr>
              <a:t>	</a:t>
            </a:r>
            <a:r>
              <a:rPr sz="2600" spc="-10" dirty="0">
                <a:latin typeface="Calibri"/>
                <a:cs typeface="Calibri"/>
              </a:rPr>
              <a:t>risks</a:t>
            </a:r>
            <a:r>
              <a:rPr sz="2600" dirty="0">
                <a:latin typeface="Calibri"/>
                <a:cs typeface="Calibri"/>
              </a:rPr>
              <a:t>	</a:t>
            </a:r>
            <a:r>
              <a:rPr sz="2600" spc="-25" dirty="0">
                <a:latin typeface="Calibri"/>
                <a:cs typeface="Calibri"/>
              </a:rPr>
              <a:t>and</a:t>
            </a:r>
            <a:r>
              <a:rPr sz="2600" dirty="0">
                <a:latin typeface="Calibri"/>
                <a:cs typeface="Calibri"/>
              </a:rPr>
              <a:t>	</a:t>
            </a:r>
            <a:r>
              <a:rPr sz="2600" spc="-25" dirty="0">
                <a:latin typeface="Calibri"/>
                <a:cs typeface="Calibri"/>
              </a:rPr>
              <a:t>are</a:t>
            </a:r>
            <a:endParaRPr sz="2600" dirty="0">
              <a:latin typeface="Calibri"/>
              <a:cs typeface="Calibri"/>
            </a:endParaRPr>
          </a:p>
        </p:txBody>
      </p:sp>
      <p:sp>
        <p:nvSpPr>
          <p:cNvPr id="7" name="object 7"/>
          <p:cNvSpPr txBox="1"/>
          <p:nvPr/>
        </p:nvSpPr>
        <p:spPr>
          <a:xfrm>
            <a:off x="1145539" y="6295644"/>
            <a:ext cx="6760845"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allocated</a:t>
            </a:r>
            <a:r>
              <a:rPr sz="2600" spc="-90" dirty="0">
                <a:latin typeface="Calibri"/>
                <a:cs typeface="Calibri"/>
              </a:rPr>
              <a:t> </a:t>
            </a:r>
            <a:r>
              <a:rPr sz="2600" dirty="0">
                <a:latin typeface="Calibri"/>
                <a:cs typeface="Calibri"/>
              </a:rPr>
              <a:t>to</a:t>
            </a:r>
            <a:r>
              <a:rPr sz="2600" spc="-75" dirty="0">
                <a:latin typeface="Calibri"/>
                <a:cs typeface="Calibri"/>
              </a:rPr>
              <a:t> </a:t>
            </a:r>
            <a:r>
              <a:rPr sz="2600" dirty="0">
                <a:latin typeface="Calibri"/>
                <a:cs typeface="Calibri"/>
              </a:rPr>
              <a:t>risks</a:t>
            </a:r>
            <a:r>
              <a:rPr sz="2600" spc="-85" dirty="0">
                <a:latin typeface="Calibri"/>
                <a:cs typeface="Calibri"/>
              </a:rPr>
              <a:t> </a:t>
            </a:r>
            <a:r>
              <a:rPr sz="2600" dirty="0">
                <a:latin typeface="Calibri"/>
                <a:cs typeface="Calibri"/>
              </a:rPr>
              <a:t>associated</a:t>
            </a:r>
            <a:r>
              <a:rPr sz="2600" spc="-85" dirty="0">
                <a:latin typeface="Calibri"/>
                <a:cs typeface="Calibri"/>
              </a:rPr>
              <a:t> </a:t>
            </a:r>
            <a:r>
              <a:rPr sz="2600" dirty="0">
                <a:latin typeface="Calibri"/>
                <a:cs typeface="Calibri"/>
              </a:rPr>
              <a:t>with</a:t>
            </a:r>
            <a:r>
              <a:rPr sz="2600" spc="-85" dirty="0">
                <a:latin typeface="Calibri"/>
                <a:cs typeface="Calibri"/>
              </a:rPr>
              <a:t> </a:t>
            </a:r>
            <a:r>
              <a:rPr sz="2600" dirty="0">
                <a:latin typeface="Calibri"/>
                <a:cs typeface="Calibri"/>
              </a:rPr>
              <a:t>the</a:t>
            </a:r>
            <a:r>
              <a:rPr sz="2600" spc="-80" dirty="0">
                <a:latin typeface="Calibri"/>
                <a:cs typeface="Calibri"/>
              </a:rPr>
              <a:t> </a:t>
            </a:r>
            <a:r>
              <a:rPr sz="2600" dirty="0">
                <a:latin typeface="Calibri"/>
                <a:cs typeface="Calibri"/>
              </a:rPr>
              <a:t>total</a:t>
            </a:r>
            <a:r>
              <a:rPr sz="2600" spc="-80" dirty="0">
                <a:latin typeface="Calibri"/>
                <a:cs typeface="Calibri"/>
              </a:rPr>
              <a:t> </a:t>
            </a:r>
            <a:r>
              <a:rPr sz="2600" spc="-10" dirty="0">
                <a:latin typeface="Calibri"/>
                <a:cs typeface="Calibri"/>
              </a:rPr>
              <a:t>project.</a:t>
            </a:r>
            <a:endParaRPr sz="2600">
              <a:latin typeface="Calibri"/>
              <a:cs typeface="Calibri"/>
            </a:endParaRPr>
          </a:p>
        </p:txBody>
      </p:sp>
      <p:sp>
        <p:nvSpPr>
          <p:cNvPr id="8" name="object 8"/>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22</a:t>
            </a:r>
            <a:endParaRPr sz="1200">
              <a:latin typeface="Calibri"/>
              <a:cs typeface="Calibri"/>
            </a:endParaRPr>
          </a:p>
        </p:txBody>
      </p:sp>
      <p:pic>
        <p:nvPicPr>
          <p:cNvPr id="9" name="Picture 8">
            <a:extLst>
              <a:ext uri="{FF2B5EF4-FFF2-40B4-BE49-F238E27FC236}">
                <a16:creationId xmlns:a16="http://schemas.microsoft.com/office/drawing/2014/main" id="{7BBE8D1A-7A84-E990-B107-8DE2F2DA65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13915"/>
            <a:ext cx="10357485" cy="3186430"/>
          </a:xfrm>
          <a:prstGeom prst="rect">
            <a:avLst/>
          </a:prstGeom>
        </p:spPr>
        <p:txBody>
          <a:bodyPr vert="horz" wrap="square" lIns="0" tIns="41910" rIns="0" bIns="0" rtlCol="0">
            <a:spAutoFit/>
          </a:bodyPr>
          <a:lstStyle/>
          <a:p>
            <a:pPr marL="239395" marR="5715" indent="-226695" algn="just">
              <a:lnSpc>
                <a:spcPts val="2210"/>
              </a:lnSpc>
              <a:spcBef>
                <a:spcPts val="330"/>
              </a:spcBef>
              <a:buFont typeface="Arial MT"/>
              <a:buChar char="•"/>
              <a:tabLst>
                <a:tab pos="241300" algn="l"/>
              </a:tabLst>
            </a:pPr>
            <a:r>
              <a:rPr sz="2000" dirty="0">
                <a:latin typeface="Calibri"/>
                <a:cs typeface="Calibri"/>
              </a:rPr>
              <a:t>The</a:t>
            </a:r>
            <a:r>
              <a:rPr sz="2000" spc="390" dirty="0">
                <a:latin typeface="Calibri"/>
                <a:cs typeface="Calibri"/>
              </a:rPr>
              <a:t> </a:t>
            </a:r>
            <a:r>
              <a:rPr sz="2000" dirty="0">
                <a:latin typeface="Calibri"/>
                <a:cs typeface="Calibri"/>
              </a:rPr>
              <a:t>risks</a:t>
            </a:r>
            <a:r>
              <a:rPr sz="2000" spc="395" dirty="0">
                <a:latin typeface="Calibri"/>
                <a:cs typeface="Calibri"/>
              </a:rPr>
              <a:t> </a:t>
            </a:r>
            <a:r>
              <a:rPr sz="2000" dirty="0">
                <a:latin typeface="Calibri"/>
                <a:cs typeface="Calibri"/>
              </a:rPr>
              <a:t>are</a:t>
            </a:r>
            <a:r>
              <a:rPr sz="2000" spc="395" dirty="0">
                <a:latin typeface="Calibri"/>
                <a:cs typeface="Calibri"/>
              </a:rPr>
              <a:t> </a:t>
            </a:r>
            <a:r>
              <a:rPr sz="2000" dirty="0">
                <a:latin typeface="Calibri"/>
                <a:cs typeface="Calibri"/>
              </a:rPr>
              <a:t>separated</a:t>
            </a:r>
            <a:r>
              <a:rPr sz="2000" spc="390" dirty="0">
                <a:latin typeface="Calibri"/>
                <a:cs typeface="Calibri"/>
              </a:rPr>
              <a:t> </a:t>
            </a:r>
            <a:r>
              <a:rPr sz="2000" dirty="0">
                <a:latin typeface="Calibri"/>
                <a:cs typeface="Calibri"/>
              </a:rPr>
              <a:t>because</a:t>
            </a:r>
            <a:r>
              <a:rPr sz="2000" spc="395" dirty="0">
                <a:latin typeface="Calibri"/>
                <a:cs typeface="Calibri"/>
              </a:rPr>
              <a:t> </a:t>
            </a:r>
            <a:r>
              <a:rPr sz="2000" dirty="0">
                <a:latin typeface="Calibri"/>
                <a:cs typeface="Calibri"/>
              </a:rPr>
              <a:t>their</a:t>
            </a:r>
            <a:r>
              <a:rPr sz="2000" spc="390" dirty="0">
                <a:latin typeface="Calibri"/>
                <a:cs typeface="Calibri"/>
              </a:rPr>
              <a:t> </a:t>
            </a:r>
            <a:r>
              <a:rPr sz="2000" dirty="0">
                <a:latin typeface="Calibri"/>
                <a:cs typeface="Calibri"/>
              </a:rPr>
              <a:t>use</a:t>
            </a:r>
            <a:r>
              <a:rPr sz="2000" spc="390" dirty="0">
                <a:latin typeface="Calibri"/>
                <a:cs typeface="Calibri"/>
              </a:rPr>
              <a:t> </a:t>
            </a:r>
            <a:r>
              <a:rPr sz="2000" dirty="0">
                <a:latin typeface="Calibri"/>
                <a:cs typeface="Calibri"/>
              </a:rPr>
              <a:t>requires</a:t>
            </a:r>
            <a:r>
              <a:rPr sz="2000" spc="395" dirty="0">
                <a:latin typeface="Calibri"/>
                <a:cs typeface="Calibri"/>
              </a:rPr>
              <a:t> </a:t>
            </a:r>
            <a:r>
              <a:rPr sz="2000" dirty="0">
                <a:latin typeface="Calibri"/>
                <a:cs typeface="Calibri"/>
              </a:rPr>
              <a:t>approval</a:t>
            </a:r>
            <a:r>
              <a:rPr sz="2000" spc="390" dirty="0">
                <a:latin typeface="Calibri"/>
                <a:cs typeface="Calibri"/>
              </a:rPr>
              <a:t> </a:t>
            </a:r>
            <a:r>
              <a:rPr sz="2000" dirty="0">
                <a:latin typeface="Calibri"/>
                <a:cs typeface="Calibri"/>
              </a:rPr>
              <a:t>from</a:t>
            </a:r>
            <a:r>
              <a:rPr sz="2000" spc="390" dirty="0">
                <a:latin typeface="Calibri"/>
                <a:cs typeface="Calibri"/>
              </a:rPr>
              <a:t> </a:t>
            </a:r>
            <a:r>
              <a:rPr sz="2000" dirty="0">
                <a:latin typeface="Calibri"/>
                <a:cs typeface="Calibri"/>
              </a:rPr>
              <a:t>different</a:t>
            </a:r>
            <a:r>
              <a:rPr sz="2000" spc="395" dirty="0">
                <a:latin typeface="Calibri"/>
                <a:cs typeface="Calibri"/>
              </a:rPr>
              <a:t> </a:t>
            </a:r>
            <a:r>
              <a:rPr sz="2000" dirty="0">
                <a:latin typeface="Calibri"/>
                <a:cs typeface="Calibri"/>
              </a:rPr>
              <a:t>levels</a:t>
            </a:r>
            <a:r>
              <a:rPr sz="2000" spc="395" dirty="0">
                <a:latin typeface="Calibri"/>
                <a:cs typeface="Calibri"/>
              </a:rPr>
              <a:t> </a:t>
            </a:r>
            <a:r>
              <a:rPr sz="2000" dirty="0">
                <a:latin typeface="Calibri"/>
                <a:cs typeface="Calibri"/>
              </a:rPr>
              <a:t>of</a:t>
            </a:r>
            <a:r>
              <a:rPr sz="2000" spc="390" dirty="0">
                <a:latin typeface="Calibri"/>
                <a:cs typeface="Calibri"/>
              </a:rPr>
              <a:t> </a:t>
            </a:r>
            <a:r>
              <a:rPr sz="2000" spc="-10" dirty="0">
                <a:latin typeface="Calibri"/>
                <a:cs typeface="Calibri"/>
              </a:rPr>
              <a:t>project 	authority.</a:t>
            </a:r>
            <a:endParaRPr sz="2000">
              <a:latin typeface="Calibri"/>
              <a:cs typeface="Calibri"/>
            </a:endParaRPr>
          </a:p>
          <a:p>
            <a:pPr marL="239395" marR="5080" indent="-226695" algn="just">
              <a:lnSpc>
                <a:spcPts val="2090"/>
              </a:lnSpc>
              <a:spcBef>
                <a:spcPts val="1075"/>
              </a:spcBef>
              <a:buFont typeface="Arial MT"/>
              <a:buChar char="•"/>
              <a:tabLst>
                <a:tab pos="241300" algn="l"/>
              </a:tabLst>
            </a:pPr>
            <a:r>
              <a:rPr sz="2000" dirty="0">
                <a:latin typeface="Calibri"/>
                <a:cs typeface="Calibri"/>
              </a:rPr>
              <a:t>The</a:t>
            </a:r>
            <a:r>
              <a:rPr sz="2000" spc="204" dirty="0">
                <a:latin typeface="Calibri"/>
                <a:cs typeface="Calibri"/>
              </a:rPr>
              <a:t> </a:t>
            </a:r>
            <a:r>
              <a:rPr sz="2000" dirty="0">
                <a:latin typeface="Calibri"/>
                <a:cs typeface="Calibri"/>
              </a:rPr>
              <a:t>reserves</a:t>
            </a:r>
            <a:r>
              <a:rPr sz="2000" spc="225" dirty="0">
                <a:latin typeface="Calibri"/>
                <a:cs typeface="Calibri"/>
              </a:rPr>
              <a:t> </a:t>
            </a:r>
            <a:r>
              <a:rPr sz="2000" dirty="0">
                <a:latin typeface="Calibri"/>
                <a:cs typeface="Calibri"/>
              </a:rPr>
              <a:t>are</a:t>
            </a:r>
            <a:r>
              <a:rPr sz="2000" spc="220" dirty="0">
                <a:latin typeface="Calibri"/>
                <a:cs typeface="Calibri"/>
              </a:rPr>
              <a:t> </a:t>
            </a:r>
            <a:r>
              <a:rPr sz="2000" dirty="0">
                <a:latin typeface="Calibri"/>
                <a:cs typeface="Calibri"/>
              </a:rPr>
              <a:t>not</a:t>
            </a:r>
            <a:r>
              <a:rPr sz="2000" spc="225" dirty="0">
                <a:latin typeface="Calibri"/>
                <a:cs typeface="Calibri"/>
              </a:rPr>
              <a:t> </a:t>
            </a:r>
            <a:r>
              <a:rPr sz="2000" dirty="0">
                <a:latin typeface="Calibri"/>
                <a:cs typeface="Calibri"/>
              </a:rPr>
              <a:t>included</a:t>
            </a:r>
            <a:r>
              <a:rPr sz="2000" spc="210" dirty="0">
                <a:latin typeface="Calibri"/>
                <a:cs typeface="Calibri"/>
              </a:rPr>
              <a:t> </a:t>
            </a:r>
            <a:r>
              <a:rPr sz="2000" dirty="0">
                <a:latin typeface="Calibri"/>
                <a:cs typeface="Calibri"/>
              </a:rPr>
              <a:t>in</a:t>
            </a:r>
            <a:r>
              <a:rPr sz="2000" spc="215" dirty="0">
                <a:latin typeface="Calibri"/>
                <a:cs typeface="Calibri"/>
              </a:rPr>
              <a:t> </a:t>
            </a:r>
            <a:r>
              <a:rPr sz="2000" dirty="0">
                <a:latin typeface="Calibri"/>
                <a:cs typeface="Calibri"/>
              </a:rPr>
              <a:t>the</a:t>
            </a:r>
            <a:r>
              <a:rPr sz="2000" spc="220" dirty="0">
                <a:latin typeface="Calibri"/>
                <a:cs typeface="Calibri"/>
              </a:rPr>
              <a:t> </a:t>
            </a:r>
            <a:r>
              <a:rPr sz="2000" dirty="0">
                <a:latin typeface="Calibri"/>
                <a:cs typeface="Calibri"/>
              </a:rPr>
              <a:t>baseline</a:t>
            </a:r>
            <a:r>
              <a:rPr sz="2000" spc="220" dirty="0">
                <a:latin typeface="Calibri"/>
                <a:cs typeface="Calibri"/>
              </a:rPr>
              <a:t> </a:t>
            </a:r>
            <a:r>
              <a:rPr sz="2000" dirty="0">
                <a:latin typeface="Calibri"/>
                <a:cs typeface="Calibri"/>
              </a:rPr>
              <a:t>for</a:t>
            </a:r>
            <a:r>
              <a:rPr sz="2000" spc="220" dirty="0">
                <a:latin typeface="Calibri"/>
                <a:cs typeface="Calibri"/>
              </a:rPr>
              <a:t> </a:t>
            </a:r>
            <a:r>
              <a:rPr sz="2000" dirty="0">
                <a:latin typeface="Calibri"/>
                <a:cs typeface="Calibri"/>
              </a:rPr>
              <a:t>each</a:t>
            </a:r>
            <a:r>
              <a:rPr sz="2000" spc="220" dirty="0">
                <a:latin typeface="Calibri"/>
                <a:cs typeface="Calibri"/>
              </a:rPr>
              <a:t> </a:t>
            </a:r>
            <a:r>
              <a:rPr sz="2000" dirty="0">
                <a:latin typeface="Calibri"/>
                <a:cs typeface="Calibri"/>
              </a:rPr>
              <a:t>work</a:t>
            </a:r>
            <a:r>
              <a:rPr sz="2000" spc="215" dirty="0">
                <a:latin typeface="Calibri"/>
                <a:cs typeface="Calibri"/>
              </a:rPr>
              <a:t> </a:t>
            </a:r>
            <a:r>
              <a:rPr sz="2000" dirty="0">
                <a:latin typeface="Calibri"/>
                <a:cs typeface="Calibri"/>
              </a:rPr>
              <a:t>package</a:t>
            </a:r>
            <a:r>
              <a:rPr sz="2000" spc="220" dirty="0">
                <a:latin typeface="Calibri"/>
                <a:cs typeface="Calibri"/>
              </a:rPr>
              <a:t> </a:t>
            </a:r>
            <a:r>
              <a:rPr sz="2000" dirty="0">
                <a:latin typeface="Calibri"/>
                <a:cs typeface="Calibri"/>
              </a:rPr>
              <a:t>or</a:t>
            </a:r>
            <a:r>
              <a:rPr sz="2000" spc="220" dirty="0">
                <a:latin typeface="Calibri"/>
                <a:cs typeface="Calibri"/>
              </a:rPr>
              <a:t> </a:t>
            </a:r>
            <a:r>
              <a:rPr sz="2000" dirty="0">
                <a:latin typeface="Calibri"/>
                <a:cs typeface="Calibri"/>
              </a:rPr>
              <a:t>activity;</a:t>
            </a:r>
            <a:r>
              <a:rPr sz="2000" spc="220" dirty="0">
                <a:latin typeface="Calibri"/>
                <a:cs typeface="Calibri"/>
              </a:rPr>
              <a:t> </a:t>
            </a:r>
            <a:r>
              <a:rPr sz="2000" dirty="0">
                <a:latin typeface="Calibri"/>
                <a:cs typeface="Calibri"/>
              </a:rPr>
              <a:t>they</a:t>
            </a:r>
            <a:r>
              <a:rPr sz="2000" spc="210" dirty="0">
                <a:latin typeface="Calibri"/>
                <a:cs typeface="Calibri"/>
              </a:rPr>
              <a:t> </a:t>
            </a:r>
            <a:r>
              <a:rPr sz="2000" dirty="0">
                <a:latin typeface="Calibri"/>
                <a:cs typeface="Calibri"/>
              </a:rPr>
              <a:t>are</a:t>
            </a:r>
            <a:r>
              <a:rPr sz="2000" spc="220" dirty="0">
                <a:latin typeface="Calibri"/>
                <a:cs typeface="Calibri"/>
              </a:rPr>
              <a:t> </a:t>
            </a:r>
            <a:r>
              <a:rPr sz="2000" spc="-20" dirty="0">
                <a:latin typeface="Calibri"/>
                <a:cs typeface="Calibri"/>
              </a:rPr>
              <a:t>only 	</a:t>
            </a:r>
            <a:r>
              <a:rPr sz="2000" spc="-10" dirty="0">
                <a:latin typeface="Calibri"/>
                <a:cs typeface="Calibri"/>
              </a:rPr>
              <a:t>activated</a:t>
            </a:r>
            <a:r>
              <a:rPr sz="2000" spc="-30" dirty="0">
                <a:latin typeface="Calibri"/>
                <a:cs typeface="Calibri"/>
              </a:rPr>
              <a:t> </a:t>
            </a:r>
            <a:r>
              <a:rPr sz="2000" dirty="0">
                <a:latin typeface="Calibri"/>
                <a:cs typeface="Calibri"/>
              </a:rPr>
              <a:t>when</a:t>
            </a:r>
            <a:r>
              <a:rPr sz="2000" spc="-30"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risk</a:t>
            </a:r>
            <a:r>
              <a:rPr sz="2000" spc="-20" dirty="0">
                <a:latin typeface="Calibri"/>
                <a:cs typeface="Calibri"/>
              </a:rPr>
              <a:t> </a:t>
            </a:r>
            <a:r>
              <a:rPr sz="2000" spc="-10" dirty="0">
                <a:latin typeface="Calibri"/>
                <a:cs typeface="Calibri"/>
              </a:rPr>
              <a:t>occurs.</a:t>
            </a:r>
            <a:endParaRPr sz="2000">
              <a:latin typeface="Calibri"/>
              <a:cs typeface="Calibri"/>
            </a:endParaRPr>
          </a:p>
          <a:p>
            <a:pPr marL="239395" marR="5715" indent="-226695" algn="just">
              <a:lnSpc>
                <a:spcPct val="89500"/>
              </a:lnSpc>
              <a:spcBef>
                <a:spcPts val="1050"/>
              </a:spcBef>
              <a:buFont typeface="Arial MT"/>
              <a:buChar char="•"/>
              <a:tabLst>
                <a:tab pos="241300" algn="l"/>
              </a:tabLst>
            </a:pPr>
            <a:r>
              <a:rPr sz="2000" dirty="0">
                <a:latin typeface="Calibri"/>
                <a:cs typeface="Calibri"/>
              </a:rPr>
              <a:t>If</a:t>
            </a:r>
            <a:r>
              <a:rPr sz="2000" spc="125" dirty="0">
                <a:latin typeface="Calibri"/>
                <a:cs typeface="Calibri"/>
              </a:rPr>
              <a:t> </a:t>
            </a:r>
            <a:r>
              <a:rPr sz="2000" dirty="0">
                <a:latin typeface="Calibri"/>
                <a:cs typeface="Calibri"/>
              </a:rPr>
              <a:t>an</a:t>
            </a:r>
            <a:r>
              <a:rPr sz="2000" spc="120" dirty="0">
                <a:latin typeface="Calibri"/>
                <a:cs typeface="Calibri"/>
              </a:rPr>
              <a:t> </a:t>
            </a:r>
            <a:r>
              <a:rPr sz="2000" dirty="0">
                <a:latin typeface="Calibri"/>
                <a:cs typeface="Calibri"/>
              </a:rPr>
              <a:t>identified</a:t>
            </a:r>
            <a:r>
              <a:rPr sz="2000" spc="120" dirty="0">
                <a:latin typeface="Calibri"/>
                <a:cs typeface="Calibri"/>
              </a:rPr>
              <a:t> </a:t>
            </a:r>
            <a:r>
              <a:rPr sz="2000" dirty="0">
                <a:latin typeface="Calibri"/>
                <a:cs typeface="Calibri"/>
              </a:rPr>
              <a:t>risk</a:t>
            </a:r>
            <a:r>
              <a:rPr sz="2000" spc="125" dirty="0">
                <a:latin typeface="Calibri"/>
                <a:cs typeface="Calibri"/>
              </a:rPr>
              <a:t> </a:t>
            </a:r>
            <a:r>
              <a:rPr sz="2000" dirty="0">
                <a:latin typeface="Calibri"/>
                <a:cs typeface="Calibri"/>
              </a:rPr>
              <a:t>does</a:t>
            </a:r>
            <a:r>
              <a:rPr sz="2000" spc="125" dirty="0">
                <a:latin typeface="Calibri"/>
                <a:cs typeface="Calibri"/>
              </a:rPr>
              <a:t> </a:t>
            </a:r>
            <a:r>
              <a:rPr sz="2000" dirty="0">
                <a:latin typeface="Calibri"/>
                <a:cs typeface="Calibri"/>
              </a:rPr>
              <a:t>not</a:t>
            </a:r>
            <a:r>
              <a:rPr sz="2000" spc="125" dirty="0">
                <a:latin typeface="Calibri"/>
                <a:cs typeface="Calibri"/>
              </a:rPr>
              <a:t> </a:t>
            </a:r>
            <a:r>
              <a:rPr sz="2000" dirty="0">
                <a:latin typeface="Calibri"/>
                <a:cs typeface="Calibri"/>
              </a:rPr>
              <a:t>occur</a:t>
            </a:r>
            <a:r>
              <a:rPr sz="2000" spc="120" dirty="0">
                <a:latin typeface="Calibri"/>
                <a:cs typeface="Calibri"/>
              </a:rPr>
              <a:t> </a:t>
            </a:r>
            <a:r>
              <a:rPr sz="2000" dirty="0">
                <a:latin typeface="Calibri"/>
                <a:cs typeface="Calibri"/>
              </a:rPr>
              <a:t>and</a:t>
            </a:r>
            <a:r>
              <a:rPr sz="2000" spc="120" dirty="0">
                <a:latin typeface="Calibri"/>
                <a:cs typeface="Calibri"/>
              </a:rPr>
              <a:t> </a:t>
            </a:r>
            <a:r>
              <a:rPr sz="2000" dirty="0">
                <a:latin typeface="Calibri"/>
                <a:cs typeface="Calibri"/>
              </a:rPr>
              <a:t>its</a:t>
            </a:r>
            <a:r>
              <a:rPr sz="2000" spc="125" dirty="0">
                <a:latin typeface="Calibri"/>
                <a:cs typeface="Calibri"/>
              </a:rPr>
              <a:t> </a:t>
            </a:r>
            <a:r>
              <a:rPr sz="2000" dirty="0">
                <a:latin typeface="Calibri"/>
                <a:cs typeface="Calibri"/>
              </a:rPr>
              <a:t>chance</a:t>
            </a:r>
            <a:r>
              <a:rPr sz="2000" spc="125" dirty="0">
                <a:latin typeface="Calibri"/>
                <a:cs typeface="Calibri"/>
              </a:rPr>
              <a:t> </a:t>
            </a:r>
            <a:r>
              <a:rPr sz="2000" dirty="0">
                <a:latin typeface="Calibri"/>
                <a:cs typeface="Calibri"/>
              </a:rPr>
              <a:t>of</a:t>
            </a:r>
            <a:r>
              <a:rPr sz="2000" spc="125" dirty="0">
                <a:latin typeface="Calibri"/>
                <a:cs typeface="Calibri"/>
              </a:rPr>
              <a:t> </a:t>
            </a:r>
            <a:r>
              <a:rPr sz="2000" dirty="0">
                <a:latin typeface="Calibri"/>
                <a:cs typeface="Calibri"/>
              </a:rPr>
              <a:t>occurring</a:t>
            </a:r>
            <a:r>
              <a:rPr sz="2000" spc="114" dirty="0">
                <a:latin typeface="Calibri"/>
                <a:cs typeface="Calibri"/>
              </a:rPr>
              <a:t> </a:t>
            </a:r>
            <a:r>
              <a:rPr sz="2000" dirty="0">
                <a:latin typeface="Calibri"/>
                <a:cs typeface="Calibri"/>
              </a:rPr>
              <a:t>is</a:t>
            </a:r>
            <a:r>
              <a:rPr sz="2000" spc="125" dirty="0">
                <a:latin typeface="Calibri"/>
                <a:cs typeface="Calibri"/>
              </a:rPr>
              <a:t> </a:t>
            </a:r>
            <a:r>
              <a:rPr sz="2000" dirty="0">
                <a:latin typeface="Calibri"/>
                <a:cs typeface="Calibri"/>
              </a:rPr>
              <a:t>past,</a:t>
            </a:r>
            <a:r>
              <a:rPr sz="2000" spc="120" dirty="0">
                <a:latin typeface="Calibri"/>
                <a:cs typeface="Calibri"/>
              </a:rPr>
              <a:t> </a:t>
            </a:r>
            <a:r>
              <a:rPr sz="2000" dirty="0">
                <a:latin typeface="Calibri"/>
                <a:cs typeface="Calibri"/>
              </a:rPr>
              <a:t>the</a:t>
            </a:r>
            <a:r>
              <a:rPr sz="2000" spc="125" dirty="0">
                <a:latin typeface="Calibri"/>
                <a:cs typeface="Calibri"/>
              </a:rPr>
              <a:t> </a:t>
            </a:r>
            <a:r>
              <a:rPr sz="2000" dirty="0">
                <a:latin typeface="Calibri"/>
                <a:cs typeface="Calibri"/>
              </a:rPr>
              <a:t>fund</a:t>
            </a:r>
            <a:r>
              <a:rPr sz="2000" spc="120" dirty="0">
                <a:latin typeface="Calibri"/>
                <a:cs typeface="Calibri"/>
              </a:rPr>
              <a:t> </a:t>
            </a:r>
            <a:r>
              <a:rPr sz="2000" dirty="0">
                <a:latin typeface="Calibri"/>
                <a:cs typeface="Calibri"/>
              </a:rPr>
              <a:t>allocated</a:t>
            </a:r>
            <a:r>
              <a:rPr sz="2000" spc="120" dirty="0">
                <a:latin typeface="Calibri"/>
                <a:cs typeface="Calibri"/>
              </a:rPr>
              <a:t> </a:t>
            </a:r>
            <a:r>
              <a:rPr sz="2000" dirty="0">
                <a:latin typeface="Calibri"/>
                <a:cs typeface="Calibri"/>
              </a:rPr>
              <a:t>to</a:t>
            </a:r>
            <a:r>
              <a:rPr sz="2000" spc="120" dirty="0">
                <a:latin typeface="Calibri"/>
                <a:cs typeface="Calibri"/>
              </a:rPr>
              <a:t> </a:t>
            </a:r>
            <a:r>
              <a:rPr sz="2000" spc="-25" dirty="0">
                <a:latin typeface="Calibri"/>
                <a:cs typeface="Calibri"/>
              </a:rPr>
              <a:t>the 	</a:t>
            </a:r>
            <a:r>
              <a:rPr sz="2000" dirty="0">
                <a:latin typeface="Calibri"/>
                <a:cs typeface="Calibri"/>
              </a:rPr>
              <a:t>risk</a:t>
            </a:r>
            <a:r>
              <a:rPr sz="2000" spc="250" dirty="0">
                <a:latin typeface="Calibri"/>
                <a:cs typeface="Calibri"/>
              </a:rPr>
              <a:t> </a:t>
            </a:r>
            <a:r>
              <a:rPr sz="2000" dirty="0">
                <a:latin typeface="Calibri"/>
                <a:cs typeface="Calibri"/>
              </a:rPr>
              <a:t>should</a:t>
            </a:r>
            <a:r>
              <a:rPr sz="2000" spc="245" dirty="0">
                <a:latin typeface="Calibri"/>
                <a:cs typeface="Calibri"/>
              </a:rPr>
              <a:t> </a:t>
            </a:r>
            <a:r>
              <a:rPr sz="2000" dirty="0">
                <a:latin typeface="Calibri"/>
                <a:cs typeface="Calibri"/>
              </a:rPr>
              <a:t>be</a:t>
            </a:r>
            <a:r>
              <a:rPr sz="2000" spc="254" dirty="0">
                <a:latin typeface="Calibri"/>
                <a:cs typeface="Calibri"/>
              </a:rPr>
              <a:t> </a:t>
            </a:r>
            <a:r>
              <a:rPr sz="2000" dirty="0">
                <a:latin typeface="Calibri"/>
                <a:cs typeface="Calibri"/>
              </a:rPr>
              <a:t>deducted</a:t>
            </a:r>
            <a:r>
              <a:rPr sz="2000" spc="245" dirty="0">
                <a:latin typeface="Calibri"/>
                <a:cs typeface="Calibri"/>
              </a:rPr>
              <a:t> </a:t>
            </a:r>
            <a:r>
              <a:rPr sz="2000" dirty="0">
                <a:latin typeface="Calibri"/>
                <a:cs typeface="Calibri"/>
              </a:rPr>
              <a:t>from</a:t>
            </a:r>
            <a:r>
              <a:rPr sz="2000" spc="250" dirty="0">
                <a:latin typeface="Calibri"/>
                <a:cs typeface="Calibri"/>
              </a:rPr>
              <a:t> </a:t>
            </a:r>
            <a:r>
              <a:rPr sz="2000" dirty="0">
                <a:latin typeface="Calibri"/>
                <a:cs typeface="Calibri"/>
              </a:rPr>
              <a:t>the</a:t>
            </a:r>
            <a:r>
              <a:rPr sz="2000" spc="250" dirty="0">
                <a:latin typeface="Calibri"/>
                <a:cs typeface="Calibri"/>
              </a:rPr>
              <a:t> </a:t>
            </a:r>
            <a:r>
              <a:rPr sz="2000" dirty="0">
                <a:latin typeface="Calibri"/>
                <a:cs typeface="Calibri"/>
              </a:rPr>
              <a:t>budget</a:t>
            </a:r>
            <a:r>
              <a:rPr sz="2000" spc="250" dirty="0">
                <a:latin typeface="Calibri"/>
                <a:cs typeface="Calibri"/>
              </a:rPr>
              <a:t> </a:t>
            </a:r>
            <a:r>
              <a:rPr sz="2000" dirty="0">
                <a:latin typeface="Calibri"/>
                <a:cs typeface="Calibri"/>
              </a:rPr>
              <a:t>reserve.</a:t>
            </a:r>
            <a:r>
              <a:rPr sz="2000" spc="245" dirty="0">
                <a:latin typeface="Calibri"/>
                <a:cs typeface="Calibri"/>
              </a:rPr>
              <a:t> </a:t>
            </a:r>
            <a:r>
              <a:rPr sz="2000" dirty="0">
                <a:latin typeface="Calibri"/>
                <a:cs typeface="Calibri"/>
              </a:rPr>
              <a:t>Of</a:t>
            </a:r>
            <a:r>
              <a:rPr sz="2000" spc="250" dirty="0">
                <a:latin typeface="Calibri"/>
                <a:cs typeface="Calibri"/>
              </a:rPr>
              <a:t> </a:t>
            </a:r>
            <a:r>
              <a:rPr sz="2000" dirty="0">
                <a:latin typeface="Calibri"/>
                <a:cs typeface="Calibri"/>
              </a:rPr>
              <a:t>course,</a:t>
            </a:r>
            <a:r>
              <a:rPr sz="2000" spc="250" dirty="0">
                <a:latin typeface="Calibri"/>
                <a:cs typeface="Calibri"/>
              </a:rPr>
              <a:t> </a:t>
            </a:r>
            <a:r>
              <a:rPr sz="2000" dirty="0">
                <a:latin typeface="Calibri"/>
                <a:cs typeface="Calibri"/>
              </a:rPr>
              <a:t>if</a:t>
            </a:r>
            <a:r>
              <a:rPr sz="2000" spc="250" dirty="0">
                <a:latin typeface="Calibri"/>
                <a:cs typeface="Calibri"/>
              </a:rPr>
              <a:t> </a:t>
            </a:r>
            <a:r>
              <a:rPr sz="2000" dirty="0">
                <a:latin typeface="Calibri"/>
                <a:cs typeface="Calibri"/>
              </a:rPr>
              <a:t>the</a:t>
            </a:r>
            <a:r>
              <a:rPr sz="2000" spc="254" dirty="0">
                <a:latin typeface="Calibri"/>
                <a:cs typeface="Calibri"/>
              </a:rPr>
              <a:t> </a:t>
            </a:r>
            <a:r>
              <a:rPr sz="2000" dirty="0">
                <a:latin typeface="Calibri"/>
                <a:cs typeface="Calibri"/>
              </a:rPr>
              <a:t>risk</a:t>
            </a:r>
            <a:r>
              <a:rPr sz="2000" spc="250" dirty="0">
                <a:latin typeface="Calibri"/>
                <a:cs typeface="Calibri"/>
              </a:rPr>
              <a:t> </a:t>
            </a:r>
            <a:r>
              <a:rPr sz="2000" dirty="0">
                <a:latin typeface="Calibri"/>
                <a:cs typeface="Calibri"/>
              </a:rPr>
              <a:t>does</a:t>
            </a:r>
            <a:r>
              <a:rPr sz="2000" spc="250" dirty="0">
                <a:latin typeface="Calibri"/>
                <a:cs typeface="Calibri"/>
              </a:rPr>
              <a:t> </a:t>
            </a:r>
            <a:r>
              <a:rPr sz="2000" dirty="0">
                <a:latin typeface="Calibri"/>
                <a:cs typeface="Calibri"/>
              </a:rPr>
              <a:t>occur,</a:t>
            </a:r>
            <a:r>
              <a:rPr sz="2000" spc="250" dirty="0">
                <a:latin typeface="Calibri"/>
                <a:cs typeface="Calibri"/>
              </a:rPr>
              <a:t> </a:t>
            </a:r>
            <a:r>
              <a:rPr sz="2000" dirty="0">
                <a:latin typeface="Calibri"/>
                <a:cs typeface="Calibri"/>
              </a:rPr>
              <a:t>funds</a:t>
            </a:r>
            <a:r>
              <a:rPr sz="2000" spc="250" dirty="0">
                <a:latin typeface="Calibri"/>
                <a:cs typeface="Calibri"/>
              </a:rPr>
              <a:t> </a:t>
            </a:r>
            <a:r>
              <a:rPr sz="2000" spc="-25" dirty="0">
                <a:latin typeface="Calibri"/>
                <a:cs typeface="Calibri"/>
              </a:rPr>
              <a:t>are 	</a:t>
            </a:r>
            <a:r>
              <a:rPr sz="2000" spc="-10" dirty="0">
                <a:latin typeface="Calibri"/>
                <a:cs typeface="Calibri"/>
              </a:rPr>
              <a:t>removed</a:t>
            </a:r>
            <a:r>
              <a:rPr sz="2000" spc="-50" dirty="0">
                <a:latin typeface="Calibri"/>
                <a:cs typeface="Calibri"/>
              </a:rPr>
              <a:t> </a:t>
            </a:r>
            <a:r>
              <a:rPr sz="2000" dirty="0">
                <a:latin typeface="Calibri"/>
                <a:cs typeface="Calibri"/>
              </a:rPr>
              <a:t>from</a:t>
            </a:r>
            <a:r>
              <a:rPr sz="2000" spc="-4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reserve</a:t>
            </a:r>
            <a:r>
              <a:rPr sz="2000" spc="-40"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added</a:t>
            </a:r>
            <a:r>
              <a:rPr sz="2000" spc="-55"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cost</a:t>
            </a:r>
            <a:r>
              <a:rPr sz="2000" spc="-45" dirty="0">
                <a:latin typeface="Calibri"/>
                <a:cs typeface="Calibri"/>
              </a:rPr>
              <a:t> </a:t>
            </a:r>
            <a:r>
              <a:rPr sz="2000" spc="-10" dirty="0">
                <a:latin typeface="Calibri"/>
                <a:cs typeface="Calibri"/>
              </a:rPr>
              <a:t>baseline.</a:t>
            </a:r>
            <a:endParaRPr sz="2000">
              <a:latin typeface="Calibri"/>
              <a:cs typeface="Calibri"/>
            </a:endParaRPr>
          </a:p>
          <a:p>
            <a:pPr marL="239395" marR="5715" indent="-226695" algn="just">
              <a:lnSpc>
                <a:spcPct val="89500"/>
              </a:lnSpc>
              <a:spcBef>
                <a:spcPts val="1045"/>
              </a:spcBef>
              <a:buFont typeface="Arial MT"/>
              <a:buChar char="•"/>
              <a:tabLst>
                <a:tab pos="241300" algn="l"/>
              </a:tabLst>
            </a:pPr>
            <a:r>
              <a:rPr sz="2000" dirty="0">
                <a:latin typeface="Calibri"/>
                <a:cs typeface="Calibri"/>
              </a:rPr>
              <a:t>It</a:t>
            </a:r>
            <a:r>
              <a:rPr sz="2000" spc="50" dirty="0">
                <a:latin typeface="Calibri"/>
                <a:cs typeface="Calibri"/>
              </a:rPr>
              <a:t>  </a:t>
            </a:r>
            <a:r>
              <a:rPr sz="2000" dirty="0">
                <a:latin typeface="Calibri"/>
                <a:cs typeface="Calibri"/>
              </a:rPr>
              <a:t>is</a:t>
            </a:r>
            <a:r>
              <a:rPr sz="2000" spc="55" dirty="0">
                <a:latin typeface="Calibri"/>
                <a:cs typeface="Calibri"/>
              </a:rPr>
              <a:t>  </a:t>
            </a:r>
            <a:r>
              <a:rPr sz="2000" dirty="0">
                <a:latin typeface="Calibri"/>
                <a:cs typeface="Calibri"/>
              </a:rPr>
              <a:t>important</a:t>
            </a:r>
            <a:r>
              <a:rPr sz="2000" spc="50" dirty="0">
                <a:latin typeface="Calibri"/>
                <a:cs typeface="Calibri"/>
              </a:rPr>
              <a:t>  </a:t>
            </a:r>
            <a:r>
              <a:rPr sz="2000" dirty="0">
                <a:latin typeface="Calibri"/>
                <a:cs typeface="Calibri"/>
              </a:rPr>
              <a:t>that</a:t>
            </a:r>
            <a:r>
              <a:rPr sz="2000" spc="55" dirty="0">
                <a:latin typeface="Calibri"/>
                <a:cs typeface="Calibri"/>
              </a:rPr>
              <a:t>  </a:t>
            </a:r>
            <a:r>
              <a:rPr sz="2000" dirty="0">
                <a:latin typeface="Calibri"/>
                <a:cs typeface="Calibri"/>
              </a:rPr>
              <a:t>contingency</a:t>
            </a:r>
            <a:r>
              <a:rPr sz="2000" spc="45" dirty="0">
                <a:latin typeface="Calibri"/>
                <a:cs typeface="Calibri"/>
              </a:rPr>
              <a:t>  </a:t>
            </a:r>
            <a:r>
              <a:rPr sz="2000" dirty="0">
                <a:latin typeface="Calibri"/>
                <a:cs typeface="Calibri"/>
              </a:rPr>
              <a:t>allowances</a:t>
            </a:r>
            <a:r>
              <a:rPr sz="2000" spc="50" dirty="0">
                <a:latin typeface="Calibri"/>
                <a:cs typeface="Calibri"/>
              </a:rPr>
              <a:t>  </a:t>
            </a:r>
            <a:r>
              <a:rPr sz="2000" dirty="0">
                <a:latin typeface="Calibri"/>
                <a:cs typeface="Calibri"/>
              </a:rPr>
              <a:t>be</a:t>
            </a:r>
            <a:r>
              <a:rPr sz="2000" spc="50" dirty="0">
                <a:latin typeface="Calibri"/>
                <a:cs typeface="Calibri"/>
              </a:rPr>
              <a:t>  </a:t>
            </a:r>
            <a:r>
              <a:rPr sz="2000" dirty="0">
                <a:latin typeface="Calibri"/>
                <a:cs typeface="Calibri"/>
              </a:rPr>
              <a:t>independent</a:t>
            </a:r>
            <a:r>
              <a:rPr sz="2000" spc="50"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original</a:t>
            </a:r>
            <a:r>
              <a:rPr sz="2000" spc="50" dirty="0">
                <a:latin typeface="Calibri"/>
                <a:cs typeface="Calibri"/>
              </a:rPr>
              <a:t>  </a:t>
            </a:r>
            <a:r>
              <a:rPr sz="2000" dirty="0">
                <a:latin typeface="Calibri"/>
                <a:cs typeface="Calibri"/>
              </a:rPr>
              <a:t>time</a:t>
            </a:r>
            <a:r>
              <a:rPr sz="2000" spc="50" dirty="0">
                <a:latin typeface="Calibri"/>
                <a:cs typeface="Calibri"/>
              </a:rPr>
              <a:t>  </a:t>
            </a:r>
            <a:r>
              <a:rPr sz="2000" dirty="0">
                <a:latin typeface="Calibri"/>
                <a:cs typeface="Calibri"/>
              </a:rPr>
              <a:t>and</a:t>
            </a:r>
            <a:r>
              <a:rPr sz="2000" spc="50" dirty="0">
                <a:latin typeface="Calibri"/>
                <a:cs typeface="Calibri"/>
              </a:rPr>
              <a:t>  </a:t>
            </a:r>
            <a:r>
              <a:rPr sz="2000" spc="-20" dirty="0">
                <a:latin typeface="Calibri"/>
                <a:cs typeface="Calibri"/>
              </a:rPr>
              <a:t>cost 	</a:t>
            </a:r>
            <a:r>
              <a:rPr sz="2000" dirty="0">
                <a:latin typeface="Calibri"/>
                <a:cs typeface="Calibri"/>
              </a:rPr>
              <a:t>estimates.</a:t>
            </a:r>
            <a:r>
              <a:rPr sz="2000" spc="270" dirty="0">
                <a:latin typeface="Calibri"/>
                <a:cs typeface="Calibri"/>
              </a:rPr>
              <a:t> </a:t>
            </a:r>
            <a:r>
              <a:rPr sz="2000" dirty="0">
                <a:latin typeface="Calibri"/>
                <a:cs typeface="Calibri"/>
              </a:rPr>
              <a:t>These</a:t>
            </a:r>
            <a:r>
              <a:rPr sz="2000" spc="285" dirty="0">
                <a:latin typeface="Calibri"/>
                <a:cs typeface="Calibri"/>
              </a:rPr>
              <a:t> </a:t>
            </a:r>
            <a:r>
              <a:rPr sz="2000" dirty="0">
                <a:latin typeface="Calibri"/>
                <a:cs typeface="Calibri"/>
              </a:rPr>
              <a:t>allowances</a:t>
            </a:r>
            <a:r>
              <a:rPr sz="2000" spc="285" dirty="0">
                <a:latin typeface="Calibri"/>
                <a:cs typeface="Calibri"/>
              </a:rPr>
              <a:t> </a:t>
            </a:r>
            <a:r>
              <a:rPr sz="2000" dirty="0">
                <a:latin typeface="Calibri"/>
                <a:cs typeface="Calibri"/>
              </a:rPr>
              <a:t>need</a:t>
            </a:r>
            <a:r>
              <a:rPr sz="2000" spc="280" dirty="0">
                <a:latin typeface="Calibri"/>
                <a:cs typeface="Calibri"/>
              </a:rPr>
              <a:t> </a:t>
            </a:r>
            <a:r>
              <a:rPr sz="2000" dirty="0">
                <a:latin typeface="Calibri"/>
                <a:cs typeface="Calibri"/>
              </a:rPr>
              <a:t>to</a:t>
            </a:r>
            <a:r>
              <a:rPr sz="2000" spc="270" dirty="0">
                <a:latin typeface="Calibri"/>
                <a:cs typeface="Calibri"/>
              </a:rPr>
              <a:t> </a:t>
            </a:r>
            <a:r>
              <a:rPr sz="2000" dirty="0">
                <a:latin typeface="Calibri"/>
                <a:cs typeface="Calibri"/>
              </a:rPr>
              <a:t>be</a:t>
            </a:r>
            <a:r>
              <a:rPr sz="2000" spc="285" dirty="0">
                <a:latin typeface="Calibri"/>
                <a:cs typeface="Calibri"/>
              </a:rPr>
              <a:t> </a:t>
            </a:r>
            <a:r>
              <a:rPr sz="2000" dirty="0">
                <a:latin typeface="Calibri"/>
                <a:cs typeface="Calibri"/>
              </a:rPr>
              <a:t>clearly</a:t>
            </a:r>
            <a:r>
              <a:rPr sz="2000" spc="270" dirty="0">
                <a:latin typeface="Calibri"/>
                <a:cs typeface="Calibri"/>
              </a:rPr>
              <a:t> </a:t>
            </a:r>
            <a:r>
              <a:rPr sz="2000" dirty="0">
                <a:latin typeface="Calibri"/>
                <a:cs typeface="Calibri"/>
              </a:rPr>
              <a:t>distinguished</a:t>
            </a:r>
            <a:r>
              <a:rPr sz="2000" spc="275" dirty="0">
                <a:latin typeface="Calibri"/>
                <a:cs typeface="Calibri"/>
              </a:rPr>
              <a:t> </a:t>
            </a:r>
            <a:r>
              <a:rPr sz="2000" dirty="0">
                <a:latin typeface="Calibri"/>
                <a:cs typeface="Calibri"/>
              </a:rPr>
              <a:t>to</a:t>
            </a:r>
            <a:r>
              <a:rPr sz="2000" spc="275" dirty="0">
                <a:latin typeface="Calibri"/>
                <a:cs typeface="Calibri"/>
              </a:rPr>
              <a:t> </a:t>
            </a:r>
            <a:r>
              <a:rPr sz="2000" dirty="0">
                <a:latin typeface="Calibri"/>
                <a:cs typeface="Calibri"/>
              </a:rPr>
              <a:t>avoid</a:t>
            </a:r>
            <a:r>
              <a:rPr sz="2000" spc="280" dirty="0">
                <a:latin typeface="Calibri"/>
                <a:cs typeface="Calibri"/>
              </a:rPr>
              <a:t> </a:t>
            </a:r>
            <a:r>
              <a:rPr sz="2000" dirty="0">
                <a:latin typeface="Calibri"/>
                <a:cs typeface="Calibri"/>
              </a:rPr>
              <a:t>time</a:t>
            </a:r>
            <a:r>
              <a:rPr sz="2000" spc="280" dirty="0">
                <a:latin typeface="Calibri"/>
                <a:cs typeface="Calibri"/>
              </a:rPr>
              <a:t> </a:t>
            </a:r>
            <a:r>
              <a:rPr sz="2000" dirty="0">
                <a:latin typeface="Calibri"/>
                <a:cs typeface="Calibri"/>
              </a:rPr>
              <a:t>and</a:t>
            </a:r>
            <a:r>
              <a:rPr sz="2000" spc="280" dirty="0">
                <a:latin typeface="Calibri"/>
                <a:cs typeface="Calibri"/>
              </a:rPr>
              <a:t> </a:t>
            </a:r>
            <a:r>
              <a:rPr sz="2000" dirty="0">
                <a:latin typeface="Calibri"/>
                <a:cs typeface="Calibri"/>
              </a:rPr>
              <a:t>budget</a:t>
            </a:r>
            <a:r>
              <a:rPr sz="2000" spc="280" dirty="0">
                <a:latin typeface="Calibri"/>
                <a:cs typeface="Calibri"/>
              </a:rPr>
              <a:t> </a:t>
            </a:r>
            <a:r>
              <a:rPr sz="2000" spc="-20" dirty="0">
                <a:latin typeface="Calibri"/>
                <a:cs typeface="Calibri"/>
              </a:rPr>
              <a:t>game 	</a:t>
            </a:r>
            <a:r>
              <a:rPr sz="2000" spc="-10" dirty="0">
                <a:latin typeface="Calibri"/>
                <a:cs typeface="Calibri"/>
              </a:rPr>
              <a:t>playing.</a:t>
            </a:r>
            <a:endParaRPr sz="2000">
              <a:latin typeface="Calibri"/>
              <a:cs typeface="Calibri"/>
            </a:endParaRPr>
          </a:p>
        </p:txBody>
      </p:sp>
      <p:pic>
        <p:nvPicPr>
          <p:cNvPr id="3" name="object 3"/>
          <p:cNvPicPr/>
          <p:nvPr/>
        </p:nvPicPr>
        <p:blipFill>
          <a:blip r:embed="rId3" cstate="print"/>
          <a:stretch>
            <a:fillRect/>
          </a:stretch>
        </p:blipFill>
        <p:spPr>
          <a:xfrm>
            <a:off x="2452254" y="4471056"/>
            <a:ext cx="7659254" cy="2386943"/>
          </a:xfrm>
          <a:prstGeom prst="rect">
            <a:avLst/>
          </a:prstGeom>
        </p:spPr>
      </p:pic>
      <p:sp>
        <p:nvSpPr>
          <p:cNvPr id="4" name="object 4"/>
          <p:cNvSpPr txBox="1"/>
          <p:nvPr/>
        </p:nvSpPr>
        <p:spPr>
          <a:xfrm>
            <a:off x="948421" y="5498083"/>
            <a:ext cx="1371600" cy="848360"/>
          </a:xfrm>
          <a:prstGeom prst="rect">
            <a:avLst/>
          </a:prstGeom>
        </p:spPr>
        <p:txBody>
          <a:bodyPr vert="horz" wrap="square" lIns="0" tIns="12700" rIns="0" bIns="0" rtlCol="0">
            <a:spAutoFit/>
          </a:bodyPr>
          <a:lstStyle/>
          <a:p>
            <a:pPr marL="12700" marR="5080" indent="-635" algn="ctr">
              <a:lnSpc>
                <a:spcPct val="100000"/>
              </a:lnSpc>
              <a:spcBef>
                <a:spcPts val="100"/>
              </a:spcBef>
            </a:pPr>
            <a:r>
              <a:rPr sz="1800" b="1" spc="-10" dirty="0">
                <a:latin typeface="Calibri"/>
                <a:cs typeface="Calibri"/>
              </a:rPr>
              <a:t>Contingency </a:t>
            </a:r>
            <a:r>
              <a:rPr sz="1800" b="1" dirty="0">
                <a:latin typeface="Calibri"/>
                <a:cs typeface="Calibri"/>
              </a:rPr>
              <a:t>Fund</a:t>
            </a:r>
            <a:r>
              <a:rPr sz="1800" b="1" spc="-15" dirty="0">
                <a:latin typeface="Calibri"/>
                <a:cs typeface="Calibri"/>
              </a:rPr>
              <a:t> </a:t>
            </a:r>
            <a:r>
              <a:rPr sz="1800" b="1" spc="-10" dirty="0">
                <a:latin typeface="Calibri"/>
                <a:cs typeface="Calibri"/>
              </a:rPr>
              <a:t>Estimate Example</a:t>
            </a:r>
            <a:endParaRPr sz="18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24</a:t>
            </a:fld>
            <a:endParaRPr spc="-25" dirty="0"/>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Contingency</a:t>
            </a:r>
            <a:r>
              <a:rPr spc="114" dirty="0"/>
              <a:t> Funding</a:t>
            </a:r>
            <a:r>
              <a:rPr spc="125" dirty="0"/>
              <a:t> </a:t>
            </a:r>
            <a:r>
              <a:rPr spc="100" dirty="0"/>
              <a:t>and</a:t>
            </a:r>
            <a:r>
              <a:rPr spc="120" dirty="0"/>
              <a:t> </a:t>
            </a:r>
            <a:r>
              <a:rPr spc="105" dirty="0"/>
              <a:t>Time</a:t>
            </a:r>
            <a:r>
              <a:rPr spc="114" dirty="0"/>
              <a:t> </a:t>
            </a:r>
            <a:r>
              <a:rPr spc="65" dirty="0"/>
              <a:t>Buffers</a:t>
            </a:r>
            <a:r>
              <a:rPr spc="120" dirty="0"/>
              <a:t> </a:t>
            </a:r>
            <a:r>
              <a:rPr sz="1950" spc="-10" dirty="0"/>
              <a:t>(2/2)</a:t>
            </a:r>
            <a:endParaRPr sz="1950"/>
          </a:p>
        </p:txBody>
      </p:sp>
      <p:pic>
        <p:nvPicPr>
          <p:cNvPr id="7" name="Picture 6">
            <a:extLst>
              <a:ext uri="{FF2B5EF4-FFF2-40B4-BE49-F238E27FC236}">
                <a16:creationId xmlns:a16="http://schemas.microsoft.com/office/drawing/2014/main" id="{12F98690-1A77-8D33-9529-3AD22FA5BF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Time</a:t>
            </a:r>
            <a:r>
              <a:rPr spc="114" dirty="0"/>
              <a:t> </a:t>
            </a:r>
            <a:r>
              <a:rPr spc="55" dirty="0"/>
              <a:t>buffers</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25</a:t>
            </a:fld>
            <a:endParaRPr spc="-25" dirty="0"/>
          </a:p>
        </p:txBody>
      </p:sp>
      <p:sp>
        <p:nvSpPr>
          <p:cNvPr id="3" name="object 3"/>
          <p:cNvSpPr txBox="1">
            <a:spLocks noGrp="1"/>
          </p:cNvSpPr>
          <p:nvPr>
            <p:ph type="body" idx="1"/>
          </p:nvPr>
        </p:nvSpPr>
        <p:spPr>
          <a:prstGeom prst="rect">
            <a:avLst/>
          </a:prstGeom>
        </p:spPr>
        <p:txBody>
          <a:bodyPr vert="horz" wrap="square" lIns="0" tIns="244347" rIns="0" bIns="0" rtlCol="0">
            <a:spAutoFit/>
          </a:bodyPr>
          <a:lstStyle/>
          <a:p>
            <a:pPr marL="241300" marR="5715" indent="-228600" algn="just">
              <a:lnSpc>
                <a:spcPct val="90500"/>
              </a:lnSpc>
              <a:spcBef>
                <a:spcPts val="420"/>
              </a:spcBef>
              <a:buFont typeface="Arial MT"/>
              <a:buChar char="•"/>
              <a:tabLst>
                <a:tab pos="241300" algn="l"/>
              </a:tabLst>
            </a:pPr>
            <a:r>
              <a:rPr b="1" dirty="0">
                <a:latin typeface="Calibri"/>
                <a:cs typeface="Calibri"/>
              </a:rPr>
              <a:t>Time</a:t>
            </a:r>
            <a:r>
              <a:rPr b="1" spc="675" dirty="0">
                <a:latin typeface="Calibri"/>
                <a:cs typeface="Calibri"/>
              </a:rPr>
              <a:t> </a:t>
            </a:r>
            <a:r>
              <a:rPr b="1" dirty="0">
                <a:latin typeface="Calibri"/>
                <a:cs typeface="Calibri"/>
              </a:rPr>
              <a:t>Buffers</a:t>
            </a:r>
            <a:r>
              <a:rPr b="1" spc="675" dirty="0">
                <a:latin typeface="Calibri"/>
                <a:cs typeface="Calibri"/>
              </a:rPr>
              <a:t> </a:t>
            </a:r>
            <a:r>
              <a:rPr dirty="0"/>
              <a:t>are</a:t>
            </a:r>
            <a:r>
              <a:rPr spc="670" dirty="0"/>
              <a:t> </a:t>
            </a:r>
            <a:r>
              <a:rPr dirty="0"/>
              <a:t>used</a:t>
            </a:r>
            <a:r>
              <a:rPr spc="675" dirty="0"/>
              <a:t> </a:t>
            </a:r>
            <a:r>
              <a:rPr dirty="0"/>
              <a:t>to</a:t>
            </a:r>
            <a:r>
              <a:rPr spc="675" dirty="0"/>
              <a:t> </a:t>
            </a:r>
            <a:r>
              <a:rPr dirty="0"/>
              <a:t>cushion</a:t>
            </a:r>
            <a:r>
              <a:rPr spc="675" dirty="0"/>
              <a:t> </a:t>
            </a:r>
            <a:r>
              <a:rPr dirty="0"/>
              <a:t>against</a:t>
            </a:r>
            <a:r>
              <a:rPr spc="680" dirty="0"/>
              <a:t> </a:t>
            </a:r>
            <a:r>
              <a:rPr dirty="0"/>
              <a:t>potential</a:t>
            </a:r>
            <a:r>
              <a:rPr spc="670" dirty="0"/>
              <a:t> </a:t>
            </a:r>
            <a:r>
              <a:rPr dirty="0"/>
              <a:t>delays</a:t>
            </a:r>
            <a:r>
              <a:rPr spc="680" dirty="0"/>
              <a:t> </a:t>
            </a:r>
            <a:r>
              <a:rPr dirty="0"/>
              <a:t>in</a:t>
            </a:r>
            <a:r>
              <a:rPr spc="675" dirty="0"/>
              <a:t> </a:t>
            </a:r>
            <a:r>
              <a:rPr spc="-25" dirty="0"/>
              <a:t>the </a:t>
            </a:r>
            <a:r>
              <a:rPr dirty="0"/>
              <a:t>project.</a:t>
            </a:r>
            <a:r>
              <a:rPr spc="265" dirty="0"/>
              <a:t>  </a:t>
            </a:r>
            <a:r>
              <a:rPr dirty="0"/>
              <a:t>The</a:t>
            </a:r>
            <a:r>
              <a:rPr spc="260" dirty="0"/>
              <a:t>  </a:t>
            </a:r>
            <a:r>
              <a:rPr dirty="0"/>
              <a:t>amount</a:t>
            </a:r>
            <a:r>
              <a:rPr spc="265" dirty="0"/>
              <a:t>  </a:t>
            </a:r>
            <a:r>
              <a:rPr dirty="0"/>
              <a:t>of</a:t>
            </a:r>
            <a:r>
              <a:rPr spc="265" dirty="0"/>
              <a:t>  </a:t>
            </a:r>
            <a:r>
              <a:rPr dirty="0"/>
              <a:t>time</a:t>
            </a:r>
            <a:r>
              <a:rPr spc="260" dirty="0"/>
              <a:t>  </a:t>
            </a:r>
            <a:r>
              <a:rPr dirty="0"/>
              <a:t>is</a:t>
            </a:r>
            <a:r>
              <a:rPr spc="265" dirty="0"/>
              <a:t>  </a:t>
            </a:r>
            <a:r>
              <a:rPr dirty="0"/>
              <a:t>dependent</a:t>
            </a:r>
            <a:r>
              <a:rPr spc="260" dirty="0"/>
              <a:t>  </a:t>
            </a:r>
            <a:r>
              <a:rPr dirty="0"/>
              <a:t>upon</a:t>
            </a:r>
            <a:r>
              <a:rPr spc="270" dirty="0"/>
              <a:t>  </a:t>
            </a:r>
            <a:r>
              <a:rPr dirty="0"/>
              <a:t>the</a:t>
            </a:r>
            <a:r>
              <a:rPr spc="260" dirty="0"/>
              <a:t>  </a:t>
            </a:r>
            <a:r>
              <a:rPr spc="-10" dirty="0"/>
              <a:t>inherent </a:t>
            </a:r>
            <a:r>
              <a:rPr dirty="0"/>
              <a:t>uncertainty</a:t>
            </a:r>
            <a:r>
              <a:rPr spc="560" dirty="0"/>
              <a:t> </a:t>
            </a:r>
            <a:r>
              <a:rPr dirty="0"/>
              <a:t>of</a:t>
            </a:r>
            <a:r>
              <a:rPr spc="575" dirty="0"/>
              <a:t> </a:t>
            </a:r>
            <a:r>
              <a:rPr dirty="0"/>
              <a:t>the</a:t>
            </a:r>
            <a:r>
              <a:rPr spc="570" dirty="0"/>
              <a:t> </a:t>
            </a:r>
            <a:r>
              <a:rPr dirty="0"/>
              <a:t>project.</a:t>
            </a:r>
            <a:r>
              <a:rPr spc="580" dirty="0"/>
              <a:t> </a:t>
            </a:r>
            <a:r>
              <a:rPr dirty="0"/>
              <a:t>The</a:t>
            </a:r>
            <a:r>
              <a:rPr spc="570" dirty="0"/>
              <a:t> </a:t>
            </a:r>
            <a:r>
              <a:rPr dirty="0"/>
              <a:t>strategy</a:t>
            </a:r>
            <a:r>
              <a:rPr spc="575" dirty="0"/>
              <a:t> </a:t>
            </a:r>
            <a:r>
              <a:rPr dirty="0"/>
              <a:t>is</a:t>
            </a:r>
            <a:r>
              <a:rPr spc="580" dirty="0"/>
              <a:t> </a:t>
            </a:r>
            <a:r>
              <a:rPr dirty="0"/>
              <a:t>to</a:t>
            </a:r>
            <a:r>
              <a:rPr spc="570" dirty="0"/>
              <a:t> </a:t>
            </a:r>
            <a:r>
              <a:rPr dirty="0"/>
              <a:t>assign</a:t>
            </a:r>
            <a:r>
              <a:rPr spc="575" dirty="0"/>
              <a:t> </a:t>
            </a:r>
            <a:r>
              <a:rPr dirty="0"/>
              <a:t>extra</a:t>
            </a:r>
            <a:r>
              <a:rPr spc="575" dirty="0"/>
              <a:t> </a:t>
            </a:r>
            <a:r>
              <a:rPr dirty="0"/>
              <a:t>time</a:t>
            </a:r>
            <a:r>
              <a:rPr spc="570" dirty="0"/>
              <a:t> </a:t>
            </a:r>
            <a:r>
              <a:rPr spc="-25" dirty="0"/>
              <a:t>at </a:t>
            </a:r>
            <a:r>
              <a:rPr dirty="0"/>
              <a:t>critical</a:t>
            </a:r>
            <a:r>
              <a:rPr spc="-75" dirty="0"/>
              <a:t> </a:t>
            </a:r>
            <a:r>
              <a:rPr dirty="0"/>
              <a:t>moments</a:t>
            </a:r>
            <a:r>
              <a:rPr spc="-60" dirty="0"/>
              <a:t> </a:t>
            </a:r>
            <a:r>
              <a:rPr dirty="0"/>
              <a:t>in</a:t>
            </a:r>
            <a:r>
              <a:rPr spc="-60" dirty="0"/>
              <a:t> </a:t>
            </a:r>
            <a:r>
              <a:rPr dirty="0"/>
              <a:t>the</a:t>
            </a:r>
            <a:r>
              <a:rPr spc="-65" dirty="0"/>
              <a:t> </a:t>
            </a:r>
            <a:r>
              <a:rPr dirty="0"/>
              <a:t>project.</a:t>
            </a:r>
            <a:r>
              <a:rPr spc="-55" dirty="0"/>
              <a:t> </a:t>
            </a:r>
            <a:r>
              <a:rPr dirty="0"/>
              <a:t>For</a:t>
            </a:r>
            <a:r>
              <a:rPr spc="-65" dirty="0"/>
              <a:t> </a:t>
            </a:r>
            <a:r>
              <a:rPr spc="-10" dirty="0"/>
              <a:t>example,</a:t>
            </a:r>
            <a:r>
              <a:rPr spc="-60" dirty="0"/>
              <a:t> </a:t>
            </a:r>
            <a:r>
              <a:rPr spc="-10" dirty="0"/>
              <a:t>buffers</a:t>
            </a:r>
            <a:r>
              <a:rPr spc="-60" dirty="0"/>
              <a:t> </a:t>
            </a:r>
            <a:r>
              <a:rPr dirty="0"/>
              <a:t>are</a:t>
            </a:r>
            <a:r>
              <a:rPr spc="-65" dirty="0"/>
              <a:t> </a:t>
            </a:r>
            <a:r>
              <a:rPr dirty="0"/>
              <a:t>added</a:t>
            </a:r>
            <a:r>
              <a:rPr spc="-60" dirty="0"/>
              <a:t> </a:t>
            </a:r>
            <a:r>
              <a:rPr spc="-25" dirty="0"/>
              <a:t>to</a:t>
            </a:r>
          </a:p>
          <a:p>
            <a:pPr marL="697230" lvl="1" indent="-227329">
              <a:lnSpc>
                <a:spcPct val="100000"/>
              </a:lnSpc>
              <a:spcBef>
                <a:spcPts val="229"/>
              </a:spcBef>
              <a:buFont typeface="Arial MT"/>
              <a:buChar char="•"/>
              <a:tabLst>
                <a:tab pos="697230" algn="l"/>
              </a:tabLst>
            </a:pPr>
            <a:r>
              <a:rPr sz="2400" dirty="0">
                <a:solidFill>
                  <a:srgbClr val="262EA4"/>
                </a:solidFill>
                <a:latin typeface="Calibri"/>
                <a:cs typeface="Calibri"/>
              </a:rPr>
              <a:t>Activities</a:t>
            </a:r>
            <a:r>
              <a:rPr sz="2400" spc="-70" dirty="0">
                <a:solidFill>
                  <a:srgbClr val="262EA4"/>
                </a:solidFill>
                <a:latin typeface="Calibri"/>
                <a:cs typeface="Calibri"/>
              </a:rPr>
              <a:t> </a:t>
            </a:r>
            <a:r>
              <a:rPr sz="2400" dirty="0">
                <a:solidFill>
                  <a:srgbClr val="262EA4"/>
                </a:solidFill>
                <a:latin typeface="Calibri"/>
                <a:cs typeface="Calibri"/>
              </a:rPr>
              <a:t>with</a:t>
            </a:r>
            <a:r>
              <a:rPr sz="2400" spc="-65" dirty="0">
                <a:solidFill>
                  <a:srgbClr val="262EA4"/>
                </a:solidFill>
                <a:latin typeface="Calibri"/>
                <a:cs typeface="Calibri"/>
              </a:rPr>
              <a:t> </a:t>
            </a:r>
            <a:r>
              <a:rPr sz="2400" dirty="0">
                <a:solidFill>
                  <a:srgbClr val="262EA4"/>
                </a:solidFill>
                <a:latin typeface="Calibri"/>
                <a:cs typeface="Calibri"/>
              </a:rPr>
              <a:t>severe</a:t>
            </a:r>
            <a:r>
              <a:rPr sz="2400" spc="-70" dirty="0">
                <a:solidFill>
                  <a:srgbClr val="262EA4"/>
                </a:solidFill>
                <a:latin typeface="Calibri"/>
                <a:cs typeface="Calibri"/>
              </a:rPr>
              <a:t> </a:t>
            </a:r>
            <a:r>
              <a:rPr sz="2400" spc="-10" dirty="0">
                <a:solidFill>
                  <a:srgbClr val="262EA4"/>
                </a:solidFill>
                <a:latin typeface="Calibri"/>
                <a:cs typeface="Calibri"/>
              </a:rPr>
              <a:t>risks.</a:t>
            </a:r>
            <a:endParaRPr sz="2400">
              <a:latin typeface="Calibri"/>
              <a:cs typeface="Calibri"/>
            </a:endParaRPr>
          </a:p>
          <a:p>
            <a:pPr marL="697230" marR="5080" lvl="1" indent="-227329">
              <a:lnSpc>
                <a:spcPts val="2590"/>
              </a:lnSpc>
              <a:spcBef>
                <a:spcPts val="450"/>
              </a:spcBef>
              <a:buFont typeface="Arial MT"/>
              <a:buChar char="•"/>
              <a:tabLst>
                <a:tab pos="698500" algn="l"/>
                <a:tab pos="1647825" algn="l"/>
                <a:tab pos="2886710" algn="l"/>
                <a:tab pos="3535045" algn="l"/>
                <a:tab pos="4077970" algn="l"/>
                <a:tab pos="4954905" algn="l"/>
                <a:tab pos="5355590" algn="l"/>
                <a:tab pos="6275070" algn="l"/>
                <a:tab pos="6889750" algn="l"/>
                <a:tab pos="7291070" algn="l"/>
                <a:tab pos="7905750" algn="l"/>
                <a:tab pos="8314690" algn="l"/>
                <a:tab pos="9114155" algn="l"/>
              </a:tabLst>
            </a:pPr>
            <a:r>
              <a:rPr sz="2400" spc="-10" dirty="0">
                <a:latin typeface="Calibri"/>
                <a:cs typeface="Calibri"/>
              </a:rPr>
              <a:t>Merge</a:t>
            </a:r>
            <a:r>
              <a:rPr sz="2400" dirty="0">
                <a:latin typeface="Calibri"/>
                <a:cs typeface="Calibri"/>
              </a:rPr>
              <a:t>	</a:t>
            </a:r>
            <a:r>
              <a:rPr sz="2400" spc="-10" dirty="0">
                <a:latin typeface="Calibri"/>
                <a:cs typeface="Calibri"/>
              </a:rPr>
              <a:t>activities</a:t>
            </a:r>
            <a:r>
              <a:rPr sz="2400" dirty="0">
                <a:latin typeface="Calibri"/>
                <a:cs typeface="Calibri"/>
              </a:rPr>
              <a:t>	</a:t>
            </a:r>
            <a:r>
              <a:rPr sz="2400" spc="-20" dirty="0">
                <a:latin typeface="Calibri"/>
                <a:cs typeface="Calibri"/>
              </a:rPr>
              <a:t>that</a:t>
            </a:r>
            <a:r>
              <a:rPr sz="2400" dirty="0">
                <a:latin typeface="Calibri"/>
                <a:cs typeface="Calibri"/>
              </a:rPr>
              <a:t>	</a:t>
            </a:r>
            <a:r>
              <a:rPr sz="2400" spc="-25" dirty="0">
                <a:latin typeface="Calibri"/>
                <a:cs typeface="Calibri"/>
              </a:rPr>
              <a:t>are</a:t>
            </a:r>
            <a:r>
              <a:rPr sz="2400" dirty="0">
                <a:latin typeface="Calibri"/>
                <a:cs typeface="Calibri"/>
              </a:rPr>
              <a:t>	</a:t>
            </a:r>
            <a:r>
              <a:rPr sz="2400" spc="-10" dirty="0">
                <a:latin typeface="Calibri"/>
                <a:cs typeface="Calibri"/>
              </a:rPr>
              <a:t>prone</a:t>
            </a:r>
            <a:r>
              <a:rPr sz="2400" dirty="0">
                <a:latin typeface="Calibri"/>
                <a:cs typeface="Calibri"/>
              </a:rPr>
              <a:t>	</a:t>
            </a:r>
            <a:r>
              <a:rPr sz="2400" spc="-25" dirty="0">
                <a:latin typeface="Calibri"/>
                <a:cs typeface="Calibri"/>
              </a:rPr>
              <a:t>to</a:t>
            </a:r>
            <a:r>
              <a:rPr sz="2400" dirty="0">
                <a:latin typeface="Calibri"/>
                <a:cs typeface="Calibri"/>
              </a:rPr>
              <a:t>	</a:t>
            </a:r>
            <a:r>
              <a:rPr sz="2400" spc="-10" dirty="0">
                <a:latin typeface="Calibri"/>
                <a:cs typeface="Calibri"/>
              </a:rPr>
              <a:t>delays</a:t>
            </a:r>
            <a:r>
              <a:rPr sz="2400" dirty="0">
                <a:latin typeface="Calibri"/>
                <a:cs typeface="Calibri"/>
              </a:rPr>
              <a:t>	</a:t>
            </a:r>
            <a:r>
              <a:rPr sz="2400" spc="-25" dirty="0">
                <a:latin typeface="Calibri"/>
                <a:cs typeface="Calibri"/>
              </a:rPr>
              <a:t>due</a:t>
            </a:r>
            <a:r>
              <a:rPr sz="2400" dirty="0">
                <a:latin typeface="Calibri"/>
                <a:cs typeface="Calibri"/>
              </a:rPr>
              <a:t>	</a:t>
            </a:r>
            <a:r>
              <a:rPr sz="2400" spc="-25" dirty="0">
                <a:latin typeface="Calibri"/>
                <a:cs typeface="Calibri"/>
              </a:rPr>
              <a:t>to</a:t>
            </a:r>
            <a:r>
              <a:rPr sz="2400" dirty="0">
                <a:latin typeface="Calibri"/>
                <a:cs typeface="Calibri"/>
              </a:rPr>
              <a:t>	</a:t>
            </a:r>
            <a:r>
              <a:rPr sz="2400" spc="-25" dirty="0">
                <a:latin typeface="Calibri"/>
                <a:cs typeface="Calibri"/>
              </a:rPr>
              <a:t>one</a:t>
            </a:r>
            <a:r>
              <a:rPr sz="2400" dirty="0">
                <a:latin typeface="Calibri"/>
                <a:cs typeface="Calibri"/>
              </a:rPr>
              <a:t>	</a:t>
            </a:r>
            <a:r>
              <a:rPr sz="2400" spc="-25" dirty="0">
                <a:latin typeface="Calibri"/>
                <a:cs typeface="Calibri"/>
              </a:rPr>
              <a:t>or</a:t>
            </a:r>
            <a:r>
              <a:rPr sz="2400" dirty="0">
                <a:latin typeface="Calibri"/>
                <a:cs typeface="Calibri"/>
              </a:rPr>
              <a:t>	</a:t>
            </a:r>
            <a:r>
              <a:rPr sz="2400" spc="-20" dirty="0">
                <a:latin typeface="Calibri"/>
                <a:cs typeface="Calibri"/>
              </a:rPr>
              <a:t>more</a:t>
            </a:r>
            <a:r>
              <a:rPr sz="2400" dirty="0">
                <a:latin typeface="Calibri"/>
                <a:cs typeface="Calibri"/>
              </a:rPr>
              <a:t>	</a:t>
            </a:r>
            <a:r>
              <a:rPr sz="2400" spc="-10" dirty="0">
                <a:latin typeface="Calibri"/>
                <a:cs typeface="Calibri"/>
              </a:rPr>
              <a:t>preceding 	</a:t>
            </a:r>
            <a:r>
              <a:rPr sz="2400" dirty="0">
                <a:latin typeface="Calibri"/>
                <a:cs typeface="Calibri"/>
              </a:rPr>
              <a:t>activities</a:t>
            </a:r>
            <a:r>
              <a:rPr sz="2400" spc="-50" dirty="0">
                <a:latin typeface="Calibri"/>
                <a:cs typeface="Calibri"/>
              </a:rPr>
              <a:t> </a:t>
            </a:r>
            <a:r>
              <a:rPr sz="2400" dirty="0">
                <a:latin typeface="Calibri"/>
                <a:cs typeface="Calibri"/>
              </a:rPr>
              <a:t>being</a:t>
            </a:r>
            <a:r>
              <a:rPr sz="2400" spc="-50" dirty="0">
                <a:latin typeface="Calibri"/>
                <a:cs typeface="Calibri"/>
              </a:rPr>
              <a:t> </a:t>
            </a:r>
            <a:r>
              <a:rPr sz="2400" spc="-20" dirty="0">
                <a:latin typeface="Calibri"/>
                <a:cs typeface="Calibri"/>
              </a:rPr>
              <a:t>late.</a:t>
            </a:r>
            <a:endParaRPr sz="2400">
              <a:latin typeface="Calibri"/>
              <a:cs typeface="Calibri"/>
            </a:endParaRPr>
          </a:p>
          <a:p>
            <a:pPr marL="697230" marR="6350" lvl="1" indent="-227329">
              <a:lnSpc>
                <a:spcPts val="2620"/>
              </a:lnSpc>
              <a:spcBef>
                <a:spcPts val="480"/>
              </a:spcBef>
              <a:buFont typeface="Arial MT"/>
              <a:buChar char="•"/>
              <a:tabLst>
                <a:tab pos="698500" algn="l"/>
              </a:tabLst>
            </a:pPr>
            <a:r>
              <a:rPr sz="2400" dirty="0">
                <a:solidFill>
                  <a:srgbClr val="262EA4"/>
                </a:solidFill>
                <a:latin typeface="Calibri"/>
                <a:cs typeface="Calibri"/>
              </a:rPr>
              <a:t>Noncritical</a:t>
            </a:r>
            <a:r>
              <a:rPr sz="2400" spc="355" dirty="0">
                <a:solidFill>
                  <a:srgbClr val="262EA4"/>
                </a:solidFill>
                <a:latin typeface="Calibri"/>
                <a:cs typeface="Calibri"/>
              </a:rPr>
              <a:t> </a:t>
            </a:r>
            <a:r>
              <a:rPr sz="2400" dirty="0">
                <a:solidFill>
                  <a:srgbClr val="262EA4"/>
                </a:solidFill>
                <a:latin typeface="Calibri"/>
                <a:cs typeface="Calibri"/>
              </a:rPr>
              <a:t>activities</a:t>
            </a:r>
            <a:r>
              <a:rPr sz="2400" spc="350" dirty="0">
                <a:solidFill>
                  <a:srgbClr val="262EA4"/>
                </a:solidFill>
                <a:latin typeface="Calibri"/>
                <a:cs typeface="Calibri"/>
              </a:rPr>
              <a:t> </a:t>
            </a:r>
            <a:r>
              <a:rPr sz="2400" dirty="0">
                <a:solidFill>
                  <a:srgbClr val="262EA4"/>
                </a:solidFill>
                <a:latin typeface="Calibri"/>
                <a:cs typeface="Calibri"/>
              </a:rPr>
              <a:t>to</a:t>
            </a:r>
            <a:r>
              <a:rPr sz="2400" spc="355" dirty="0">
                <a:solidFill>
                  <a:srgbClr val="262EA4"/>
                </a:solidFill>
                <a:latin typeface="Calibri"/>
                <a:cs typeface="Calibri"/>
              </a:rPr>
              <a:t> </a:t>
            </a:r>
            <a:r>
              <a:rPr sz="2400" dirty="0">
                <a:solidFill>
                  <a:srgbClr val="262EA4"/>
                </a:solidFill>
                <a:latin typeface="Calibri"/>
                <a:cs typeface="Calibri"/>
              </a:rPr>
              <a:t>reduce</a:t>
            </a:r>
            <a:r>
              <a:rPr sz="2400" spc="360" dirty="0">
                <a:solidFill>
                  <a:srgbClr val="262EA4"/>
                </a:solidFill>
                <a:latin typeface="Calibri"/>
                <a:cs typeface="Calibri"/>
              </a:rPr>
              <a:t> </a:t>
            </a:r>
            <a:r>
              <a:rPr sz="2400" dirty="0">
                <a:solidFill>
                  <a:srgbClr val="262EA4"/>
                </a:solidFill>
                <a:latin typeface="Calibri"/>
                <a:cs typeface="Calibri"/>
              </a:rPr>
              <a:t>the</a:t>
            </a:r>
            <a:r>
              <a:rPr sz="2400" spc="365" dirty="0">
                <a:solidFill>
                  <a:srgbClr val="262EA4"/>
                </a:solidFill>
                <a:latin typeface="Calibri"/>
                <a:cs typeface="Calibri"/>
              </a:rPr>
              <a:t> </a:t>
            </a:r>
            <a:r>
              <a:rPr sz="2400" dirty="0">
                <a:solidFill>
                  <a:srgbClr val="262EA4"/>
                </a:solidFill>
                <a:latin typeface="Calibri"/>
                <a:cs typeface="Calibri"/>
              </a:rPr>
              <a:t>likelihood</a:t>
            </a:r>
            <a:r>
              <a:rPr sz="2400" spc="345" dirty="0">
                <a:solidFill>
                  <a:srgbClr val="262EA4"/>
                </a:solidFill>
                <a:latin typeface="Calibri"/>
                <a:cs typeface="Calibri"/>
              </a:rPr>
              <a:t> </a:t>
            </a:r>
            <a:r>
              <a:rPr sz="2400" dirty="0">
                <a:solidFill>
                  <a:srgbClr val="262EA4"/>
                </a:solidFill>
                <a:latin typeface="Calibri"/>
                <a:cs typeface="Calibri"/>
              </a:rPr>
              <a:t>that</a:t>
            </a:r>
            <a:r>
              <a:rPr sz="2400" spc="355" dirty="0">
                <a:solidFill>
                  <a:srgbClr val="262EA4"/>
                </a:solidFill>
                <a:latin typeface="Calibri"/>
                <a:cs typeface="Calibri"/>
              </a:rPr>
              <a:t> </a:t>
            </a:r>
            <a:r>
              <a:rPr sz="2400" dirty="0">
                <a:solidFill>
                  <a:srgbClr val="262EA4"/>
                </a:solidFill>
                <a:latin typeface="Calibri"/>
                <a:cs typeface="Calibri"/>
              </a:rPr>
              <a:t>they</a:t>
            </a:r>
            <a:r>
              <a:rPr sz="2400" spc="360" dirty="0">
                <a:solidFill>
                  <a:srgbClr val="262EA4"/>
                </a:solidFill>
                <a:latin typeface="Calibri"/>
                <a:cs typeface="Calibri"/>
              </a:rPr>
              <a:t> </a:t>
            </a:r>
            <a:r>
              <a:rPr sz="2400" dirty="0">
                <a:solidFill>
                  <a:srgbClr val="262EA4"/>
                </a:solidFill>
                <a:latin typeface="Calibri"/>
                <a:cs typeface="Calibri"/>
              </a:rPr>
              <a:t>will</a:t>
            </a:r>
            <a:r>
              <a:rPr sz="2400" spc="355" dirty="0">
                <a:solidFill>
                  <a:srgbClr val="262EA4"/>
                </a:solidFill>
                <a:latin typeface="Calibri"/>
                <a:cs typeface="Calibri"/>
              </a:rPr>
              <a:t> </a:t>
            </a:r>
            <a:r>
              <a:rPr sz="2400" dirty="0">
                <a:solidFill>
                  <a:srgbClr val="262EA4"/>
                </a:solidFill>
                <a:latin typeface="Calibri"/>
                <a:cs typeface="Calibri"/>
              </a:rPr>
              <a:t>create</a:t>
            </a:r>
            <a:r>
              <a:rPr sz="2400" spc="365" dirty="0">
                <a:solidFill>
                  <a:srgbClr val="262EA4"/>
                </a:solidFill>
                <a:latin typeface="Calibri"/>
                <a:cs typeface="Calibri"/>
              </a:rPr>
              <a:t> </a:t>
            </a:r>
            <a:r>
              <a:rPr sz="2400" spc="-10" dirty="0">
                <a:solidFill>
                  <a:srgbClr val="262EA4"/>
                </a:solidFill>
                <a:latin typeface="Calibri"/>
                <a:cs typeface="Calibri"/>
              </a:rPr>
              <a:t>another 	</a:t>
            </a:r>
            <a:r>
              <a:rPr sz="2400" dirty="0">
                <a:solidFill>
                  <a:srgbClr val="262EA4"/>
                </a:solidFill>
                <a:latin typeface="Calibri"/>
                <a:cs typeface="Calibri"/>
              </a:rPr>
              <a:t>critical</a:t>
            </a:r>
            <a:r>
              <a:rPr sz="2400" spc="-70" dirty="0">
                <a:solidFill>
                  <a:srgbClr val="262EA4"/>
                </a:solidFill>
                <a:latin typeface="Calibri"/>
                <a:cs typeface="Calibri"/>
              </a:rPr>
              <a:t> </a:t>
            </a:r>
            <a:r>
              <a:rPr sz="2400" spc="-20" dirty="0">
                <a:solidFill>
                  <a:srgbClr val="262EA4"/>
                </a:solidFill>
                <a:latin typeface="Calibri"/>
                <a:cs typeface="Calibri"/>
              </a:rPr>
              <a:t>path.</a:t>
            </a:r>
            <a:endParaRPr sz="2400">
              <a:latin typeface="Calibri"/>
              <a:cs typeface="Calibri"/>
            </a:endParaRPr>
          </a:p>
          <a:p>
            <a:pPr marL="697230" marR="6985" lvl="1" indent="-227329">
              <a:lnSpc>
                <a:spcPts val="2590"/>
              </a:lnSpc>
              <a:spcBef>
                <a:spcPts val="500"/>
              </a:spcBef>
              <a:buFont typeface="Arial MT"/>
              <a:buChar char="•"/>
              <a:tabLst>
                <a:tab pos="698500" algn="l"/>
                <a:tab pos="2004060" algn="l"/>
                <a:tab pos="2689860" algn="l"/>
                <a:tab pos="3769360" algn="l"/>
                <a:tab pos="4448810" algn="l"/>
                <a:tab pos="5824855" algn="l"/>
                <a:tab pos="6262370" algn="l"/>
                <a:tab pos="7288530" algn="l"/>
                <a:tab pos="7974330" algn="l"/>
                <a:tab pos="8567420" algn="l"/>
                <a:tab pos="9942830" algn="l"/>
              </a:tabLst>
            </a:pPr>
            <a:r>
              <a:rPr sz="2400" spc="-10" dirty="0">
                <a:latin typeface="Calibri"/>
                <a:cs typeface="Calibri"/>
              </a:rPr>
              <a:t>Activities</a:t>
            </a:r>
            <a:r>
              <a:rPr sz="2400" dirty="0">
                <a:latin typeface="Calibri"/>
                <a:cs typeface="Calibri"/>
              </a:rPr>
              <a:t>	</a:t>
            </a:r>
            <a:r>
              <a:rPr sz="2400" spc="-20" dirty="0">
                <a:latin typeface="Calibri"/>
                <a:cs typeface="Calibri"/>
              </a:rPr>
              <a:t>that</a:t>
            </a:r>
            <a:r>
              <a:rPr sz="2400" dirty="0">
                <a:latin typeface="Calibri"/>
                <a:cs typeface="Calibri"/>
              </a:rPr>
              <a:t>	</a:t>
            </a:r>
            <a:r>
              <a:rPr sz="2400" spc="-10" dirty="0">
                <a:latin typeface="Calibri"/>
                <a:cs typeface="Calibri"/>
              </a:rPr>
              <a:t>require</a:t>
            </a:r>
            <a:r>
              <a:rPr sz="2400" dirty="0">
                <a:latin typeface="Calibri"/>
                <a:cs typeface="Calibri"/>
              </a:rPr>
              <a:t>	</a:t>
            </a:r>
            <a:r>
              <a:rPr sz="2400" spc="-20" dirty="0">
                <a:latin typeface="Calibri"/>
                <a:cs typeface="Calibri"/>
              </a:rPr>
              <a:t>rare</a:t>
            </a:r>
            <a:r>
              <a:rPr sz="2400" dirty="0">
                <a:latin typeface="Calibri"/>
                <a:cs typeface="Calibri"/>
              </a:rPr>
              <a:t>	</a:t>
            </a:r>
            <a:r>
              <a:rPr sz="2400" spc="-10" dirty="0">
                <a:latin typeface="Calibri"/>
                <a:cs typeface="Calibri"/>
              </a:rPr>
              <a:t>resources</a:t>
            </a:r>
            <a:r>
              <a:rPr sz="2400" dirty="0">
                <a:latin typeface="Calibri"/>
                <a:cs typeface="Calibri"/>
              </a:rPr>
              <a:t>	</a:t>
            </a:r>
            <a:r>
              <a:rPr sz="2400" spc="-25" dirty="0">
                <a:latin typeface="Calibri"/>
                <a:cs typeface="Calibri"/>
              </a:rPr>
              <a:t>to</a:t>
            </a:r>
            <a:r>
              <a:rPr sz="2400" dirty="0">
                <a:latin typeface="Calibri"/>
                <a:cs typeface="Calibri"/>
              </a:rPr>
              <a:t>	</a:t>
            </a:r>
            <a:r>
              <a:rPr sz="2400" spc="-10" dirty="0">
                <a:latin typeface="Calibri"/>
                <a:cs typeface="Calibri"/>
              </a:rPr>
              <a:t>ensure</a:t>
            </a:r>
            <a:r>
              <a:rPr sz="2400" dirty="0">
                <a:latin typeface="Calibri"/>
                <a:cs typeface="Calibri"/>
              </a:rPr>
              <a:t>	</a:t>
            </a:r>
            <a:r>
              <a:rPr sz="2400" spc="-20" dirty="0">
                <a:latin typeface="Calibri"/>
                <a:cs typeface="Calibri"/>
              </a:rPr>
              <a:t>that</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resources</a:t>
            </a:r>
            <a:r>
              <a:rPr sz="2400" dirty="0">
                <a:latin typeface="Calibri"/>
                <a:cs typeface="Calibri"/>
              </a:rPr>
              <a:t>	</a:t>
            </a:r>
            <a:r>
              <a:rPr sz="2400" spc="-30" dirty="0">
                <a:latin typeface="Calibri"/>
                <a:cs typeface="Calibri"/>
              </a:rPr>
              <a:t>are 	</a:t>
            </a:r>
            <a:r>
              <a:rPr sz="2400" spc="-10" dirty="0">
                <a:latin typeface="Calibri"/>
                <a:cs typeface="Calibri"/>
              </a:rPr>
              <a:t>available</a:t>
            </a:r>
            <a:r>
              <a:rPr sz="2400" spc="-45" dirty="0">
                <a:latin typeface="Calibri"/>
                <a:cs typeface="Calibri"/>
              </a:rPr>
              <a:t> </a:t>
            </a:r>
            <a:r>
              <a:rPr sz="2400" dirty="0">
                <a:latin typeface="Calibri"/>
                <a:cs typeface="Calibri"/>
              </a:rPr>
              <a:t>when</a:t>
            </a:r>
            <a:r>
              <a:rPr sz="2400" spc="-45" dirty="0">
                <a:latin typeface="Calibri"/>
                <a:cs typeface="Calibri"/>
              </a:rPr>
              <a:t> </a:t>
            </a:r>
            <a:r>
              <a:rPr sz="2400" spc="-10" dirty="0">
                <a:latin typeface="Calibri"/>
                <a:cs typeface="Calibri"/>
              </a:rPr>
              <a:t>needed.</a:t>
            </a:r>
            <a:endParaRPr sz="2400">
              <a:latin typeface="Calibri"/>
              <a:cs typeface="Calibri"/>
            </a:endParaRPr>
          </a:p>
        </p:txBody>
      </p:sp>
      <p:pic>
        <p:nvPicPr>
          <p:cNvPr id="5" name="Picture 4">
            <a:extLst>
              <a:ext uri="{FF2B5EF4-FFF2-40B4-BE49-F238E27FC236}">
                <a16:creationId xmlns:a16="http://schemas.microsoft.com/office/drawing/2014/main" id="{447B9FB1-7B3C-6E00-36E9-CA58AAD4FC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t>4-</a:t>
            </a:r>
            <a:r>
              <a:rPr spc="120" dirty="0"/>
              <a:t> </a:t>
            </a:r>
            <a:r>
              <a:rPr spc="95" dirty="0"/>
              <a:t>Risk</a:t>
            </a:r>
            <a:r>
              <a:rPr spc="120" dirty="0"/>
              <a:t> </a:t>
            </a:r>
            <a:r>
              <a:rPr spc="105" dirty="0"/>
              <a:t>Response</a:t>
            </a:r>
            <a:r>
              <a:rPr spc="120" dirty="0"/>
              <a:t> </a:t>
            </a:r>
            <a:r>
              <a:rPr spc="80" dirty="0"/>
              <a:t>Control</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26</a:t>
            </a:fld>
            <a:endParaRPr spc="-25" dirty="0"/>
          </a:p>
        </p:txBody>
      </p:sp>
      <p:sp>
        <p:nvSpPr>
          <p:cNvPr id="3" name="object 3"/>
          <p:cNvSpPr txBox="1"/>
          <p:nvPr/>
        </p:nvSpPr>
        <p:spPr>
          <a:xfrm>
            <a:off x="916939" y="1588515"/>
            <a:ext cx="10358755" cy="4920615"/>
          </a:xfrm>
          <a:prstGeom prst="rect">
            <a:avLst/>
          </a:prstGeom>
        </p:spPr>
        <p:txBody>
          <a:bodyPr vert="horz" wrap="square" lIns="0" tIns="55244" rIns="0" bIns="0" rtlCol="0">
            <a:spAutoFit/>
          </a:bodyPr>
          <a:lstStyle/>
          <a:p>
            <a:pPr marL="241300" marR="5715" indent="-228600" algn="just">
              <a:lnSpc>
                <a:spcPct val="90000"/>
              </a:lnSpc>
              <a:spcBef>
                <a:spcPts val="434"/>
              </a:spcBef>
              <a:buFont typeface="Arial MT"/>
              <a:buChar char="•"/>
              <a:tabLst>
                <a:tab pos="241300" algn="l"/>
              </a:tabLst>
            </a:pPr>
            <a:r>
              <a:rPr sz="2800" dirty="0">
                <a:latin typeface="Calibri"/>
                <a:cs typeface="Calibri"/>
              </a:rPr>
              <a:t>Typically,</a:t>
            </a:r>
            <a:r>
              <a:rPr sz="2800" spc="475" dirty="0">
                <a:latin typeface="Calibri"/>
                <a:cs typeface="Calibri"/>
              </a:rPr>
              <a:t> </a:t>
            </a:r>
            <a:r>
              <a:rPr sz="2800" dirty="0">
                <a:latin typeface="Calibri"/>
                <a:cs typeface="Calibri"/>
              </a:rPr>
              <a:t>the</a:t>
            </a:r>
            <a:r>
              <a:rPr sz="2800" spc="484" dirty="0">
                <a:latin typeface="Calibri"/>
                <a:cs typeface="Calibri"/>
              </a:rPr>
              <a:t> </a:t>
            </a:r>
            <a:r>
              <a:rPr sz="2800" dirty="0">
                <a:latin typeface="Calibri"/>
                <a:cs typeface="Calibri"/>
              </a:rPr>
              <a:t>results</a:t>
            </a:r>
            <a:r>
              <a:rPr sz="2800" spc="490" dirty="0">
                <a:latin typeface="Calibri"/>
                <a:cs typeface="Calibri"/>
              </a:rPr>
              <a:t> </a:t>
            </a:r>
            <a:r>
              <a:rPr sz="2800" dirty="0">
                <a:latin typeface="Calibri"/>
                <a:cs typeface="Calibri"/>
              </a:rPr>
              <a:t>of</a:t>
            </a:r>
            <a:r>
              <a:rPr sz="2800" spc="484" dirty="0">
                <a:latin typeface="Calibri"/>
                <a:cs typeface="Calibri"/>
              </a:rPr>
              <a:t> </a:t>
            </a:r>
            <a:r>
              <a:rPr sz="2800" dirty="0">
                <a:latin typeface="Calibri"/>
                <a:cs typeface="Calibri"/>
              </a:rPr>
              <a:t>the</a:t>
            </a:r>
            <a:r>
              <a:rPr sz="2800" spc="480" dirty="0">
                <a:latin typeface="Calibri"/>
                <a:cs typeface="Calibri"/>
              </a:rPr>
              <a:t> </a:t>
            </a:r>
            <a:r>
              <a:rPr sz="2800" dirty="0">
                <a:latin typeface="Calibri"/>
                <a:cs typeface="Calibri"/>
              </a:rPr>
              <a:t>first</a:t>
            </a:r>
            <a:r>
              <a:rPr sz="2800" spc="484" dirty="0">
                <a:latin typeface="Calibri"/>
                <a:cs typeface="Calibri"/>
              </a:rPr>
              <a:t> </a:t>
            </a:r>
            <a:r>
              <a:rPr sz="2800" dirty="0">
                <a:latin typeface="Calibri"/>
                <a:cs typeface="Calibri"/>
              </a:rPr>
              <a:t>(3)</a:t>
            </a:r>
            <a:r>
              <a:rPr sz="2800" spc="490" dirty="0">
                <a:latin typeface="Calibri"/>
                <a:cs typeface="Calibri"/>
              </a:rPr>
              <a:t> </a:t>
            </a:r>
            <a:r>
              <a:rPr sz="2800" dirty="0">
                <a:latin typeface="Calibri"/>
                <a:cs typeface="Calibri"/>
              </a:rPr>
              <a:t>steps</a:t>
            </a:r>
            <a:r>
              <a:rPr sz="2800" spc="490" dirty="0">
                <a:latin typeface="Calibri"/>
                <a:cs typeface="Calibri"/>
              </a:rPr>
              <a:t> </a:t>
            </a:r>
            <a:r>
              <a:rPr sz="2800" dirty="0">
                <a:latin typeface="Calibri"/>
                <a:cs typeface="Calibri"/>
              </a:rPr>
              <a:t>of</a:t>
            </a:r>
            <a:r>
              <a:rPr sz="2800" spc="484" dirty="0">
                <a:latin typeface="Calibri"/>
                <a:cs typeface="Calibri"/>
              </a:rPr>
              <a:t> </a:t>
            </a:r>
            <a:r>
              <a:rPr sz="2800" dirty="0">
                <a:latin typeface="Calibri"/>
                <a:cs typeface="Calibri"/>
              </a:rPr>
              <a:t>the</a:t>
            </a:r>
            <a:r>
              <a:rPr sz="2800" spc="484" dirty="0">
                <a:latin typeface="Calibri"/>
                <a:cs typeface="Calibri"/>
              </a:rPr>
              <a:t> </a:t>
            </a:r>
            <a:r>
              <a:rPr sz="2800" dirty="0">
                <a:latin typeface="Calibri"/>
                <a:cs typeface="Calibri"/>
              </a:rPr>
              <a:t>risk</a:t>
            </a:r>
            <a:r>
              <a:rPr sz="2800" spc="495" dirty="0">
                <a:latin typeface="Calibri"/>
                <a:cs typeface="Calibri"/>
              </a:rPr>
              <a:t> </a:t>
            </a:r>
            <a:r>
              <a:rPr sz="2800" spc="-10" dirty="0">
                <a:latin typeface="Calibri"/>
                <a:cs typeface="Calibri"/>
              </a:rPr>
              <a:t>management </a:t>
            </a:r>
            <a:r>
              <a:rPr sz="2800" dirty="0">
                <a:latin typeface="Calibri"/>
                <a:cs typeface="Calibri"/>
              </a:rPr>
              <a:t>process</a:t>
            </a:r>
            <a:r>
              <a:rPr sz="2800" spc="325" dirty="0">
                <a:latin typeface="Calibri"/>
                <a:cs typeface="Calibri"/>
              </a:rPr>
              <a:t> </a:t>
            </a:r>
            <a:r>
              <a:rPr sz="2800" dirty="0">
                <a:latin typeface="Calibri"/>
                <a:cs typeface="Calibri"/>
              </a:rPr>
              <a:t>are</a:t>
            </a:r>
            <a:r>
              <a:rPr sz="2800" spc="320" dirty="0">
                <a:latin typeface="Calibri"/>
                <a:cs typeface="Calibri"/>
              </a:rPr>
              <a:t> </a:t>
            </a:r>
            <a:r>
              <a:rPr sz="2800" dirty="0">
                <a:latin typeface="Calibri"/>
                <a:cs typeface="Calibri"/>
              </a:rPr>
              <a:t>summarized</a:t>
            </a:r>
            <a:r>
              <a:rPr sz="2800" spc="325" dirty="0">
                <a:latin typeface="Calibri"/>
                <a:cs typeface="Calibri"/>
              </a:rPr>
              <a:t> </a:t>
            </a:r>
            <a:r>
              <a:rPr sz="2800" dirty="0">
                <a:latin typeface="Calibri"/>
                <a:cs typeface="Calibri"/>
              </a:rPr>
              <a:t>in</a:t>
            </a:r>
            <a:r>
              <a:rPr sz="2800" spc="325" dirty="0">
                <a:latin typeface="Calibri"/>
                <a:cs typeface="Calibri"/>
              </a:rPr>
              <a:t> </a:t>
            </a:r>
            <a:r>
              <a:rPr sz="2800" dirty="0">
                <a:latin typeface="Calibri"/>
                <a:cs typeface="Calibri"/>
              </a:rPr>
              <a:t>a</a:t>
            </a:r>
            <a:r>
              <a:rPr sz="2800" spc="320" dirty="0">
                <a:latin typeface="Calibri"/>
                <a:cs typeface="Calibri"/>
              </a:rPr>
              <a:t> </a:t>
            </a:r>
            <a:r>
              <a:rPr sz="2800" dirty="0">
                <a:latin typeface="Calibri"/>
                <a:cs typeface="Calibri"/>
              </a:rPr>
              <a:t>formal</a:t>
            </a:r>
            <a:r>
              <a:rPr sz="2800" spc="320" dirty="0">
                <a:latin typeface="Calibri"/>
                <a:cs typeface="Calibri"/>
              </a:rPr>
              <a:t> </a:t>
            </a:r>
            <a:r>
              <a:rPr sz="2800" dirty="0">
                <a:latin typeface="Calibri"/>
                <a:cs typeface="Calibri"/>
              </a:rPr>
              <a:t>document</a:t>
            </a:r>
            <a:r>
              <a:rPr sz="2800" spc="325" dirty="0">
                <a:latin typeface="Calibri"/>
                <a:cs typeface="Calibri"/>
              </a:rPr>
              <a:t> </a:t>
            </a:r>
            <a:r>
              <a:rPr sz="2800" dirty="0">
                <a:latin typeface="Calibri"/>
                <a:cs typeface="Calibri"/>
              </a:rPr>
              <a:t>often</a:t>
            </a:r>
            <a:r>
              <a:rPr sz="2800" spc="325" dirty="0">
                <a:latin typeface="Calibri"/>
                <a:cs typeface="Calibri"/>
              </a:rPr>
              <a:t> </a:t>
            </a:r>
            <a:r>
              <a:rPr sz="2800" dirty="0">
                <a:latin typeface="Calibri"/>
                <a:cs typeface="Calibri"/>
              </a:rPr>
              <a:t>called</a:t>
            </a:r>
            <a:r>
              <a:rPr sz="2800" spc="325" dirty="0">
                <a:latin typeface="Calibri"/>
                <a:cs typeface="Calibri"/>
              </a:rPr>
              <a:t> </a:t>
            </a:r>
            <a:r>
              <a:rPr sz="2800" dirty="0">
                <a:latin typeface="Calibri"/>
                <a:cs typeface="Calibri"/>
              </a:rPr>
              <a:t>the</a:t>
            </a:r>
            <a:r>
              <a:rPr sz="2800" spc="320" dirty="0">
                <a:latin typeface="Calibri"/>
                <a:cs typeface="Calibri"/>
              </a:rPr>
              <a:t> </a:t>
            </a:r>
            <a:r>
              <a:rPr sz="2800" spc="-20" dirty="0">
                <a:latin typeface="Calibri"/>
                <a:cs typeface="Calibri"/>
              </a:rPr>
              <a:t>risk </a:t>
            </a:r>
            <a:r>
              <a:rPr sz="2800" dirty="0">
                <a:latin typeface="Calibri"/>
                <a:cs typeface="Calibri"/>
              </a:rPr>
              <a:t>register.</a:t>
            </a:r>
            <a:r>
              <a:rPr sz="2800" spc="490" dirty="0">
                <a:latin typeface="Calibri"/>
                <a:cs typeface="Calibri"/>
              </a:rPr>
              <a:t>  </a:t>
            </a:r>
            <a:r>
              <a:rPr sz="2800" dirty="0">
                <a:latin typeface="Calibri"/>
                <a:cs typeface="Calibri"/>
              </a:rPr>
              <a:t>A</a:t>
            </a:r>
            <a:r>
              <a:rPr sz="2800" spc="495" dirty="0">
                <a:latin typeface="Calibri"/>
                <a:cs typeface="Calibri"/>
              </a:rPr>
              <a:t>  </a:t>
            </a:r>
            <a:r>
              <a:rPr sz="2800" b="1" dirty="0">
                <a:latin typeface="Calibri"/>
                <a:cs typeface="Calibri"/>
              </a:rPr>
              <a:t>risk</a:t>
            </a:r>
            <a:r>
              <a:rPr sz="2800" b="1" spc="495" dirty="0">
                <a:latin typeface="Calibri"/>
                <a:cs typeface="Calibri"/>
              </a:rPr>
              <a:t>  </a:t>
            </a:r>
            <a:r>
              <a:rPr sz="2800" b="1" dirty="0">
                <a:latin typeface="Calibri"/>
                <a:cs typeface="Calibri"/>
              </a:rPr>
              <a:t>register</a:t>
            </a:r>
            <a:r>
              <a:rPr sz="2800" b="1" spc="490" dirty="0">
                <a:latin typeface="Calibri"/>
                <a:cs typeface="Calibri"/>
              </a:rPr>
              <a:t>  </a:t>
            </a:r>
            <a:r>
              <a:rPr sz="2800" dirty="0">
                <a:latin typeface="Calibri"/>
                <a:cs typeface="Calibri"/>
              </a:rPr>
              <a:t>details</a:t>
            </a:r>
            <a:r>
              <a:rPr sz="2800" spc="495" dirty="0">
                <a:latin typeface="Calibri"/>
                <a:cs typeface="Calibri"/>
              </a:rPr>
              <a:t>  </a:t>
            </a:r>
            <a:r>
              <a:rPr sz="2800" dirty="0">
                <a:latin typeface="Calibri"/>
                <a:cs typeface="Calibri"/>
              </a:rPr>
              <a:t>all</a:t>
            </a:r>
            <a:r>
              <a:rPr sz="2800" spc="484" dirty="0">
                <a:latin typeface="Calibri"/>
                <a:cs typeface="Calibri"/>
              </a:rPr>
              <a:t>  </a:t>
            </a:r>
            <a:r>
              <a:rPr sz="2800" dirty="0">
                <a:latin typeface="Calibri"/>
                <a:cs typeface="Calibri"/>
              </a:rPr>
              <a:t>identified</a:t>
            </a:r>
            <a:r>
              <a:rPr sz="2800" spc="490" dirty="0">
                <a:latin typeface="Calibri"/>
                <a:cs typeface="Calibri"/>
              </a:rPr>
              <a:t>  </a:t>
            </a:r>
            <a:r>
              <a:rPr sz="2800" dirty="0">
                <a:latin typeface="Calibri"/>
                <a:cs typeface="Calibri"/>
              </a:rPr>
              <a:t>risks,</a:t>
            </a:r>
            <a:r>
              <a:rPr sz="2800" spc="495" dirty="0">
                <a:latin typeface="Calibri"/>
                <a:cs typeface="Calibri"/>
              </a:rPr>
              <a:t>  </a:t>
            </a:r>
            <a:r>
              <a:rPr sz="2800" spc="-10" dirty="0">
                <a:latin typeface="Calibri"/>
                <a:cs typeface="Calibri"/>
              </a:rPr>
              <a:t>including </a:t>
            </a:r>
            <a:r>
              <a:rPr sz="2800" dirty="0">
                <a:latin typeface="Calibri"/>
                <a:cs typeface="Calibri"/>
              </a:rPr>
              <a:t>descriptions,</a:t>
            </a:r>
            <a:r>
              <a:rPr sz="2800" spc="635" dirty="0">
                <a:latin typeface="Calibri"/>
                <a:cs typeface="Calibri"/>
              </a:rPr>
              <a:t>  </a:t>
            </a:r>
            <a:r>
              <a:rPr sz="2800" dirty="0">
                <a:latin typeface="Calibri"/>
                <a:cs typeface="Calibri"/>
              </a:rPr>
              <a:t>category,</a:t>
            </a:r>
            <a:r>
              <a:rPr sz="2800" spc="640" dirty="0">
                <a:latin typeface="Calibri"/>
                <a:cs typeface="Calibri"/>
              </a:rPr>
              <a:t>  </a:t>
            </a:r>
            <a:r>
              <a:rPr sz="2800" dirty="0">
                <a:latin typeface="Calibri"/>
                <a:cs typeface="Calibri"/>
              </a:rPr>
              <a:t>and</a:t>
            </a:r>
            <a:r>
              <a:rPr sz="2800" spc="640" dirty="0">
                <a:latin typeface="Calibri"/>
                <a:cs typeface="Calibri"/>
              </a:rPr>
              <a:t>  </a:t>
            </a:r>
            <a:r>
              <a:rPr sz="2800" dirty="0">
                <a:latin typeface="Calibri"/>
                <a:cs typeface="Calibri"/>
              </a:rPr>
              <a:t>probability</a:t>
            </a:r>
            <a:r>
              <a:rPr sz="2800" spc="635" dirty="0">
                <a:latin typeface="Calibri"/>
                <a:cs typeface="Calibri"/>
              </a:rPr>
              <a:t>  </a:t>
            </a:r>
            <a:r>
              <a:rPr sz="2800" dirty="0">
                <a:latin typeface="Calibri"/>
                <a:cs typeface="Calibri"/>
              </a:rPr>
              <a:t>of</a:t>
            </a:r>
            <a:r>
              <a:rPr sz="2800" spc="635" dirty="0">
                <a:latin typeface="Calibri"/>
                <a:cs typeface="Calibri"/>
              </a:rPr>
              <a:t>  </a:t>
            </a:r>
            <a:r>
              <a:rPr sz="2800" dirty="0">
                <a:latin typeface="Calibri"/>
                <a:cs typeface="Calibri"/>
              </a:rPr>
              <a:t>occurring,</a:t>
            </a:r>
            <a:r>
              <a:rPr sz="2800" spc="640" dirty="0">
                <a:latin typeface="Calibri"/>
                <a:cs typeface="Calibri"/>
              </a:rPr>
              <a:t>  </a:t>
            </a:r>
            <a:r>
              <a:rPr sz="2800" spc="-10" dirty="0">
                <a:latin typeface="Calibri"/>
                <a:cs typeface="Calibri"/>
              </a:rPr>
              <a:t>impact, </a:t>
            </a:r>
            <a:r>
              <a:rPr sz="2800" dirty="0">
                <a:latin typeface="Calibri"/>
                <a:cs typeface="Calibri"/>
              </a:rPr>
              <a:t>responses,</a:t>
            </a:r>
            <a:r>
              <a:rPr sz="2800" spc="-80" dirty="0">
                <a:latin typeface="Calibri"/>
                <a:cs typeface="Calibri"/>
              </a:rPr>
              <a:t> </a:t>
            </a:r>
            <a:r>
              <a:rPr sz="2800" spc="-10" dirty="0">
                <a:latin typeface="Calibri"/>
                <a:cs typeface="Calibri"/>
              </a:rPr>
              <a:t>contingency</a:t>
            </a:r>
            <a:r>
              <a:rPr sz="2800" spc="-80" dirty="0">
                <a:latin typeface="Calibri"/>
                <a:cs typeface="Calibri"/>
              </a:rPr>
              <a:t> </a:t>
            </a:r>
            <a:r>
              <a:rPr sz="2800" dirty="0">
                <a:latin typeface="Calibri"/>
                <a:cs typeface="Calibri"/>
              </a:rPr>
              <a:t>plans,</a:t>
            </a:r>
            <a:r>
              <a:rPr sz="2800" spc="-80" dirty="0">
                <a:latin typeface="Calibri"/>
                <a:cs typeface="Calibri"/>
              </a:rPr>
              <a:t> </a:t>
            </a:r>
            <a:r>
              <a:rPr sz="2800" dirty="0">
                <a:latin typeface="Calibri"/>
                <a:cs typeface="Calibri"/>
              </a:rPr>
              <a:t>owners,</a:t>
            </a:r>
            <a:r>
              <a:rPr sz="2800" spc="-75" dirty="0">
                <a:latin typeface="Calibri"/>
                <a:cs typeface="Calibri"/>
              </a:rPr>
              <a:t> </a:t>
            </a:r>
            <a:r>
              <a:rPr sz="2800" dirty="0">
                <a:latin typeface="Calibri"/>
                <a:cs typeface="Calibri"/>
              </a:rPr>
              <a:t>and</a:t>
            </a:r>
            <a:r>
              <a:rPr sz="2800" spc="-75" dirty="0">
                <a:latin typeface="Calibri"/>
                <a:cs typeface="Calibri"/>
              </a:rPr>
              <a:t> </a:t>
            </a:r>
            <a:r>
              <a:rPr sz="2800" dirty="0">
                <a:latin typeface="Calibri"/>
                <a:cs typeface="Calibri"/>
              </a:rPr>
              <a:t>current</a:t>
            </a:r>
            <a:r>
              <a:rPr sz="2800" spc="-70" dirty="0">
                <a:latin typeface="Calibri"/>
                <a:cs typeface="Calibri"/>
              </a:rPr>
              <a:t> </a:t>
            </a:r>
            <a:r>
              <a:rPr sz="2800" spc="-10" dirty="0">
                <a:latin typeface="Calibri"/>
                <a:cs typeface="Calibri"/>
              </a:rPr>
              <a:t>status.</a:t>
            </a:r>
            <a:endParaRPr sz="2800">
              <a:latin typeface="Calibri"/>
              <a:cs typeface="Calibri"/>
            </a:endParaRPr>
          </a:p>
          <a:p>
            <a:pPr marL="241300" marR="6350" indent="-228600" algn="just">
              <a:lnSpc>
                <a:spcPts val="3000"/>
              </a:lnSpc>
              <a:spcBef>
                <a:spcPts val="1025"/>
              </a:spcBef>
              <a:buFont typeface="Arial MT"/>
              <a:buChar char="•"/>
              <a:tabLst>
                <a:tab pos="241300" algn="l"/>
              </a:tabLst>
            </a:pPr>
            <a:r>
              <a:rPr sz="2800" dirty="0">
                <a:latin typeface="Calibri"/>
                <a:cs typeface="Calibri"/>
              </a:rPr>
              <a:t>The</a:t>
            </a:r>
            <a:r>
              <a:rPr sz="2800" spc="80" dirty="0">
                <a:latin typeface="Calibri"/>
                <a:cs typeface="Calibri"/>
              </a:rPr>
              <a:t> </a:t>
            </a:r>
            <a:r>
              <a:rPr sz="2800" dirty="0">
                <a:latin typeface="Calibri"/>
                <a:cs typeface="Calibri"/>
              </a:rPr>
              <a:t>register</a:t>
            </a:r>
            <a:r>
              <a:rPr sz="2800" spc="80" dirty="0">
                <a:latin typeface="Calibri"/>
                <a:cs typeface="Calibri"/>
              </a:rPr>
              <a:t> </a:t>
            </a:r>
            <a:r>
              <a:rPr sz="2800" dirty="0">
                <a:latin typeface="Calibri"/>
                <a:cs typeface="Calibri"/>
              </a:rPr>
              <a:t>is</a:t>
            </a:r>
            <a:r>
              <a:rPr sz="2800" spc="95"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backbone</a:t>
            </a:r>
            <a:r>
              <a:rPr sz="2800" spc="80" dirty="0">
                <a:latin typeface="Calibri"/>
                <a:cs typeface="Calibri"/>
              </a:rPr>
              <a:t> </a:t>
            </a:r>
            <a:r>
              <a:rPr sz="2800" dirty="0">
                <a:latin typeface="Calibri"/>
                <a:cs typeface="Calibri"/>
              </a:rPr>
              <a:t>for</a:t>
            </a:r>
            <a:r>
              <a:rPr sz="2800" spc="85"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last</a:t>
            </a:r>
            <a:r>
              <a:rPr sz="2800" spc="85" dirty="0">
                <a:latin typeface="Calibri"/>
                <a:cs typeface="Calibri"/>
              </a:rPr>
              <a:t> </a:t>
            </a:r>
            <a:r>
              <a:rPr sz="2800" dirty="0">
                <a:latin typeface="Calibri"/>
                <a:cs typeface="Calibri"/>
              </a:rPr>
              <a:t>step</a:t>
            </a:r>
            <a:r>
              <a:rPr sz="2800" spc="90" dirty="0">
                <a:latin typeface="Calibri"/>
                <a:cs typeface="Calibri"/>
              </a:rPr>
              <a:t> </a:t>
            </a:r>
            <a:r>
              <a:rPr sz="2800" dirty="0">
                <a:latin typeface="Calibri"/>
                <a:cs typeface="Calibri"/>
              </a:rPr>
              <a:t>in</a:t>
            </a:r>
            <a:r>
              <a:rPr sz="2800" spc="95"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risk</a:t>
            </a:r>
            <a:r>
              <a:rPr sz="2800" spc="95" dirty="0">
                <a:latin typeface="Calibri"/>
                <a:cs typeface="Calibri"/>
              </a:rPr>
              <a:t> </a:t>
            </a:r>
            <a:r>
              <a:rPr sz="2800" spc="-10" dirty="0">
                <a:latin typeface="Calibri"/>
                <a:cs typeface="Calibri"/>
              </a:rPr>
              <a:t>management </a:t>
            </a:r>
            <a:r>
              <a:rPr sz="2800" dirty="0">
                <a:latin typeface="Calibri"/>
                <a:cs typeface="Calibri"/>
              </a:rPr>
              <a:t>process:</a:t>
            </a:r>
            <a:r>
              <a:rPr sz="2800" spc="-75" dirty="0">
                <a:latin typeface="Calibri"/>
                <a:cs typeface="Calibri"/>
              </a:rPr>
              <a:t> </a:t>
            </a:r>
            <a:r>
              <a:rPr sz="2800" dirty="0">
                <a:latin typeface="Calibri"/>
                <a:cs typeface="Calibri"/>
              </a:rPr>
              <a:t>risk</a:t>
            </a:r>
            <a:r>
              <a:rPr sz="2800" spc="-70" dirty="0">
                <a:latin typeface="Calibri"/>
                <a:cs typeface="Calibri"/>
              </a:rPr>
              <a:t> </a:t>
            </a:r>
            <a:r>
              <a:rPr sz="2800" spc="-10" dirty="0">
                <a:latin typeface="Calibri"/>
                <a:cs typeface="Calibri"/>
              </a:rPr>
              <a:t>control.</a:t>
            </a:r>
            <a:endParaRPr sz="2800">
              <a:latin typeface="Calibri"/>
              <a:cs typeface="Calibri"/>
            </a:endParaRPr>
          </a:p>
          <a:p>
            <a:pPr marL="241300" marR="5080" indent="-228600" algn="just">
              <a:lnSpc>
                <a:spcPts val="3000"/>
              </a:lnSpc>
              <a:spcBef>
                <a:spcPts val="1100"/>
              </a:spcBef>
              <a:buFont typeface="Arial MT"/>
              <a:buChar char="•"/>
              <a:tabLst>
                <a:tab pos="241300" algn="l"/>
              </a:tabLst>
            </a:pPr>
            <a:r>
              <a:rPr sz="2800" dirty="0">
                <a:latin typeface="Calibri"/>
                <a:cs typeface="Calibri"/>
              </a:rPr>
              <a:t>Risk</a:t>
            </a:r>
            <a:r>
              <a:rPr sz="2800" spc="60" dirty="0">
                <a:latin typeface="Calibri"/>
                <a:cs typeface="Calibri"/>
              </a:rPr>
              <a:t> </a:t>
            </a:r>
            <a:r>
              <a:rPr sz="2800" dirty="0">
                <a:latin typeface="Calibri"/>
                <a:cs typeface="Calibri"/>
              </a:rPr>
              <a:t>control</a:t>
            </a:r>
            <a:r>
              <a:rPr sz="2800" spc="55" dirty="0">
                <a:latin typeface="Calibri"/>
                <a:cs typeface="Calibri"/>
              </a:rPr>
              <a:t> </a:t>
            </a:r>
            <a:r>
              <a:rPr sz="2800" dirty="0">
                <a:latin typeface="Calibri"/>
                <a:cs typeface="Calibri"/>
              </a:rPr>
              <a:t>involves</a:t>
            </a:r>
            <a:r>
              <a:rPr sz="2800" spc="65" dirty="0">
                <a:latin typeface="Calibri"/>
                <a:cs typeface="Calibri"/>
              </a:rPr>
              <a:t> </a:t>
            </a:r>
            <a:r>
              <a:rPr sz="2800" dirty="0">
                <a:latin typeface="Calibri"/>
                <a:cs typeface="Calibri"/>
              </a:rPr>
              <a:t>executing</a:t>
            </a:r>
            <a:r>
              <a:rPr sz="2800" spc="60"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risk</a:t>
            </a:r>
            <a:r>
              <a:rPr sz="2800" spc="65" dirty="0">
                <a:latin typeface="Calibri"/>
                <a:cs typeface="Calibri"/>
              </a:rPr>
              <a:t> </a:t>
            </a:r>
            <a:r>
              <a:rPr sz="2800" dirty="0">
                <a:latin typeface="Calibri"/>
                <a:cs typeface="Calibri"/>
              </a:rPr>
              <a:t>response</a:t>
            </a:r>
            <a:r>
              <a:rPr sz="2800" spc="50" dirty="0">
                <a:latin typeface="Calibri"/>
                <a:cs typeface="Calibri"/>
              </a:rPr>
              <a:t> </a:t>
            </a:r>
            <a:r>
              <a:rPr sz="2800" spc="-10" dirty="0">
                <a:latin typeface="Calibri"/>
                <a:cs typeface="Calibri"/>
              </a:rPr>
              <a:t>strategy,</a:t>
            </a:r>
            <a:r>
              <a:rPr sz="2800" spc="65" dirty="0">
                <a:latin typeface="Calibri"/>
                <a:cs typeface="Calibri"/>
              </a:rPr>
              <a:t> </a:t>
            </a:r>
            <a:r>
              <a:rPr sz="2800" spc="-10" dirty="0">
                <a:latin typeface="Calibri"/>
                <a:cs typeface="Calibri"/>
              </a:rPr>
              <a:t>monitoring </a:t>
            </a:r>
            <a:r>
              <a:rPr sz="2800" dirty="0">
                <a:latin typeface="Calibri"/>
                <a:cs typeface="Calibri"/>
              </a:rPr>
              <a:t>triggering</a:t>
            </a:r>
            <a:r>
              <a:rPr sz="2800" spc="175" dirty="0">
                <a:latin typeface="Calibri"/>
                <a:cs typeface="Calibri"/>
              </a:rPr>
              <a:t> </a:t>
            </a:r>
            <a:r>
              <a:rPr sz="2800" dirty="0">
                <a:latin typeface="Calibri"/>
                <a:cs typeface="Calibri"/>
              </a:rPr>
              <a:t>events,</a:t>
            </a:r>
            <a:r>
              <a:rPr sz="2800" spc="185" dirty="0">
                <a:latin typeface="Calibri"/>
                <a:cs typeface="Calibri"/>
              </a:rPr>
              <a:t> </a:t>
            </a:r>
            <a:r>
              <a:rPr sz="2800" dirty="0">
                <a:latin typeface="Calibri"/>
                <a:cs typeface="Calibri"/>
              </a:rPr>
              <a:t>initiating</a:t>
            </a:r>
            <a:r>
              <a:rPr sz="2800" spc="175" dirty="0">
                <a:latin typeface="Calibri"/>
                <a:cs typeface="Calibri"/>
              </a:rPr>
              <a:t> </a:t>
            </a:r>
            <a:r>
              <a:rPr sz="2800" dirty="0">
                <a:latin typeface="Calibri"/>
                <a:cs typeface="Calibri"/>
              </a:rPr>
              <a:t>contingency</a:t>
            </a:r>
            <a:r>
              <a:rPr sz="2800" spc="175" dirty="0">
                <a:latin typeface="Calibri"/>
                <a:cs typeface="Calibri"/>
              </a:rPr>
              <a:t> </a:t>
            </a:r>
            <a:r>
              <a:rPr sz="2800" dirty="0">
                <a:latin typeface="Calibri"/>
                <a:cs typeface="Calibri"/>
              </a:rPr>
              <a:t>plans,</a:t>
            </a:r>
            <a:r>
              <a:rPr sz="2800" spc="180" dirty="0">
                <a:latin typeface="Calibri"/>
                <a:cs typeface="Calibri"/>
              </a:rPr>
              <a:t> </a:t>
            </a:r>
            <a:r>
              <a:rPr sz="2800" dirty="0">
                <a:latin typeface="Calibri"/>
                <a:cs typeface="Calibri"/>
              </a:rPr>
              <a:t>and</a:t>
            </a:r>
            <a:r>
              <a:rPr sz="2800" spc="190" dirty="0">
                <a:latin typeface="Calibri"/>
                <a:cs typeface="Calibri"/>
              </a:rPr>
              <a:t> </a:t>
            </a:r>
            <a:r>
              <a:rPr sz="2800" dirty="0">
                <a:latin typeface="Calibri"/>
                <a:cs typeface="Calibri"/>
              </a:rPr>
              <a:t>watching</a:t>
            </a:r>
            <a:r>
              <a:rPr sz="2800" spc="180" dirty="0">
                <a:latin typeface="Calibri"/>
                <a:cs typeface="Calibri"/>
              </a:rPr>
              <a:t> </a:t>
            </a:r>
            <a:r>
              <a:rPr sz="2800" dirty="0">
                <a:latin typeface="Calibri"/>
                <a:cs typeface="Calibri"/>
              </a:rPr>
              <a:t>for</a:t>
            </a:r>
            <a:r>
              <a:rPr sz="2800" spc="185" dirty="0">
                <a:latin typeface="Calibri"/>
                <a:cs typeface="Calibri"/>
              </a:rPr>
              <a:t> </a:t>
            </a:r>
            <a:r>
              <a:rPr sz="2800" spc="-25" dirty="0">
                <a:latin typeface="Calibri"/>
                <a:cs typeface="Calibri"/>
              </a:rPr>
              <a:t>new </a:t>
            </a:r>
            <a:r>
              <a:rPr sz="2800" dirty="0">
                <a:latin typeface="Calibri"/>
                <a:cs typeface="Calibri"/>
              </a:rPr>
              <a:t>risks.</a:t>
            </a:r>
            <a:r>
              <a:rPr sz="2800" spc="200" dirty="0">
                <a:latin typeface="Calibri"/>
                <a:cs typeface="Calibri"/>
              </a:rPr>
              <a:t> </a:t>
            </a:r>
            <a:r>
              <a:rPr sz="2800" dirty="0">
                <a:latin typeface="Calibri"/>
                <a:cs typeface="Calibri"/>
              </a:rPr>
              <a:t>Establishing</a:t>
            </a:r>
            <a:r>
              <a:rPr sz="2800" spc="190" dirty="0">
                <a:latin typeface="Calibri"/>
                <a:cs typeface="Calibri"/>
              </a:rPr>
              <a:t> </a:t>
            </a:r>
            <a:r>
              <a:rPr sz="2800" dirty="0">
                <a:latin typeface="Calibri"/>
                <a:cs typeface="Calibri"/>
              </a:rPr>
              <a:t>a</a:t>
            </a:r>
            <a:r>
              <a:rPr sz="2800" spc="195" dirty="0">
                <a:latin typeface="Calibri"/>
                <a:cs typeface="Calibri"/>
              </a:rPr>
              <a:t> </a:t>
            </a:r>
            <a:r>
              <a:rPr sz="2800" dirty="0">
                <a:latin typeface="Calibri"/>
                <a:cs typeface="Calibri"/>
              </a:rPr>
              <a:t>change</a:t>
            </a:r>
            <a:r>
              <a:rPr sz="2800" spc="190" dirty="0">
                <a:latin typeface="Calibri"/>
                <a:cs typeface="Calibri"/>
              </a:rPr>
              <a:t> </a:t>
            </a:r>
            <a:r>
              <a:rPr sz="2800" dirty="0">
                <a:latin typeface="Calibri"/>
                <a:cs typeface="Calibri"/>
              </a:rPr>
              <a:t>management</a:t>
            </a:r>
            <a:r>
              <a:rPr sz="2800" spc="195" dirty="0">
                <a:latin typeface="Calibri"/>
                <a:cs typeface="Calibri"/>
              </a:rPr>
              <a:t> </a:t>
            </a:r>
            <a:r>
              <a:rPr sz="2800" dirty="0">
                <a:latin typeface="Calibri"/>
                <a:cs typeface="Calibri"/>
              </a:rPr>
              <a:t>system</a:t>
            </a:r>
            <a:r>
              <a:rPr sz="2800" spc="200" dirty="0">
                <a:latin typeface="Calibri"/>
                <a:cs typeface="Calibri"/>
              </a:rPr>
              <a:t> </a:t>
            </a:r>
            <a:r>
              <a:rPr sz="2800" dirty="0">
                <a:latin typeface="Calibri"/>
                <a:cs typeface="Calibri"/>
              </a:rPr>
              <a:t>to</a:t>
            </a:r>
            <a:r>
              <a:rPr sz="2800" spc="195" dirty="0">
                <a:latin typeface="Calibri"/>
                <a:cs typeface="Calibri"/>
              </a:rPr>
              <a:t> </a:t>
            </a:r>
            <a:r>
              <a:rPr sz="2800" dirty="0">
                <a:latin typeface="Calibri"/>
                <a:cs typeface="Calibri"/>
              </a:rPr>
              <a:t>deal</a:t>
            </a:r>
            <a:r>
              <a:rPr sz="2800" spc="190" dirty="0">
                <a:latin typeface="Calibri"/>
                <a:cs typeface="Calibri"/>
              </a:rPr>
              <a:t> </a:t>
            </a:r>
            <a:r>
              <a:rPr sz="2800" dirty="0">
                <a:latin typeface="Calibri"/>
                <a:cs typeface="Calibri"/>
              </a:rPr>
              <a:t>with</a:t>
            </a:r>
            <a:r>
              <a:rPr sz="2800" spc="204" dirty="0">
                <a:latin typeface="Calibri"/>
                <a:cs typeface="Calibri"/>
              </a:rPr>
              <a:t> </a:t>
            </a:r>
            <a:r>
              <a:rPr sz="2800" spc="-10" dirty="0">
                <a:latin typeface="Calibri"/>
                <a:cs typeface="Calibri"/>
              </a:rPr>
              <a:t>events </a:t>
            </a:r>
            <a:r>
              <a:rPr sz="2800" dirty="0">
                <a:latin typeface="Calibri"/>
                <a:cs typeface="Calibri"/>
              </a:rPr>
              <a:t>that</a:t>
            </a:r>
            <a:r>
              <a:rPr sz="2800" spc="65" dirty="0">
                <a:latin typeface="Calibri"/>
                <a:cs typeface="Calibri"/>
              </a:rPr>
              <a:t> </a:t>
            </a:r>
            <a:r>
              <a:rPr sz="2800" dirty="0">
                <a:latin typeface="Calibri"/>
                <a:cs typeface="Calibri"/>
              </a:rPr>
              <a:t>require</a:t>
            </a:r>
            <a:r>
              <a:rPr sz="2800" spc="65" dirty="0">
                <a:latin typeface="Calibri"/>
                <a:cs typeface="Calibri"/>
              </a:rPr>
              <a:t> </a:t>
            </a:r>
            <a:r>
              <a:rPr sz="2800" dirty="0">
                <a:latin typeface="Calibri"/>
                <a:cs typeface="Calibri"/>
              </a:rPr>
              <a:t>formal</a:t>
            </a:r>
            <a:r>
              <a:rPr sz="2800" spc="65" dirty="0">
                <a:latin typeface="Calibri"/>
                <a:cs typeface="Calibri"/>
              </a:rPr>
              <a:t> </a:t>
            </a:r>
            <a:r>
              <a:rPr sz="2800" dirty="0">
                <a:latin typeface="Calibri"/>
                <a:cs typeface="Calibri"/>
              </a:rPr>
              <a:t>changes</a:t>
            </a:r>
            <a:r>
              <a:rPr sz="2800" spc="80" dirty="0">
                <a:latin typeface="Calibri"/>
                <a:cs typeface="Calibri"/>
              </a:rPr>
              <a:t> </a:t>
            </a:r>
            <a:r>
              <a:rPr sz="2800" dirty="0">
                <a:latin typeface="Calibri"/>
                <a:cs typeface="Calibri"/>
              </a:rPr>
              <a:t>in</a:t>
            </a:r>
            <a:r>
              <a:rPr sz="2800" spc="70"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scope,</a:t>
            </a:r>
            <a:r>
              <a:rPr sz="2800" spc="70" dirty="0">
                <a:latin typeface="Calibri"/>
                <a:cs typeface="Calibri"/>
              </a:rPr>
              <a:t> </a:t>
            </a:r>
            <a:r>
              <a:rPr sz="2800" dirty="0">
                <a:latin typeface="Calibri"/>
                <a:cs typeface="Calibri"/>
              </a:rPr>
              <a:t>budget,</a:t>
            </a:r>
            <a:r>
              <a:rPr sz="2800" spc="70" dirty="0">
                <a:latin typeface="Calibri"/>
                <a:cs typeface="Calibri"/>
              </a:rPr>
              <a:t> </a:t>
            </a:r>
            <a:r>
              <a:rPr sz="2800" dirty="0">
                <a:latin typeface="Calibri"/>
                <a:cs typeface="Calibri"/>
              </a:rPr>
              <a:t>and/or</a:t>
            </a:r>
            <a:r>
              <a:rPr sz="2800" spc="65" dirty="0">
                <a:latin typeface="Calibri"/>
                <a:cs typeface="Calibri"/>
              </a:rPr>
              <a:t> </a:t>
            </a:r>
            <a:r>
              <a:rPr sz="2800" dirty="0">
                <a:latin typeface="Calibri"/>
                <a:cs typeface="Calibri"/>
              </a:rPr>
              <a:t>schedule</a:t>
            </a:r>
            <a:r>
              <a:rPr sz="2800" spc="60" dirty="0">
                <a:latin typeface="Calibri"/>
                <a:cs typeface="Calibri"/>
              </a:rPr>
              <a:t> </a:t>
            </a:r>
            <a:r>
              <a:rPr sz="2800" spc="-25" dirty="0">
                <a:latin typeface="Calibri"/>
                <a:cs typeface="Calibri"/>
              </a:rPr>
              <a:t>of </a:t>
            </a:r>
            <a:r>
              <a:rPr sz="2800" dirty="0">
                <a:latin typeface="Calibri"/>
                <a:cs typeface="Calibri"/>
              </a:rPr>
              <a:t>the</a:t>
            </a:r>
            <a:r>
              <a:rPr sz="2800" spc="-40" dirty="0">
                <a:latin typeface="Calibri"/>
                <a:cs typeface="Calibri"/>
              </a:rPr>
              <a:t> </a:t>
            </a:r>
            <a:r>
              <a:rPr sz="2800" dirty="0">
                <a:latin typeface="Calibri"/>
                <a:cs typeface="Calibri"/>
              </a:rPr>
              <a:t>project</a:t>
            </a:r>
            <a:r>
              <a:rPr sz="2800" spc="-40" dirty="0">
                <a:latin typeface="Calibri"/>
                <a:cs typeface="Calibri"/>
              </a:rPr>
              <a:t> </a:t>
            </a:r>
            <a:r>
              <a:rPr sz="2800" dirty="0">
                <a:latin typeface="Calibri"/>
                <a:cs typeface="Calibri"/>
              </a:rPr>
              <a:t>is</a:t>
            </a:r>
            <a:r>
              <a:rPr sz="2800" spc="-30" dirty="0">
                <a:latin typeface="Calibri"/>
                <a:cs typeface="Calibri"/>
              </a:rPr>
              <a:t> </a:t>
            </a:r>
            <a:r>
              <a:rPr sz="2800" dirty="0">
                <a:latin typeface="Calibri"/>
                <a:cs typeface="Calibri"/>
              </a:rPr>
              <a:t>an</a:t>
            </a:r>
            <a:r>
              <a:rPr sz="2800" spc="-35" dirty="0">
                <a:latin typeface="Calibri"/>
                <a:cs typeface="Calibri"/>
              </a:rPr>
              <a:t> </a:t>
            </a:r>
            <a:r>
              <a:rPr sz="2800" dirty="0">
                <a:latin typeface="Calibri"/>
                <a:cs typeface="Calibri"/>
              </a:rPr>
              <a:t>essential</a:t>
            </a:r>
            <a:r>
              <a:rPr sz="2800" spc="-35" dirty="0">
                <a:latin typeface="Calibri"/>
                <a:cs typeface="Calibri"/>
              </a:rPr>
              <a:t> </a:t>
            </a:r>
            <a:r>
              <a:rPr sz="2800" dirty="0">
                <a:latin typeface="Calibri"/>
                <a:cs typeface="Calibri"/>
              </a:rPr>
              <a:t>element</a:t>
            </a:r>
            <a:r>
              <a:rPr sz="2800" spc="-30" dirty="0">
                <a:latin typeface="Calibri"/>
                <a:cs typeface="Calibri"/>
              </a:rPr>
              <a:t> </a:t>
            </a:r>
            <a:r>
              <a:rPr sz="2800" dirty="0">
                <a:latin typeface="Calibri"/>
                <a:cs typeface="Calibri"/>
              </a:rPr>
              <a:t>of</a:t>
            </a:r>
            <a:r>
              <a:rPr sz="2800" spc="-45" dirty="0">
                <a:latin typeface="Calibri"/>
                <a:cs typeface="Calibri"/>
              </a:rPr>
              <a:t> </a:t>
            </a:r>
            <a:r>
              <a:rPr sz="2800" dirty="0">
                <a:latin typeface="Calibri"/>
                <a:cs typeface="Calibri"/>
              </a:rPr>
              <a:t>risk</a:t>
            </a:r>
            <a:r>
              <a:rPr sz="2800" spc="-35" dirty="0">
                <a:latin typeface="Calibri"/>
                <a:cs typeface="Calibri"/>
              </a:rPr>
              <a:t> </a:t>
            </a:r>
            <a:r>
              <a:rPr sz="2800" spc="-10" dirty="0">
                <a:latin typeface="Calibri"/>
                <a:cs typeface="Calibri"/>
              </a:rPr>
              <a:t>control.</a:t>
            </a:r>
            <a:endParaRPr sz="2800">
              <a:latin typeface="Calibri"/>
              <a:cs typeface="Calibri"/>
            </a:endParaRPr>
          </a:p>
        </p:txBody>
      </p:sp>
      <p:pic>
        <p:nvPicPr>
          <p:cNvPr id="5" name="Picture 4">
            <a:extLst>
              <a:ext uri="{FF2B5EF4-FFF2-40B4-BE49-F238E27FC236}">
                <a16:creationId xmlns:a16="http://schemas.microsoft.com/office/drawing/2014/main" id="{BE120385-A84A-031B-FD09-6ADF75AE0D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Change</a:t>
            </a:r>
            <a:r>
              <a:rPr spc="125" dirty="0"/>
              <a:t> </a:t>
            </a:r>
            <a:r>
              <a:rPr spc="85" dirty="0"/>
              <a:t>Control</a:t>
            </a:r>
            <a:r>
              <a:rPr spc="140" dirty="0"/>
              <a:t> </a:t>
            </a:r>
            <a:r>
              <a:rPr spc="105" dirty="0"/>
              <a:t>Management</a:t>
            </a:r>
          </a:p>
        </p:txBody>
      </p:sp>
      <p:sp>
        <p:nvSpPr>
          <p:cNvPr id="3" name="object 3"/>
          <p:cNvSpPr txBox="1"/>
          <p:nvPr/>
        </p:nvSpPr>
        <p:spPr>
          <a:xfrm>
            <a:off x="916939" y="1472692"/>
            <a:ext cx="10357485" cy="5191760"/>
          </a:xfrm>
          <a:prstGeom prst="rect">
            <a:avLst/>
          </a:prstGeom>
        </p:spPr>
        <p:txBody>
          <a:bodyPr vert="horz" wrap="square" lIns="0" tIns="91440" rIns="0" bIns="0" rtlCol="0">
            <a:spAutoFit/>
          </a:bodyPr>
          <a:lstStyle/>
          <a:p>
            <a:pPr marL="240665" indent="-227965" algn="just">
              <a:lnSpc>
                <a:spcPct val="100000"/>
              </a:lnSpc>
              <a:spcBef>
                <a:spcPts val="720"/>
              </a:spcBef>
              <a:buFont typeface="Arial MT"/>
              <a:buChar char="•"/>
              <a:tabLst>
                <a:tab pos="240665" algn="l"/>
              </a:tabLst>
            </a:pPr>
            <a:r>
              <a:rPr sz="2800" dirty="0">
                <a:latin typeface="Calibri"/>
                <a:cs typeface="Calibri"/>
              </a:rPr>
              <a:t>It</a:t>
            </a:r>
            <a:r>
              <a:rPr sz="2800" spc="-20" dirty="0">
                <a:latin typeface="Calibri"/>
                <a:cs typeface="Calibri"/>
              </a:rPr>
              <a:t> </a:t>
            </a:r>
            <a:r>
              <a:rPr sz="2800" dirty="0">
                <a:latin typeface="Calibri"/>
                <a:cs typeface="Calibri"/>
              </a:rPr>
              <a:t>is</a:t>
            </a:r>
            <a:r>
              <a:rPr sz="2800" spc="-15" dirty="0">
                <a:latin typeface="Calibri"/>
                <a:cs typeface="Calibri"/>
              </a:rPr>
              <a:t> </a:t>
            </a:r>
            <a:r>
              <a:rPr sz="2800" dirty="0">
                <a:latin typeface="Calibri"/>
                <a:cs typeface="Calibri"/>
              </a:rPr>
              <a:t>a</a:t>
            </a:r>
            <a:r>
              <a:rPr sz="2800" spc="-20" dirty="0">
                <a:latin typeface="Calibri"/>
                <a:cs typeface="Calibri"/>
              </a:rPr>
              <a:t> </a:t>
            </a:r>
            <a:r>
              <a:rPr sz="2800" dirty="0">
                <a:latin typeface="Calibri"/>
                <a:cs typeface="Calibri"/>
              </a:rPr>
              <a:t>major</a:t>
            </a:r>
            <a:r>
              <a:rPr sz="2800" spc="-25" dirty="0">
                <a:latin typeface="Calibri"/>
                <a:cs typeface="Calibri"/>
              </a:rPr>
              <a:t> </a:t>
            </a:r>
            <a:r>
              <a:rPr sz="2800" dirty="0">
                <a:latin typeface="Calibri"/>
                <a:cs typeface="Calibri"/>
              </a:rPr>
              <a:t>element</a:t>
            </a:r>
            <a:r>
              <a:rPr sz="2800" spc="-15" dirty="0">
                <a:latin typeface="Calibri"/>
                <a:cs typeface="Calibri"/>
              </a:rPr>
              <a:t> </a:t>
            </a:r>
            <a:r>
              <a:rPr sz="2800" dirty="0">
                <a:latin typeface="Calibri"/>
                <a:cs typeface="Calibri"/>
              </a:rPr>
              <a:t>of</a:t>
            </a:r>
            <a:r>
              <a:rPr sz="2800" spc="-25" dirty="0">
                <a:latin typeface="Calibri"/>
                <a:cs typeface="Calibri"/>
              </a:rPr>
              <a:t> </a:t>
            </a:r>
            <a:r>
              <a:rPr sz="2800" dirty="0">
                <a:latin typeface="Calibri"/>
                <a:cs typeface="Calibri"/>
              </a:rPr>
              <a:t>the</a:t>
            </a:r>
            <a:r>
              <a:rPr sz="2800" spc="-20" dirty="0">
                <a:latin typeface="Calibri"/>
                <a:cs typeface="Calibri"/>
              </a:rPr>
              <a:t> </a:t>
            </a:r>
            <a:r>
              <a:rPr sz="2800" dirty="0">
                <a:latin typeface="Calibri"/>
                <a:cs typeface="Calibri"/>
              </a:rPr>
              <a:t>risk</a:t>
            </a:r>
            <a:r>
              <a:rPr sz="2800" spc="-10" dirty="0">
                <a:latin typeface="Calibri"/>
                <a:cs typeface="Calibri"/>
              </a:rPr>
              <a:t> control.</a:t>
            </a:r>
            <a:endParaRPr sz="2800">
              <a:latin typeface="Calibri"/>
              <a:cs typeface="Calibri"/>
            </a:endParaRPr>
          </a:p>
          <a:p>
            <a:pPr marL="241300" marR="5715" indent="-228600" algn="just">
              <a:lnSpc>
                <a:spcPct val="91100"/>
              </a:lnSpc>
              <a:spcBef>
                <a:spcPts val="925"/>
              </a:spcBef>
              <a:buFont typeface="Arial MT"/>
              <a:buChar char="•"/>
              <a:tabLst>
                <a:tab pos="241300" algn="l"/>
              </a:tabLst>
            </a:pPr>
            <a:r>
              <a:rPr sz="2800" dirty="0">
                <a:latin typeface="Calibri"/>
                <a:cs typeface="Calibri"/>
              </a:rPr>
              <a:t>Changes</a:t>
            </a:r>
            <a:r>
              <a:rPr sz="2800" spc="30" dirty="0">
                <a:latin typeface="Calibri"/>
                <a:cs typeface="Calibri"/>
              </a:rPr>
              <a:t>  </a:t>
            </a:r>
            <a:r>
              <a:rPr sz="2800" dirty="0">
                <a:latin typeface="Calibri"/>
                <a:cs typeface="Calibri"/>
              </a:rPr>
              <a:t>come</a:t>
            </a:r>
            <a:r>
              <a:rPr sz="2800" spc="30" dirty="0">
                <a:latin typeface="Calibri"/>
                <a:cs typeface="Calibri"/>
              </a:rPr>
              <a:t>  </a:t>
            </a:r>
            <a:r>
              <a:rPr sz="2800" dirty="0">
                <a:latin typeface="Calibri"/>
                <a:cs typeface="Calibri"/>
              </a:rPr>
              <a:t>from</a:t>
            </a:r>
            <a:r>
              <a:rPr sz="2800" spc="30" dirty="0">
                <a:latin typeface="Calibri"/>
                <a:cs typeface="Calibri"/>
              </a:rPr>
              <a:t>  </a:t>
            </a:r>
            <a:r>
              <a:rPr sz="2800" dirty="0">
                <a:latin typeface="Calibri"/>
                <a:cs typeface="Calibri"/>
              </a:rPr>
              <a:t>many</a:t>
            </a:r>
            <a:r>
              <a:rPr sz="2800" spc="695" dirty="0">
                <a:latin typeface="Calibri"/>
                <a:cs typeface="Calibri"/>
              </a:rPr>
              <a:t> </a:t>
            </a:r>
            <a:r>
              <a:rPr sz="2800" dirty="0">
                <a:latin typeface="Calibri"/>
                <a:cs typeface="Calibri"/>
              </a:rPr>
              <a:t>sources</a:t>
            </a:r>
            <a:r>
              <a:rPr sz="2800" spc="30" dirty="0">
                <a:latin typeface="Calibri"/>
                <a:cs typeface="Calibri"/>
              </a:rPr>
              <a:t>  </a:t>
            </a:r>
            <a:r>
              <a:rPr sz="2800" dirty="0">
                <a:latin typeface="Calibri"/>
                <a:cs typeface="Calibri"/>
              </a:rPr>
              <a:t>such</a:t>
            </a:r>
            <a:r>
              <a:rPr sz="2800" spc="35" dirty="0">
                <a:latin typeface="Calibri"/>
                <a:cs typeface="Calibri"/>
              </a:rPr>
              <a:t>  </a:t>
            </a:r>
            <a:r>
              <a:rPr sz="2800" dirty="0">
                <a:latin typeface="Calibri"/>
                <a:cs typeface="Calibri"/>
              </a:rPr>
              <a:t>as</a:t>
            </a:r>
            <a:r>
              <a:rPr sz="2800" spc="30" dirty="0">
                <a:latin typeface="Calibri"/>
                <a:cs typeface="Calibri"/>
              </a:rPr>
              <a:t>  </a:t>
            </a:r>
            <a:r>
              <a:rPr sz="2800" dirty="0">
                <a:latin typeface="Calibri"/>
                <a:cs typeface="Calibri"/>
              </a:rPr>
              <a:t>the</a:t>
            </a:r>
            <a:r>
              <a:rPr sz="2800" spc="30" dirty="0">
                <a:latin typeface="Calibri"/>
                <a:cs typeface="Calibri"/>
              </a:rPr>
              <a:t>  </a:t>
            </a:r>
            <a:r>
              <a:rPr sz="2800" dirty="0">
                <a:latin typeface="Calibri"/>
                <a:cs typeface="Calibri"/>
              </a:rPr>
              <a:t>project</a:t>
            </a:r>
            <a:r>
              <a:rPr sz="2800" spc="30" dirty="0">
                <a:latin typeface="Calibri"/>
                <a:cs typeface="Calibri"/>
              </a:rPr>
              <a:t>  </a:t>
            </a:r>
            <a:r>
              <a:rPr sz="2800" spc="-10" dirty="0">
                <a:latin typeface="Calibri"/>
                <a:cs typeface="Calibri"/>
              </a:rPr>
              <a:t>customer, </a:t>
            </a:r>
            <a:r>
              <a:rPr sz="2800" dirty="0">
                <a:latin typeface="Calibri"/>
                <a:cs typeface="Calibri"/>
              </a:rPr>
              <a:t>owner,</a:t>
            </a:r>
            <a:r>
              <a:rPr sz="2800" spc="85" dirty="0">
                <a:latin typeface="Calibri"/>
                <a:cs typeface="Calibri"/>
              </a:rPr>
              <a:t>  </a:t>
            </a:r>
            <a:r>
              <a:rPr sz="2800" dirty="0">
                <a:latin typeface="Calibri"/>
                <a:cs typeface="Calibri"/>
              </a:rPr>
              <a:t>project</a:t>
            </a:r>
            <a:r>
              <a:rPr sz="2800" spc="85" dirty="0">
                <a:latin typeface="Calibri"/>
                <a:cs typeface="Calibri"/>
              </a:rPr>
              <a:t>  </a:t>
            </a:r>
            <a:r>
              <a:rPr sz="2800" dirty="0">
                <a:latin typeface="Calibri"/>
                <a:cs typeface="Calibri"/>
              </a:rPr>
              <a:t>manager,</a:t>
            </a:r>
            <a:r>
              <a:rPr sz="2800" spc="90" dirty="0">
                <a:latin typeface="Calibri"/>
                <a:cs typeface="Calibri"/>
              </a:rPr>
              <a:t>  </a:t>
            </a:r>
            <a:r>
              <a:rPr sz="2800" dirty="0">
                <a:latin typeface="Calibri"/>
                <a:cs typeface="Calibri"/>
              </a:rPr>
              <a:t>team</a:t>
            </a:r>
            <a:r>
              <a:rPr sz="2800" spc="90" dirty="0">
                <a:latin typeface="Calibri"/>
                <a:cs typeface="Calibri"/>
              </a:rPr>
              <a:t>  </a:t>
            </a:r>
            <a:r>
              <a:rPr sz="2800" dirty="0">
                <a:latin typeface="Calibri"/>
                <a:cs typeface="Calibri"/>
              </a:rPr>
              <a:t>members,</a:t>
            </a:r>
            <a:r>
              <a:rPr sz="2800" spc="90" dirty="0">
                <a:latin typeface="Calibri"/>
                <a:cs typeface="Calibri"/>
              </a:rPr>
              <a:t>  </a:t>
            </a:r>
            <a:r>
              <a:rPr sz="2800" dirty="0">
                <a:latin typeface="Calibri"/>
                <a:cs typeface="Calibri"/>
              </a:rPr>
              <a:t>and</a:t>
            </a:r>
            <a:r>
              <a:rPr sz="2800" spc="90" dirty="0">
                <a:latin typeface="Calibri"/>
                <a:cs typeface="Calibri"/>
              </a:rPr>
              <a:t>  </a:t>
            </a:r>
            <a:r>
              <a:rPr sz="2800" dirty="0">
                <a:latin typeface="Calibri"/>
                <a:cs typeface="Calibri"/>
              </a:rPr>
              <a:t>occurrence</a:t>
            </a:r>
            <a:r>
              <a:rPr sz="2800" spc="90" dirty="0">
                <a:latin typeface="Calibri"/>
                <a:cs typeface="Calibri"/>
              </a:rPr>
              <a:t>  </a:t>
            </a:r>
            <a:r>
              <a:rPr sz="2800" dirty="0">
                <a:latin typeface="Calibri"/>
                <a:cs typeface="Calibri"/>
              </a:rPr>
              <a:t>of</a:t>
            </a:r>
            <a:r>
              <a:rPr sz="2800" spc="85" dirty="0">
                <a:latin typeface="Calibri"/>
                <a:cs typeface="Calibri"/>
              </a:rPr>
              <a:t>  </a:t>
            </a:r>
            <a:r>
              <a:rPr sz="2800" spc="-20" dirty="0">
                <a:latin typeface="Calibri"/>
                <a:cs typeface="Calibri"/>
              </a:rPr>
              <a:t>risk </a:t>
            </a:r>
            <a:r>
              <a:rPr sz="2800" dirty="0">
                <a:latin typeface="Calibri"/>
                <a:cs typeface="Calibri"/>
              </a:rPr>
              <a:t>events.</a:t>
            </a:r>
            <a:r>
              <a:rPr sz="2800" spc="-70" dirty="0">
                <a:latin typeface="Calibri"/>
                <a:cs typeface="Calibri"/>
              </a:rPr>
              <a:t> </a:t>
            </a:r>
            <a:r>
              <a:rPr sz="2800" dirty="0">
                <a:latin typeface="Calibri"/>
                <a:cs typeface="Calibri"/>
              </a:rPr>
              <a:t>Most</a:t>
            </a:r>
            <a:r>
              <a:rPr sz="2800" spc="-65" dirty="0">
                <a:latin typeface="Calibri"/>
                <a:cs typeface="Calibri"/>
              </a:rPr>
              <a:t> </a:t>
            </a:r>
            <a:r>
              <a:rPr sz="2800" dirty="0">
                <a:latin typeface="Calibri"/>
                <a:cs typeface="Calibri"/>
              </a:rPr>
              <a:t>changes</a:t>
            </a:r>
            <a:r>
              <a:rPr sz="2800" spc="-70" dirty="0">
                <a:latin typeface="Calibri"/>
                <a:cs typeface="Calibri"/>
              </a:rPr>
              <a:t> </a:t>
            </a:r>
            <a:r>
              <a:rPr sz="2800" dirty="0">
                <a:latin typeface="Calibri"/>
                <a:cs typeface="Calibri"/>
              </a:rPr>
              <a:t>easily</a:t>
            </a:r>
            <a:r>
              <a:rPr sz="2800" spc="-70" dirty="0">
                <a:latin typeface="Calibri"/>
                <a:cs typeface="Calibri"/>
              </a:rPr>
              <a:t> </a:t>
            </a:r>
            <a:r>
              <a:rPr sz="2800" dirty="0">
                <a:latin typeface="Calibri"/>
                <a:cs typeface="Calibri"/>
              </a:rPr>
              <a:t>fall</a:t>
            </a:r>
            <a:r>
              <a:rPr sz="2800" spc="-80" dirty="0">
                <a:latin typeface="Calibri"/>
                <a:cs typeface="Calibri"/>
              </a:rPr>
              <a:t> </a:t>
            </a:r>
            <a:r>
              <a:rPr sz="2800" dirty="0">
                <a:latin typeface="Calibri"/>
                <a:cs typeface="Calibri"/>
              </a:rPr>
              <a:t>into</a:t>
            </a:r>
            <a:r>
              <a:rPr sz="2800" spc="-75" dirty="0">
                <a:latin typeface="Calibri"/>
                <a:cs typeface="Calibri"/>
              </a:rPr>
              <a:t> </a:t>
            </a:r>
            <a:r>
              <a:rPr sz="2800" dirty="0">
                <a:latin typeface="Calibri"/>
                <a:cs typeface="Calibri"/>
              </a:rPr>
              <a:t>(3)</a:t>
            </a:r>
            <a:r>
              <a:rPr sz="2800" spc="-70" dirty="0">
                <a:latin typeface="Calibri"/>
                <a:cs typeface="Calibri"/>
              </a:rPr>
              <a:t> </a:t>
            </a:r>
            <a:r>
              <a:rPr sz="2800" spc="-10" dirty="0">
                <a:latin typeface="Calibri"/>
                <a:cs typeface="Calibri"/>
              </a:rPr>
              <a:t>categories:</a:t>
            </a:r>
            <a:endParaRPr sz="2800">
              <a:latin typeface="Calibri"/>
              <a:cs typeface="Calibri"/>
            </a:endParaRPr>
          </a:p>
          <a:p>
            <a:pPr marL="697230" marR="5080" lvl="1" indent="-227329" algn="just">
              <a:lnSpc>
                <a:spcPct val="88300"/>
              </a:lnSpc>
              <a:spcBef>
                <a:spcPts val="570"/>
              </a:spcBef>
              <a:buFont typeface="Arial MT"/>
              <a:buChar char="•"/>
              <a:tabLst>
                <a:tab pos="698500" algn="l"/>
              </a:tabLst>
            </a:pPr>
            <a:r>
              <a:rPr sz="2400" dirty="0">
                <a:solidFill>
                  <a:srgbClr val="C00000"/>
                </a:solidFill>
                <a:latin typeface="Calibri"/>
                <a:cs typeface="Calibri"/>
              </a:rPr>
              <a:t>Scope</a:t>
            </a:r>
            <a:r>
              <a:rPr sz="2400" spc="170" dirty="0">
                <a:solidFill>
                  <a:srgbClr val="C00000"/>
                </a:solidFill>
                <a:latin typeface="Calibri"/>
                <a:cs typeface="Calibri"/>
              </a:rPr>
              <a:t> </a:t>
            </a:r>
            <a:r>
              <a:rPr sz="2400" dirty="0">
                <a:solidFill>
                  <a:srgbClr val="C00000"/>
                </a:solidFill>
                <a:latin typeface="Calibri"/>
                <a:cs typeface="Calibri"/>
              </a:rPr>
              <a:t>changes</a:t>
            </a:r>
            <a:r>
              <a:rPr sz="2400" spc="175" dirty="0">
                <a:solidFill>
                  <a:srgbClr val="C00000"/>
                </a:solidFill>
                <a:latin typeface="Calibri"/>
                <a:cs typeface="Calibri"/>
              </a:rPr>
              <a:t> </a:t>
            </a:r>
            <a:r>
              <a:rPr sz="2400" dirty="0">
                <a:solidFill>
                  <a:srgbClr val="C00000"/>
                </a:solidFill>
                <a:latin typeface="Calibri"/>
                <a:cs typeface="Calibri"/>
              </a:rPr>
              <a:t>in</a:t>
            </a:r>
            <a:r>
              <a:rPr sz="2400" spc="170" dirty="0">
                <a:solidFill>
                  <a:srgbClr val="C00000"/>
                </a:solidFill>
                <a:latin typeface="Calibri"/>
                <a:cs typeface="Calibri"/>
              </a:rPr>
              <a:t> </a:t>
            </a:r>
            <a:r>
              <a:rPr sz="2400" dirty="0">
                <a:solidFill>
                  <a:srgbClr val="C00000"/>
                </a:solidFill>
                <a:latin typeface="Calibri"/>
                <a:cs typeface="Calibri"/>
              </a:rPr>
              <a:t>the</a:t>
            </a:r>
            <a:r>
              <a:rPr sz="2400" spc="180" dirty="0">
                <a:solidFill>
                  <a:srgbClr val="C00000"/>
                </a:solidFill>
                <a:latin typeface="Calibri"/>
                <a:cs typeface="Calibri"/>
              </a:rPr>
              <a:t> </a:t>
            </a:r>
            <a:r>
              <a:rPr sz="2400" dirty="0">
                <a:solidFill>
                  <a:srgbClr val="C00000"/>
                </a:solidFill>
                <a:latin typeface="Calibri"/>
                <a:cs typeface="Calibri"/>
              </a:rPr>
              <a:t>form</a:t>
            </a:r>
            <a:r>
              <a:rPr sz="2400" spc="165" dirty="0">
                <a:solidFill>
                  <a:srgbClr val="C00000"/>
                </a:solidFill>
                <a:latin typeface="Calibri"/>
                <a:cs typeface="Calibri"/>
              </a:rPr>
              <a:t> </a:t>
            </a:r>
            <a:r>
              <a:rPr sz="2400" dirty="0">
                <a:solidFill>
                  <a:srgbClr val="C00000"/>
                </a:solidFill>
                <a:latin typeface="Calibri"/>
                <a:cs typeface="Calibri"/>
              </a:rPr>
              <a:t>of</a:t>
            </a:r>
            <a:r>
              <a:rPr sz="2400" spc="175" dirty="0">
                <a:solidFill>
                  <a:srgbClr val="C00000"/>
                </a:solidFill>
                <a:latin typeface="Calibri"/>
                <a:cs typeface="Calibri"/>
              </a:rPr>
              <a:t> </a:t>
            </a:r>
            <a:r>
              <a:rPr sz="2400" dirty="0">
                <a:solidFill>
                  <a:srgbClr val="C00000"/>
                </a:solidFill>
                <a:latin typeface="Calibri"/>
                <a:cs typeface="Calibri"/>
              </a:rPr>
              <a:t>design</a:t>
            </a:r>
            <a:r>
              <a:rPr sz="2400" spc="165" dirty="0">
                <a:solidFill>
                  <a:srgbClr val="C00000"/>
                </a:solidFill>
                <a:latin typeface="Calibri"/>
                <a:cs typeface="Calibri"/>
              </a:rPr>
              <a:t> </a:t>
            </a:r>
            <a:r>
              <a:rPr sz="2400" dirty="0">
                <a:solidFill>
                  <a:srgbClr val="C00000"/>
                </a:solidFill>
                <a:latin typeface="Calibri"/>
                <a:cs typeface="Calibri"/>
              </a:rPr>
              <a:t>or</a:t>
            </a:r>
            <a:r>
              <a:rPr sz="2400" spc="170" dirty="0">
                <a:solidFill>
                  <a:srgbClr val="C00000"/>
                </a:solidFill>
                <a:latin typeface="Calibri"/>
                <a:cs typeface="Calibri"/>
              </a:rPr>
              <a:t> </a:t>
            </a:r>
            <a:r>
              <a:rPr sz="2400" dirty="0">
                <a:solidFill>
                  <a:srgbClr val="C00000"/>
                </a:solidFill>
                <a:latin typeface="Calibri"/>
                <a:cs typeface="Calibri"/>
              </a:rPr>
              <a:t>additions</a:t>
            </a:r>
            <a:r>
              <a:rPr sz="2400" spc="170" dirty="0">
                <a:solidFill>
                  <a:srgbClr val="C00000"/>
                </a:solidFill>
                <a:latin typeface="Calibri"/>
                <a:cs typeface="Calibri"/>
              </a:rPr>
              <a:t> </a:t>
            </a:r>
            <a:r>
              <a:rPr sz="2400" dirty="0">
                <a:solidFill>
                  <a:srgbClr val="C00000"/>
                </a:solidFill>
                <a:latin typeface="Calibri"/>
                <a:cs typeface="Calibri"/>
              </a:rPr>
              <a:t>represent</a:t>
            </a:r>
            <a:r>
              <a:rPr sz="2400" spc="165" dirty="0">
                <a:solidFill>
                  <a:srgbClr val="C00000"/>
                </a:solidFill>
                <a:latin typeface="Calibri"/>
                <a:cs typeface="Calibri"/>
              </a:rPr>
              <a:t> </a:t>
            </a:r>
            <a:r>
              <a:rPr sz="2400" dirty="0">
                <a:solidFill>
                  <a:srgbClr val="C00000"/>
                </a:solidFill>
                <a:latin typeface="Calibri"/>
                <a:cs typeface="Calibri"/>
              </a:rPr>
              <a:t>big</a:t>
            </a:r>
            <a:r>
              <a:rPr sz="2400" spc="170" dirty="0">
                <a:solidFill>
                  <a:srgbClr val="C00000"/>
                </a:solidFill>
                <a:latin typeface="Calibri"/>
                <a:cs typeface="Calibri"/>
              </a:rPr>
              <a:t> </a:t>
            </a:r>
            <a:r>
              <a:rPr sz="2400" dirty="0">
                <a:solidFill>
                  <a:srgbClr val="C00000"/>
                </a:solidFill>
                <a:latin typeface="Calibri"/>
                <a:cs typeface="Calibri"/>
              </a:rPr>
              <a:t>changes;</a:t>
            </a:r>
            <a:r>
              <a:rPr sz="2400" spc="170" dirty="0">
                <a:solidFill>
                  <a:srgbClr val="C00000"/>
                </a:solidFill>
                <a:latin typeface="Calibri"/>
                <a:cs typeface="Calibri"/>
              </a:rPr>
              <a:t> </a:t>
            </a:r>
            <a:r>
              <a:rPr sz="2400" spc="-25" dirty="0">
                <a:solidFill>
                  <a:srgbClr val="C00000"/>
                </a:solidFill>
                <a:latin typeface="Calibri"/>
                <a:cs typeface="Calibri"/>
              </a:rPr>
              <a:t>for 	</a:t>
            </a:r>
            <a:r>
              <a:rPr sz="2400" dirty="0">
                <a:solidFill>
                  <a:srgbClr val="C00000"/>
                </a:solidFill>
                <a:latin typeface="Calibri"/>
                <a:cs typeface="Calibri"/>
              </a:rPr>
              <a:t>example,</a:t>
            </a:r>
            <a:r>
              <a:rPr sz="2400" spc="5" dirty="0">
                <a:solidFill>
                  <a:srgbClr val="C00000"/>
                </a:solidFill>
                <a:latin typeface="Calibri"/>
                <a:cs typeface="Calibri"/>
              </a:rPr>
              <a:t> </a:t>
            </a:r>
            <a:r>
              <a:rPr sz="2400" dirty="0">
                <a:solidFill>
                  <a:srgbClr val="C00000"/>
                </a:solidFill>
                <a:latin typeface="Calibri"/>
                <a:cs typeface="Calibri"/>
              </a:rPr>
              <a:t>customer</a:t>
            </a:r>
            <a:r>
              <a:rPr sz="2400" spc="10" dirty="0">
                <a:solidFill>
                  <a:srgbClr val="C00000"/>
                </a:solidFill>
                <a:latin typeface="Calibri"/>
                <a:cs typeface="Calibri"/>
              </a:rPr>
              <a:t> </a:t>
            </a:r>
            <a:r>
              <a:rPr sz="2400" dirty="0">
                <a:solidFill>
                  <a:srgbClr val="C00000"/>
                </a:solidFill>
                <a:latin typeface="Calibri"/>
                <a:cs typeface="Calibri"/>
              </a:rPr>
              <a:t>requests for</a:t>
            </a:r>
            <a:r>
              <a:rPr sz="2400" spc="5" dirty="0">
                <a:solidFill>
                  <a:srgbClr val="C00000"/>
                </a:solidFill>
                <a:latin typeface="Calibri"/>
                <a:cs typeface="Calibri"/>
              </a:rPr>
              <a:t> </a:t>
            </a:r>
            <a:r>
              <a:rPr sz="2400" dirty="0">
                <a:solidFill>
                  <a:srgbClr val="C00000"/>
                </a:solidFill>
                <a:latin typeface="Calibri"/>
                <a:cs typeface="Calibri"/>
              </a:rPr>
              <a:t>a new</a:t>
            </a:r>
            <a:r>
              <a:rPr sz="2400" spc="-5" dirty="0">
                <a:solidFill>
                  <a:srgbClr val="C00000"/>
                </a:solidFill>
                <a:latin typeface="Calibri"/>
                <a:cs typeface="Calibri"/>
              </a:rPr>
              <a:t> </a:t>
            </a:r>
            <a:r>
              <a:rPr sz="2400" dirty="0">
                <a:solidFill>
                  <a:srgbClr val="C00000"/>
                </a:solidFill>
                <a:latin typeface="Calibri"/>
                <a:cs typeface="Calibri"/>
              </a:rPr>
              <a:t>feature</a:t>
            </a:r>
            <a:r>
              <a:rPr sz="2400" spc="5" dirty="0">
                <a:solidFill>
                  <a:srgbClr val="C00000"/>
                </a:solidFill>
                <a:latin typeface="Calibri"/>
                <a:cs typeface="Calibri"/>
              </a:rPr>
              <a:t> </a:t>
            </a:r>
            <a:r>
              <a:rPr sz="2400" dirty="0">
                <a:solidFill>
                  <a:srgbClr val="C00000"/>
                </a:solidFill>
                <a:latin typeface="Calibri"/>
                <a:cs typeface="Calibri"/>
              </a:rPr>
              <a:t>or a</a:t>
            </a:r>
            <a:r>
              <a:rPr sz="2400" spc="5" dirty="0">
                <a:solidFill>
                  <a:srgbClr val="C00000"/>
                </a:solidFill>
                <a:latin typeface="Calibri"/>
                <a:cs typeface="Calibri"/>
              </a:rPr>
              <a:t> </a:t>
            </a:r>
            <a:r>
              <a:rPr sz="2400" dirty="0">
                <a:solidFill>
                  <a:srgbClr val="C00000"/>
                </a:solidFill>
                <a:latin typeface="Calibri"/>
                <a:cs typeface="Calibri"/>
              </a:rPr>
              <a:t>redesign</a:t>
            </a:r>
            <a:r>
              <a:rPr sz="2400" spc="5" dirty="0">
                <a:solidFill>
                  <a:srgbClr val="C00000"/>
                </a:solidFill>
                <a:latin typeface="Calibri"/>
                <a:cs typeface="Calibri"/>
              </a:rPr>
              <a:t> </a:t>
            </a:r>
            <a:r>
              <a:rPr sz="2400" dirty="0">
                <a:solidFill>
                  <a:srgbClr val="C00000"/>
                </a:solidFill>
                <a:latin typeface="Calibri"/>
                <a:cs typeface="Calibri"/>
              </a:rPr>
              <a:t>that</a:t>
            </a:r>
            <a:r>
              <a:rPr sz="2400" spc="-5" dirty="0">
                <a:solidFill>
                  <a:srgbClr val="C00000"/>
                </a:solidFill>
                <a:latin typeface="Calibri"/>
                <a:cs typeface="Calibri"/>
              </a:rPr>
              <a:t> </a:t>
            </a:r>
            <a:r>
              <a:rPr sz="2400" dirty="0">
                <a:solidFill>
                  <a:srgbClr val="C00000"/>
                </a:solidFill>
                <a:latin typeface="Calibri"/>
                <a:cs typeface="Calibri"/>
              </a:rPr>
              <a:t>will </a:t>
            </a:r>
            <a:r>
              <a:rPr sz="2400" spc="-10" dirty="0">
                <a:solidFill>
                  <a:srgbClr val="C00000"/>
                </a:solidFill>
                <a:latin typeface="Calibri"/>
                <a:cs typeface="Calibri"/>
              </a:rPr>
              <a:t>improve 	</a:t>
            </a:r>
            <a:r>
              <a:rPr sz="2400" dirty="0">
                <a:solidFill>
                  <a:srgbClr val="C00000"/>
                </a:solidFill>
                <a:latin typeface="Calibri"/>
                <a:cs typeface="Calibri"/>
              </a:rPr>
              <a:t>the</a:t>
            </a:r>
            <a:r>
              <a:rPr sz="2400" spc="-20" dirty="0">
                <a:solidFill>
                  <a:srgbClr val="C00000"/>
                </a:solidFill>
                <a:latin typeface="Calibri"/>
                <a:cs typeface="Calibri"/>
              </a:rPr>
              <a:t> </a:t>
            </a:r>
            <a:r>
              <a:rPr sz="2400" spc="-10" dirty="0">
                <a:solidFill>
                  <a:srgbClr val="C00000"/>
                </a:solidFill>
                <a:latin typeface="Calibri"/>
                <a:cs typeface="Calibri"/>
              </a:rPr>
              <a:t>product.</a:t>
            </a:r>
            <a:endParaRPr sz="2400">
              <a:latin typeface="Calibri"/>
              <a:cs typeface="Calibri"/>
            </a:endParaRPr>
          </a:p>
          <a:p>
            <a:pPr marL="697230" marR="5080" lvl="1" indent="-227329" algn="just">
              <a:lnSpc>
                <a:spcPts val="2590"/>
              </a:lnSpc>
              <a:spcBef>
                <a:spcPts val="570"/>
              </a:spcBef>
              <a:buFont typeface="Arial MT"/>
              <a:buChar char="•"/>
              <a:tabLst>
                <a:tab pos="698500" algn="l"/>
              </a:tabLst>
            </a:pPr>
            <a:r>
              <a:rPr sz="2400" dirty="0">
                <a:solidFill>
                  <a:srgbClr val="C00000"/>
                </a:solidFill>
                <a:latin typeface="Calibri"/>
                <a:cs typeface="Calibri"/>
              </a:rPr>
              <a:t>Implementation</a:t>
            </a:r>
            <a:r>
              <a:rPr sz="2400" spc="45" dirty="0">
                <a:solidFill>
                  <a:srgbClr val="C00000"/>
                </a:solidFill>
                <a:latin typeface="Calibri"/>
                <a:cs typeface="Calibri"/>
              </a:rPr>
              <a:t>  </a:t>
            </a:r>
            <a:r>
              <a:rPr sz="2400" dirty="0">
                <a:solidFill>
                  <a:srgbClr val="C00000"/>
                </a:solidFill>
                <a:latin typeface="Calibri"/>
                <a:cs typeface="Calibri"/>
              </a:rPr>
              <a:t>of</a:t>
            </a:r>
            <a:r>
              <a:rPr sz="2400" spc="45" dirty="0">
                <a:solidFill>
                  <a:srgbClr val="C00000"/>
                </a:solidFill>
                <a:latin typeface="Calibri"/>
                <a:cs typeface="Calibri"/>
              </a:rPr>
              <a:t>  </a:t>
            </a:r>
            <a:r>
              <a:rPr sz="2400" dirty="0">
                <a:solidFill>
                  <a:srgbClr val="C00000"/>
                </a:solidFill>
                <a:latin typeface="Calibri"/>
                <a:cs typeface="Calibri"/>
              </a:rPr>
              <a:t>contingency</a:t>
            </a:r>
            <a:r>
              <a:rPr sz="2400" spc="45" dirty="0">
                <a:solidFill>
                  <a:srgbClr val="C00000"/>
                </a:solidFill>
                <a:latin typeface="Calibri"/>
                <a:cs typeface="Calibri"/>
              </a:rPr>
              <a:t>  </a:t>
            </a:r>
            <a:r>
              <a:rPr sz="2400" dirty="0">
                <a:solidFill>
                  <a:srgbClr val="C00000"/>
                </a:solidFill>
                <a:latin typeface="Calibri"/>
                <a:cs typeface="Calibri"/>
              </a:rPr>
              <a:t>plans,</a:t>
            </a:r>
            <a:r>
              <a:rPr sz="2400" spc="40" dirty="0">
                <a:solidFill>
                  <a:srgbClr val="C00000"/>
                </a:solidFill>
                <a:latin typeface="Calibri"/>
                <a:cs typeface="Calibri"/>
              </a:rPr>
              <a:t>  </a:t>
            </a:r>
            <a:r>
              <a:rPr sz="2400" dirty="0">
                <a:solidFill>
                  <a:srgbClr val="C00000"/>
                </a:solidFill>
                <a:latin typeface="Calibri"/>
                <a:cs typeface="Calibri"/>
              </a:rPr>
              <a:t>when</a:t>
            </a:r>
            <a:r>
              <a:rPr sz="2400" spc="45" dirty="0">
                <a:solidFill>
                  <a:srgbClr val="C00000"/>
                </a:solidFill>
                <a:latin typeface="Calibri"/>
                <a:cs typeface="Calibri"/>
              </a:rPr>
              <a:t>  </a:t>
            </a:r>
            <a:r>
              <a:rPr sz="2400" dirty="0">
                <a:solidFill>
                  <a:srgbClr val="C00000"/>
                </a:solidFill>
                <a:latin typeface="Calibri"/>
                <a:cs typeface="Calibri"/>
              </a:rPr>
              <a:t>risk</a:t>
            </a:r>
            <a:r>
              <a:rPr sz="2400" spc="45" dirty="0">
                <a:solidFill>
                  <a:srgbClr val="C00000"/>
                </a:solidFill>
                <a:latin typeface="Calibri"/>
                <a:cs typeface="Calibri"/>
              </a:rPr>
              <a:t>  </a:t>
            </a:r>
            <a:r>
              <a:rPr sz="2400" dirty="0">
                <a:solidFill>
                  <a:srgbClr val="C00000"/>
                </a:solidFill>
                <a:latin typeface="Calibri"/>
                <a:cs typeface="Calibri"/>
              </a:rPr>
              <a:t>events</a:t>
            </a:r>
            <a:r>
              <a:rPr sz="2400" spc="45" dirty="0">
                <a:solidFill>
                  <a:srgbClr val="C00000"/>
                </a:solidFill>
                <a:latin typeface="Calibri"/>
                <a:cs typeface="Calibri"/>
              </a:rPr>
              <a:t>  </a:t>
            </a:r>
            <a:r>
              <a:rPr sz="2400" dirty="0">
                <a:solidFill>
                  <a:srgbClr val="C00000"/>
                </a:solidFill>
                <a:latin typeface="Calibri"/>
                <a:cs typeface="Calibri"/>
              </a:rPr>
              <a:t>occur,</a:t>
            </a:r>
            <a:r>
              <a:rPr sz="2400" spc="45" dirty="0">
                <a:solidFill>
                  <a:srgbClr val="C00000"/>
                </a:solidFill>
                <a:latin typeface="Calibri"/>
                <a:cs typeface="Calibri"/>
              </a:rPr>
              <a:t>  </a:t>
            </a:r>
            <a:r>
              <a:rPr sz="2400" spc="-10" dirty="0">
                <a:solidFill>
                  <a:srgbClr val="C00000"/>
                </a:solidFill>
                <a:latin typeface="Calibri"/>
                <a:cs typeface="Calibri"/>
              </a:rPr>
              <a:t>represent 	</a:t>
            </a:r>
            <a:r>
              <a:rPr sz="2400" dirty="0">
                <a:solidFill>
                  <a:srgbClr val="C00000"/>
                </a:solidFill>
                <a:latin typeface="Calibri"/>
                <a:cs typeface="Calibri"/>
              </a:rPr>
              <a:t>changes</a:t>
            </a:r>
            <a:r>
              <a:rPr sz="2400" spc="-60" dirty="0">
                <a:solidFill>
                  <a:srgbClr val="C00000"/>
                </a:solidFill>
                <a:latin typeface="Calibri"/>
                <a:cs typeface="Calibri"/>
              </a:rPr>
              <a:t> </a:t>
            </a:r>
            <a:r>
              <a:rPr sz="2400" dirty="0">
                <a:solidFill>
                  <a:srgbClr val="C00000"/>
                </a:solidFill>
                <a:latin typeface="Calibri"/>
                <a:cs typeface="Calibri"/>
              </a:rPr>
              <a:t>in</a:t>
            </a:r>
            <a:r>
              <a:rPr sz="2400" spc="-60" dirty="0">
                <a:solidFill>
                  <a:srgbClr val="C00000"/>
                </a:solidFill>
                <a:latin typeface="Calibri"/>
                <a:cs typeface="Calibri"/>
              </a:rPr>
              <a:t> </a:t>
            </a:r>
            <a:r>
              <a:rPr sz="2400" dirty="0">
                <a:solidFill>
                  <a:srgbClr val="C00000"/>
                </a:solidFill>
                <a:latin typeface="Calibri"/>
                <a:cs typeface="Calibri"/>
              </a:rPr>
              <a:t>baseline</a:t>
            </a:r>
            <a:r>
              <a:rPr sz="2400" spc="-60" dirty="0">
                <a:solidFill>
                  <a:srgbClr val="C00000"/>
                </a:solidFill>
                <a:latin typeface="Calibri"/>
                <a:cs typeface="Calibri"/>
              </a:rPr>
              <a:t> </a:t>
            </a:r>
            <a:r>
              <a:rPr sz="2400" dirty="0">
                <a:solidFill>
                  <a:srgbClr val="C00000"/>
                </a:solidFill>
                <a:latin typeface="Calibri"/>
                <a:cs typeface="Calibri"/>
              </a:rPr>
              <a:t>costs</a:t>
            </a:r>
            <a:r>
              <a:rPr sz="2400" spc="-65" dirty="0">
                <a:solidFill>
                  <a:srgbClr val="C00000"/>
                </a:solidFill>
                <a:latin typeface="Calibri"/>
                <a:cs typeface="Calibri"/>
              </a:rPr>
              <a:t> </a:t>
            </a:r>
            <a:r>
              <a:rPr sz="2400" dirty="0">
                <a:solidFill>
                  <a:srgbClr val="C00000"/>
                </a:solidFill>
                <a:latin typeface="Calibri"/>
                <a:cs typeface="Calibri"/>
              </a:rPr>
              <a:t>and</a:t>
            </a:r>
            <a:r>
              <a:rPr sz="2400" spc="-60" dirty="0">
                <a:solidFill>
                  <a:srgbClr val="C00000"/>
                </a:solidFill>
                <a:latin typeface="Calibri"/>
                <a:cs typeface="Calibri"/>
              </a:rPr>
              <a:t> </a:t>
            </a:r>
            <a:r>
              <a:rPr sz="2400" spc="-10" dirty="0">
                <a:solidFill>
                  <a:srgbClr val="C00000"/>
                </a:solidFill>
                <a:latin typeface="Calibri"/>
                <a:cs typeface="Calibri"/>
              </a:rPr>
              <a:t>schedules.</a:t>
            </a:r>
            <a:endParaRPr sz="2400">
              <a:latin typeface="Calibri"/>
              <a:cs typeface="Calibri"/>
            </a:endParaRPr>
          </a:p>
          <a:p>
            <a:pPr marL="697230" marR="5080" lvl="1" indent="-227329" algn="just">
              <a:lnSpc>
                <a:spcPts val="2590"/>
              </a:lnSpc>
              <a:spcBef>
                <a:spcPts val="505"/>
              </a:spcBef>
              <a:buFont typeface="Arial MT"/>
              <a:buChar char="•"/>
              <a:tabLst>
                <a:tab pos="698500" algn="l"/>
              </a:tabLst>
            </a:pPr>
            <a:r>
              <a:rPr sz="2400" dirty="0">
                <a:solidFill>
                  <a:srgbClr val="C00000"/>
                </a:solidFill>
                <a:latin typeface="Calibri"/>
                <a:cs typeface="Calibri"/>
              </a:rPr>
              <a:t>Improvement</a:t>
            </a:r>
            <a:r>
              <a:rPr sz="2400" spc="260" dirty="0">
                <a:solidFill>
                  <a:srgbClr val="C00000"/>
                </a:solidFill>
                <a:latin typeface="Calibri"/>
                <a:cs typeface="Calibri"/>
              </a:rPr>
              <a:t>  </a:t>
            </a:r>
            <a:r>
              <a:rPr sz="2400" dirty="0">
                <a:solidFill>
                  <a:srgbClr val="C00000"/>
                </a:solidFill>
                <a:latin typeface="Calibri"/>
                <a:cs typeface="Calibri"/>
              </a:rPr>
              <a:t>changes</a:t>
            </a:r>
            <a:r>
              <a:rPr sz="2400" spc="265" dirty="0">
                <a:solidFill>
                  <a:srgbClr val="C00000"/>
                </a:solidFill>
                <a:latin typeface="Calibri"/>
                <a:cs typeface="Calibri"/>
              </a:rPr>
              <a:t>  </a:t>
            </a:r>
            <a:r>
              <a:rPr sz="2400" dirty="0">
                <a:solidFill>
                  <a:srgbClr val="C00000"/>
                </a:solidFill>
                <a:latin typeface="Calibri"/>
                <a:cs typeface="Calibri"/>
              </a:rPr>
              <a:t>suggested</a:t>
            </a:r>
            <a:r>
              <a:rPr sz="2400" spc="265" dirty="0">
                <a:solidFill>
                  <a:srgbClr val="C00000"/>
                </a:solidFill>
                <a:latin typeface="Calibri"/>
                <a:cs typeface="Calibri"/>
              </a:rPr>
              <a:t>  </a:t>
            </a:r>
            <a:r>
              <a:rPr sz="2400" dirty="0">
                <a:solidFill>
                  <a:srgbClr val="C00000"/>
                </a:solidFill>
                <a:latin typeface="Calibri"/>
                <a:cs typeface="Calibri"/>
              </a:rPr>
              <a:t>by</a:t>
            </a:r>
            <a:r>
              <a:rPr sz="2400" spc="265" dirty="0">
                <a:solidFill>
                  <a:srgbClr val="C00000"/>
                </a:solidFill>
                <a:latin typeface="Calibri"/>
                <a:cs typeface="Calibri"/>
              </a:rPr>
              <a:t>  </a:t>
            </a:r>
            <a:r>
              <a:rPr sz="2400" dirty="0">
                <a:solidFill>
                  <a:srgbClr val="C00000"/>
                </a:solidFill>
                <a:latin typeface="Calibri"/>
                <a:cs typeface="Calibri"/>
              </a:rPr>
              <a:t>project</a:t>
            </a:r>
            <a:r>
              <a:rPr sz="2400" spc="260" dirty="0">
                <a:solidFill>
                  <a:srgbClr val="C00000"/>
                </a:solidFill>
                <a:latin typeface="Calibri"/>
                <a:cs typeface="Calibri"/>
              </a:rPr>
              <a:t>  </a:t>
            </a:r>
            <a:r>
              <a:rPr sz="2400" dirty="0">
                <a:solidFill>
                  <a:srgbClr val="C00000"/>
                </a:solidFill>
                <a:latin typeface="Calibri"/>
                <a:cs typeface="Calibri"/>
              </a:rPr>
              <a:t>team</a:t>
            </a:r>
            <a:r>
              <a:rPr sz="2400" spc="260" dirty="0">
                <a:solidFill>
                  <a:srgbClr val="C00000"/>
                </a:solidFill>
                <a:latin typeface="Calibri"/>
                <a:cs typeface="Calibri"/>
              </a:rPr>
              <a:t>  </a:t>
            </a:r>
            <a:r>
              <a:rPr sz="2400" dirty="0">
                <a:solidFill>
                  <a:srgbClr val="C00000"/>
                </a:solidFill>
                <a:latin typeface="Calibri"/>
                <a:cs typeface="Calibri"/>
              </a:rPr>
              <a:t>members</a:t>
            </a:r>
            <a:r>
              <a:rPr sz="2400" spc="265" dirty="0">
                <a:solidFill>
                  <a:srgbClr val="C00000"/>
                </a:solidFill>
                <a:latin typeface="Calibri"/>
                <a:cs typeface="Calibri"/>
              </a:rPr>
              <a:t>  </a:t>
            </a:r>
            <a:r>
              <a:rPr sz="2400" spc="-10" dirty="0">
                <a:solidFill>
                  <a:srgbClr val="C00000"/>
                </a:solidFill>
                <a:latin typeface="Calibri"/>
                <a:cs typeface="Calibri"/>
              </a:rPr>
              <a:t>represent 	</a:t>
            </a:r>
            <a:r>
              <a:rPr sz="2400" dirty="0">
                <a:solidFill>
                  <a:srgbClr val="C00000"/>
                </a:solidFill>
                <a:latin typeface="Calibri"/>
                <a:cs typeface="Calibri"/>
              </a:rPr>
              <a:t>another</a:t>
            </a:r>
            <a:r>
              <a:rPr sz="2400" spc="-75" dirty="0">
                <a:solidFill>
                  <a:srgbClr val="C00000"/>
                </a:solidFill>
                <a:latin typeface="Calibri"/>
                <a:cs typeface="Calibri"/>
              </a:rPr>
              <a:t> </a:t>
            </a:r>
            <a:r>
              <a:rPr sz="2400" spc="-10" dirty="0">
                <a:solidFill>
                  <a:srgbClr val="C00000"/>
                </a:solidFill>
                <a:latin typeface="Calibri"/>
                <a:cs typeface="Calibri"/>
              </a:rPr>
              <a:t>category.</a:t>
            </a:r>
            <a:endParaRPr sz="2400">
              <a:latin typeface="Calibri"/>
              <a:cs typeface="Calibri"/>
            </a:endParaRPr>
          </a:p>
          <a:p>
            <a:pPr marL="241300" marR="5715" indent="-228600" algn="just">
              <a:lnSpc>
                <a:spcPts val="3000"/>
              </a:lnSpc>
              <a:spcBef>
                <a:spcPts val="994"/>
              </a:spcBef>
              <a:buFont typeface="Arial MT"/>
              <a:buChar char="•"/>
              <a:tabLst>
                <a:tab pos="241300" algn="l"/>
              </a:tabLst>
            </a:pPr>
            <a:r>
              <a:rPr sz="2800" dirty="0">
                <a:latin typeface="Calibri"/>
                <a:cs typeface="Calibri"/>
              </a:rPr>
              <a:t>Because</a:t>
            </a:r>
            <a:r>
              <a:rPr sz="2800" spc="140" dirty="0">
                <a:latin typeface="Calibri"/>
                <a:cs typeface="Calibri"/>
              </a:rPr>
              <a:t>  </a:t>
            </a:r>
            <a:r>
              <a:rPr sz="2800" dirty="0">
                <a:latin typeface="Calibri"/>
                <a:cs typeface="Calibri"/>
              </a:rPr>
              <a:t>change</a:t>
            </a:r>
            <a:r>
              <a:rPr sz="2800" spc="145" dirty="0">
                <a:latin typeface="Calibri"/>
                <a:cs typeface="Calibri"/>
              </a:rPr>
              <a:t>  </a:t>
            </a:r>
            <a:r>
              <a:rPr sz="2800" dirty="0">
                <a:latin typeface="Calibri"/>
                <a:cs typeface="Calibri"/>
              </a:rPr>
              <a:t>is</a:t>
            </a:r>
            <a:r>
              <a:rPr sz="2800" spc="150" dirty="0">
                <a:latin typeface="Calibri"/>
                <a:cs typeface="Calibri"/>
              </a:rPr>
              <a:t>  </a:t>
            </a:r>
            <a:r>
              <a:rPr sz="2800" dirty="0">
                <a:latin typeface="Calibri"/>
                <a:cs typeface="Calibri"/>
              </a:rPr>
              <a:t>inevitable,</a:t>
            </a:r>
            <a:r>
              <a:rPr sz="2800" spc="150" dirty="0">
                <a:latin typeface="Calibri"/>
                <a:cs typeface="Calibri"/>
              </a:rPr>
              <a:t>  </a:t>
            </a:r>
            <a:r>
              <a:rPr sz="2800" dirty="0">
                <a:latin typeface="Calibri"/>
                <a:cs typeface="Calibri"/>
              </a:rPr>
              <a:t>a</a:t>
            </a:r>
            <a:r>
              <a:rPr sz="2800" spc="140" dirty="0">
                <a:latin typeface="Calibri"/>
                <a:cs typeface="Calibri"/>
              </a:rPr>
              <a:t>  </a:t>
            </a:r>
            <a:r>
              <a:rPr sz="2800" spc="-20" dirty="0">
                <a:latin typeface="Calibri"/>
                <a:cs typeface="Calibri"/>
              </a:rPr>
              <a:t>well-</a:t>
            </a:r>
            <a:r>
              <a:rPr sz="2800" dirty="0">
                <a:latin typeface="Calibri"/>
                <a:cs typeface="Calibri"/>
              </a:rPr>
              <a:t>defined</a:t>
            </a:r>
            <a:r>
              <a:rPr sz="2800" spc="145" dirty="0">
                <a:latin typeface="Calibri"/>
                <a:cs typeface="Calibri"/>
              </a:rPr>
              <a:t>  </a:t>
            </a:r>
            <a:r>
              <a:rPr sz="2800" dirty="0">
                <a:latin typeface="Calibri"/>
                <a:cs typeface="Calibri"/>
              </a:rPr>
              <a:t>change</a:t>
            </a:r>
            <a:r>
              <a:rPr sz="2800" spc="145" dirty="0">
                <a:latin typeface="Calibri"/>
                <a:cs typeface="Calibri"/>
              </a:rPr>
              <a:t>  </a:t>
            </a:r>
            <a:r>
              <a:rPr sz="2800" dirty="0">
                <a:latin typeface="Calibri"/>
                <a:cs typeface="Calibri"/>
              </a:rPr>
              <a:t>review</a:t>
            </a:r>
            <a:r>
              <a:rPr sz="2800" spc="145" dirty="0">
                <a:latin typeface="Calibri"/>
                <a:cs typeface="Calibri"/>
              </a:rPr>
              <a:t>  </a:t>
            </a:r>
            <a:r>
              <a:rPr sz="2800" spc="-25" dirty="0">
                <a:latin typeface="Calibri"/>
                <a:cs typeface="Calibri"/>
              </a:rPr>
              <a:t>and </a:t>
            </a:r>
            <a:r>
              <a:rPr sz="2800" spc="-10" dirty="0">
                <a:latin typeface="Calibri"/>
                <a:cs typeface="Calibri"/>
              </a:rPr>
              <a:t>control</a:t>
            </a:r>
            <a:r>
              <a:rPr sz="2800" spc="-55" dirty="0">
                <a:latin typeface="Calibri"/>
                <a:cs typeface="Calibri"/>
              </a:rPr>
              <a:t> </a:t>
            </a:r>
            <a:r>
              <a:rPr sz="2800" dirty="0">
                <a:latin typeface="Calibri"/>
                <a:cs typeface="Calibri"/>
              </a:rPr>
              <a:t>process</a:t>
            </a:r>
            <a:r>
              <a:rPr sz="2800" spc="-40" dirty="0">
                <a:latin typeface="Calibri"/>
                <a:cs typeface="Calibri"/>
              </a:rPr>
              <a:t> </a:t>
            </a:r>
            <a:r>
              <a:rPr sz="2800" dirty="0">
                <a:latin typeface="Calibri"/>
                <a:cs typeface="Calibri"/>
              </a:rPr>
              <a:t>should</a:t>
            </a:r>
            <a:r>
              <a:rPr sz="2800" spc="-40" dirty="0">
                <a:latin typeface="Calibri"/>
                <a:cs typeface="Calibri"/>
              </a:rPr>
              <a:t> </a:t>
            </a:r>
            <a:r>
              <a:rPr sz="2800" dirty="0">
                <a:latin typeface="Calibri"/>
                <a:cs typeface="Calibri"/>
              </a:rPr>
              <a:t>be</a:t>
            </a:r>
            <a:r>
              <a:rPr sz="2800" spc="-55" dirty="0">
                <a:latin typeface="Calibri"/>
                <a:cs typeface="Calibri"/>
              </a:rPr>
              <a:t> </a:t>
            </a:r>
            <a:r>
              <a:rPr sz="2800" dirty="0">
                <a:latin typeface="Calibri"/>
                <a:cs typeface="Calibri"/>
              </a:rPr>
              <a:t>set</a:t>
            </a:r>
            <a:r>
              <a:rPr sz="2800" spc="-45" dirty="0">
                <a:latin typeface="Calibri"/>
                <a:cs typeface="Calibri"/>
              </a:rPr>
              <a:t> </a:t>
            </a:r>
            <a:r>
              <a:rPr sz="2800" dirty="0">
                <a:latin typeface="Calibri"/>
                <a:cs typeface="Calibri"/>
              </a:rPr>
              <a:t>up</a:t>
            </a:r>
            <a:r>
              <a:rPr sz="2800" spc="-40" dirty="0">
                <a:latin typeface="Calibri"/>
                <a:cs typeface="Calibri"/>
              </a:rPr>
              <a:t> </a:t>
            </a:r>
            <a:r>
              <a:rPr sz="2800" dirty="0">
                <a:latin typeface="Calibri"/>
                <a:cs typeface="Calibri"/>
              </a:rPr>
              <a:t>early</a:t>
            </a:r>
            <a:r>
              <a:rPr sz="2800" spc="-45" dirty="0">
                <a:latin typeface="Calibri"/>
                <a:cs typeface="Calibri"/>
              </a:rPr>
              <a:t> </a:t>
            </a:r>
            <a:r>
              <a:rPr sz="2800" dirty="0">
                <a:latin typeface="Calibri"/>
                <a:cs typeface="Calibri"/>
              </a:rPr>
              <a:t>in</a:t>
            </a:r>
            <a:r>
              <a:rPr sz="2800" spc="-4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project</a:t>
            </a:r>
            <a:r>
              <a:rPr sz="2800" spc="-45" dirty="0">
                <a:latin typeface="Calibri"/>
                <a:cs typeface="Calibri"/>
              </a:rPr>
              <a:t> </a:t>
            </a:r>
            <a:r>
              <a:rPr sz="2800" dirty="0">
                <a:latin typeface="Calibri"/>
                <a:cs typeface="Calibri"/>
              </a:rPr>
              <a:t>planning</a:t>
            </a:r>
            <a:r>
              <a:rPr sz="2800" spc="-55" dirty="0">
                <a:latin typeface="Calibri"/>
                <a:cs typeface="Calibri"/>
              </a:rPr>
              <a:t> </a:t>
            </a:r>
            <a:r>
              <a:rPr sz="2800" spc="-10" dirty="0">
                <a:latin typeface="Calibri"/>
                <a:cs typeface="Calibri"/>
              </a:rPr>
              <a:t>cycle.</a:t>
            </a:r>
            <a:endParaRPr sz="28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26</a:t>
            </a:r>
            <a:endParaRPr sz="1200">
              <a:latin typeface="Calibri"/>
              <a:cs typeface="Calibri"/>
            </a:endParaRPr>
          </a:p>
        </p:txBody>
      </p:sp>
      <p:pic>
        <p:nvPicPr>
          <p:cNvPr id="5" name="Picture 4">
            <a:extLst>
              <a:ext uri="{FF2B5EF4-FFF2-40B4-BE49-F238E27FC236}">
                <a16:creationId xmlns:a16="http://schemas.microsoft.com/office/drawing/2014/main" id="{96917840-FE3C-DC17-41DC-575FDBC8BC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Change </a:t>
            </a:r>
            <a:r>
              <a:rPr spc="114" dirty="0"/>
              <a:t>Management</a:t>
            </a:r>
            <a:r>
              <a:rPr spc="130" dirty="0"/>
              <a:t> </a:t>
            </a:r>
            <a:r>
              <a:rPr spc="75" dirty="0"/>
              <a:t>systems</a:t>
            </a:r>
            <a:r>
              <a:rPr spc="114" dirty="0"/>
              <a:t> </a:t>
            </a:r>
            <a:r>
              <a:rPr sz="1950" spc="-10" dirty="0"/>
              <a:t>(1/2)</a:t>
            </a:r>
            <a:endParaRPr sz="1950"/>
          </a:p>
        </p:txBody>
      </p:sp>
      <p:sp>
        <p:nvSpPr>
          <p:cNvPr id="3" name="object 3"/>
          <p:cNvSpPr txBox="1"/>
          <p:nvPr/>
        </p:nvSpPr>
        <p:spPr>
          <a:xfrm>
            <a:off x="916939" y="1732788"/>
            <a:ext cx="9529445" cy="1793239"/>
          </a:xfrm>
          <a:prstGeom prst="rect">
            <a:avLst/>
          </a:prstGeom>
        </p:spPr>
        <p:txBody>
          <a:bodyPr vert="horz" wrap="square" lIns="0" tIns="12700" rIns="0" bIns="0" rtlCol="0">
            <a:spAutoFit/>
          </a:bodyPr>
          <a:lstStyle/>
          <a:p>
            <a:pPr marL="241300" indent="-228600">
              <a:lnSpc>
                <a:spcPts val="2650"/>
              </a:lnSpc>
              <a:spcBef>
                <a:spcPts val="100"/>
              </a:spcBef>
              <a:buFont typeface="Arial MT"/>
              <a:buChar char="•"/>
              <a:tabLst>
                <a:tab pos="241300" algn="l"/>
                <a:tab pos="1428115" algn="l"/>
                <a:tab pos="3418840" algn="l"/>
                <a:tab pos="4678680" algn="l"/>
                <a:tab pos="5801995" algn="l"/>
                <a:tab pos="7315834" algn="l"/>
                <a:tab pos="9010015" algn="l"/>
              </a:tabLst>
            </a:pPr>
            <a:r>
              <a:rPr sz="2600" b="1" spc="-10" dirty="0">
                <a:latin typeface="Calibri"/>
                <a:cs typeface="Calibri"/>
              </a:rPr>
              <a:t>Change</a:t>
            </a:r>
            <a:r>
              <a:rPr sz="2600" b="1" dirty="0">
                <a:latin typeface="Calibri"/>
                <a:cs typeface="Calibri"/>
              </a:rPr>
              <a:t>	</a:t>
            </a:r>
            <a:r>
              <a:rPr sz="2600" b="1" spc="-10" dirty="0">
                <a:latin typeface="Calibri"/>
                <a:cs typeface="Calibri"/>
              </a:rPr>
              <a:t>management</a:t>
            </a:r>
            <a:r>
              <a:rPr sz="2600" b="1" dirty="0">
                <a:latin typeface="Calibri"/>
                <a:cs typeface="Calibri"/>
              </a:rPr>
              <a:t>	</a:t>
            </a:r>
            <a:r>
              <a:rPr sz="2600" b="1" spc="-10" dirty="0">
                <a:latin typeface="Calibri"/>
                <a:cs typeface="Calibri"/>
              </a:rPr>
              <a:t>systems</a:t>
            </a:r>
            <a:r>
              <a:rPr sz="2600" b="1" dirty="0">
                <a:latin typeface="Calibri"/>
                <a:cs typeface="Calibri"/>
              </a:rPr>
              <a:t>	</a:t>
            </a:r>
            <a:r>
              <a:rPr sz="2600" spc="-10" dirty="0">
                <a:latin typeface="Calibri"/>
                <a:cs typeface="Calibri"/>
              </a:rPr>
              <a:t>involve</a:t>
            </a:r>
            <a:r>
              <a:rPr sz="2600" dirty="0">
                <a:latin typeface="Calibri"/>
                <a:cs typeface="Calibri"/>
              </a:rPr>
              <a:t>	</a:t>
            </a:r>
            <a:r>
              <a:rPr sz="2600" spc="-10" dirty="0">
                <a:latin typeface="Calibri"/>
                <a:cs typeface="Calibri"/>
              </a:rPr>
              <a:t>reporting,</a:t>
            </a:r>
            <a:r>
              <a:rPr sz="2600" dirty="0">
                <a:latin typeface="Calibri"/>
                <a:cs typeface="Calibri"/>
              </a:rPr>
              <a:t>	</a:t>
            </a:r>
            <a:r>
              <a:rPr sz="2600" spc="-10" dirty="0">
                <a:latin typeface="Calibri"/>
                <a:cs typeface="Calibri"/>
              </a:rPr>
              <a:t>controlling,</a:t>
            </a:r>
            <a:r>
              <a:rPr sz="2600" dirty="0">
                <a:latin typeface="Calibri"/>
                <a:cs typeface="Calibri"/>
              </a:rPr>
              <a:t>	</a:t>
            </a:r>
            <a:r>
              <a:rPr sz="2600" spc="-25" dirty="0">
                <a:latin typeface="Calibri"/>
                <a:cs typeface="Calibri"/>
              </a:rPr>
              <a:t>and</a:t>
            </a:r>
            <a:endParaRPr sz="2600">
              <a:latin typeface="Calibri"/>
              <a:cs typeface="Calibri"/>
            </a:endParaRPr>
          </a:p>
          <a:p>
            <a:pPr marL="241300" marR="5080">
              <a:lnSpc>
                <a:spcPct val="70800"/>
              </a:lnSpc>
              <a:spcBef>
                <a:spcPts val="440"/>
              </a:spcBef>
            </a:pPr>
            <a:r>
              <a:rPr sz="2600" dirty="0">
                <a:latin typeface="Calibri"/>
                <a:cs typeface="Calibri"/>
              </a:rPr>
              <a:t>recording</a:t>
            </a:r>
            <a:r>
              <a:rPr sz="2600" spc="190" dirty="0">
                <a:latin typeface="Calibri"/>
                <a:cs typeface="Calibri"/>
              </a:rPr>
              <a:t> </a:t>
            </a:r>
            <a:r>
              <a:rPr sz="2600" dirty="0">
                <a:latin typeface="Calibri"/>
                <a:cs typeface="Calibri"/>
              </a:rPr>
              <a:t>changes</a:t>
            </a:r>
            <a:r>
              <a:rPr sz="2600" spc="185" dirty="0">
                <a:latin typeface="Calibri"/>
                <a:cs typeface="Calibri"/>
              </a:rPr>
              <a:t> </a:t>
            </a:r>
            <a:r>
              <a:rPr sz="2600" dirty="0">
                <a:latin typeface="Calibri"/>
                <a:cs typeface="Calibri"/>
              </a:rPr>
              <a:t>to</a:t>
            </a:r>
            <a:r>
              <a:rPr sz="2600" spc="195" dirty="0">
                <a:latin typeface="Calibri"/>
                <a:cs typeface="Calibri"/>
              </a:rPr>
              <a:t> </a:t>
            </a:r>
            <a:r>
              <a:rPr sz="2600" dirty="0">
                <a:latin typeface="Calibri"/>
                <a:cs typeface="Calibri"/>
              </a:rPr>
              <a:t>the</a:t>
            </a:r>
            <a:r>
              <a:rPr sz="2600" spc="185" dirty="0">
                <a:latin typeface="Calibri"/>
                <a:cs typeface="Calibri"/>
              </a:rPr>
              <a:t> </a:t>
            </a:r>
            <a:r>
              <a:rPr sz="2600" dirty="0">
                <a:latin typeface="Calibri"/>
                <a:cs typeface="Calibri"/>
              </a:rPr>
              <a:t>project</a:t>
            </a:r>
            <a:r>
              <a:rPr sz="2600" spc="195" dirty="0">
                <a:latin typeface="Calibri"/>
                <a:cs typeface="Calibri"/>
              </a:rPr>
              <a:t> </a:t>
            </a:r>
            <a:r>
              <a:rPr sz="2600" dirty="0">
                <a:latin typeface="Calibri"/>
                <a:cs typeface="Calibri"/>
              </a:rPr>
              <a:t>baseline.</a:t>
            </a:r>
            <a:r>
              <a:rPr sz="2600" spc="200" dirty="0">
                <a:latin typeface="Calibri"/>
                <a:cs typeface="Calibri"/>
              </a:rPr>
              <a:t> </a:t>
            </a:r>
            <a:r>
              <a:rPr sz="2600" dirty="0">
                <a:latin typeface="Calibri"/>
                <a:cs typeface="Calibri"/>
              </a:rPr>
              <a:t>In</a:t>
            </a:r>
            <a:r>
              <a:rPr sz="2600" spc="185" dirty="0">
                <a:latin typeface="Calibri"/>
                <a:cs typeface="Calibri"/>
              </a:rPr>
              <a:t> </a:t>
            </a:r>
            <a:r>
              <a:rPr sz="2600" dirty="0">
                <a:latin typeface="Calibri"/>
                <a:cs typeface="Calibri"/>
              </a:rPr>
              <a:t>practice,</a:t>
            </a:r>
            <a:r>
              <a:rPr sz="2600" spc="190" dirty="0">
                <a:latin typeface="Calibri"/>
                <a:cs typeface="Calibri"/>
              </a:rPr>
              <a:t> </a:t>
            </a:r>
            <a:r>
              <a:rPr sz="2600" dirty="0">
                <a:latin typeface="Calibri"/>
                <a:cs typeface="Calibri"/>
              </a:rPr>
              <a:t>most</a:t>
            </a:r>
            <a:r>
              <a:rPr sz="2600" spc="195" dirty="0">
                <a:latin typeface="Calibri"/>
                <a:cs typeface="Calibri"/>
              </a:rPr>
              <a:t> </a:t>
            </a:r>
            <a:r>
              <a:rPr sz="2600" spc="-10" dirty="0">
                <a:latin typeface="Calibri"/>
                <a:cs typeface="Calibri"/>
              </a:rPr>
              <a:t>change management</a:t>
            </a:r>
            <a:r>
              <a:rPr sz="2600" spc="-85" dirty="0">
                <a:latin typeface="Calibri"/>
                <a:cs typeface="Calibri"/>
              </a:rPr>
              <a:t> </a:t>
            </a:r>
            <a:r>
              <a:rPr sz="2600" spc="-10" dirty="0">
                <a:latin typeface="Calibri"/>
                <a:cs typeface="Calibri"/>
              </a:rPr>
              <a:t>systems</a:t>
            </a:r>
            <a:r>
              <a:rPr sz="2600" spc="-75" dirty="0">
                <a:latin typeface="Calibri"/>
                <a:cs typeface="Calibri"/>
              </a:rPr>
              <a:t> </a:t>
            </a:r>
            <a:r>
              <a:rPr sz="2600" dirty="0">
                <a:latin typeface="Calibri"/>
                <a:cs typeface="Calibri"/>
              </a:rPr>
              <a:t>are</a:t>
            </a:r>
            <a:r>
              <a:rPr sz="2600" spc="-75" dirty="0">
                <a:latin typeface="Calibri"/>
                <a:cs typeface="Calibri"/>
              </a:rPr>
              <a:t> </a:t>
            </a:r>
            <a:r>
              <a:rPr sz="2600" dirty="0">
                <a:latin typeface="Calibri"/>
                <a:cs typeface="Calibri"/>
              </a:rPr>
              <a:t>designed</a:t>
            </a:r>
            <a:r>
              <a:rPr sz="2600" spc="-75" dirty="0">
                <a:latin typeface="Calibri"/>
                <a:cs typeface="Calibri"/>
              </a:rPr>
              <a:t> </a:t>
            </a:r>
            <a:r>
              <a:rPr sz="2600" dirty="0">
                <a:latin typeface="Calibri"/>
                <a:cs typeface="Calibri"/>
              </a:rPr>
              <a:t>to</a:t>
            </a:r>
            <a:r>
              <a:rPr sz="2600" spc="-65" dirty="0">
                <a:latin typeface="Calibri"/>
                <a:cs typeface="Calibri"/>
              </a:rPr>
              <a:t> </a:t>
            </a:r>
            <a:r>
              <a:rPr sz="2600" dirty="0">
                <a:latin typeface="Calibri"/>
                <a:cs typeface="Calibri"/>
              </a:rPr>
              <a:t>accomplish</a:t>
            </a:r>
            <a:r>
              <a:rPr sz="2600" spc="-75" dirty="0">
                <a:latin typeface="Calibri"/>
                <a:cs typeface="Calibri"/>
              </a:rPr>
              <a:t> </a:t>
            </a:r>
            <a:r>
              <a:rPr sz="2600" dirty="0">
                <a:latin typeface="Calibri"/>
                <a:cs typeface="Calibri"/>
              </a:rPr>
              <a:t>the</a:t>
            </a:r>
            <a:r>
              <a:rPr sz="2600" spc="-70" dirty="0">
                <a:latin typeface="Calibri"/>
                <a:cs typeface="Calibri"/>
              </a:rPr>
              <a:t> </a:t>
            </a:r>
            <a:r>
              <a:rPr sz="2600" spc="-10" dirty="0">
                <a:latin typeface="Calibri"/>
                <a:cs typeface="Calibri"/>
              </a:rPr>
              <a:t>following:</a:t>
            </a:r>
            <a:endParaRPr sz="2600">
              <a:latin typeface="Calibri"/>
              <a:cs typeface="Calibri"/>
            </a:endParaRPr>
          </a:p>
          <a:p>
            <a:pPr marL="680085" lvl="1" indent="-354965">
              <a:lnSpc>
                <a:spcPct val="100000"/>
              </a:lnSpc>
              <a:spcBef>
                <a:spcPts val="75"/>
              </a:spcBef>
              <a:buAutoNum type="arabicPeriod"/>
              <a:tabLst>
                <a:tab pos="680085" algn="l"/>
              </a:tabLst>
            </a:pPr>
            <a:r>
              <a:rPr sz="2600" dirty="0">
                <a:latin typeface="Calibri"/>
                <a:cs typeface="Calibri"/>
              </a:rPr>
              <a:t>Identify</a:t>
            </a:r>
            <a:r>
              <a:rPr sz="2600" spc="-105" dirty="0">
                <a:latin typeface="Calibri"/>
                <a:cs typeface="Calibri"/>
              </a:rPr>
              <a:t> </a:t>
            </a:r>
            <a:r>
              <a:rPr sz="2600" dirty="0">
                <a:latin typeface="Calibri"/>
                <a:cs typeface="Calibri"/>
              </a:rPr>
              <a:t>proposed</a:t>
            </a:r>
            <a:r>
              <a:rPr sz="2600" spc="-105" dirty="0">
                <a:latin typeface="Calibri"/>
                <a:cs typeface="Calibri"/>
              </a:rPr>
              <a:t> </a:t>
            </a:r>
            <a:r>
              <a:rPr sz="2600" spc="-10" dirty="0">
                <a:latin typeface="Calibri"/>
                <a:cs typeface="Calibri"/>
              </a:rPr>
              <a:t>changes.</a:t>
            </a:r>
            <a:endParaRPr sz="2600">
              <a:latin typeface="Calibri"/>
              <a:cs typeface="Calibri"/>
            </a:endParaRPr>
          </a:p>
          <a:p>
            <a:pPr marL="680085" lvl="1" indent="-354965">
              <a:lnSpc>
                <a:spcPct val="100000"/>
              </a:lnSpc>
              <a:spcBef>
                <a:spcPts val="95"/>
              </a:spcBef>
              <a:buAutoNum type="arabicPeriod"/>
              <a:tabLst>
                <a:tab pos="680085" algn="l"/>
                <a:tab pos="1305560" algn="l"/>
                <a:tab pos="2701290" algn="l"/>
                <a:tab pos="3767454" algn="l"/>
                <a:tab pos="4215765" algn="l"/>
                <a:tab pos="5661025" algn="l"/>
                <a:tab pos="7124065" algn="l"/>
                <a:tab pos="7646034" algn="l"/>
                <a:tab pos="9010015" algn="l"/>
              </a:tabLst>
            </a:pPr>
            <a:r>
              <a:rPr sz="2600" spc="-20" dirty="0">
                <a:latin typeface="Calibri"/>
                <a:cs typeface="Calibri"/>
              </a:rPr>
              <a:t>List</a:t>
            </a:r>
            <a:r>
              <a:rPr sz="2600" dirty="0">
                <a:latin typeface="Calibri"/>
                <a:cs typeface="Calibri"/>
              </a:rPr>
              <a:t>	</a:t>
            </a:r>
            <a:r>
              <a:rPr sz="2600" spc="-10" dirty="0">
                <a:latin typeface="Calibri"/>
                <a:cs typeface="Calibri"/>
              </a:rPr>
              <a:t>expected</a:t>
            </a:r>
            <a:r>
              <a:rPr sz="2600" dirty="0">
                <a:latin typeface="Calibri"/>
                <a:cs typeface="Calibri"/>
              </a:rPr>
              <a:t>	</a:t>
            </a:r>
            <a:r>
              <a:rPr sz="2600" spc="-10" dirty="0">
                <a:latin typeface="Calibri"/>
                <a:cs typeface="Calibri"/>
              </a:rPr>
              <a:t>effects</a:t>
            </a:r>
            <a:r>
              <a:rPr sz="2600" dirty="0">
                <a:latin typeface="Calibri"/>
                <a:cs typeface="Calibri"/>
              </a:rPr>
              <a:t>	</a:t>
            </a:r>
            <a:r>
              <a:rPr sz="2600" spc="-25" dirty="0">
                <a:latin typeface="Calibri"/>
                <a:cs typeface="Calibri"/>
              </a:rPr>
              <a:t>of</a:t>
            </a:r>
            <a:r>
              <a:rPr sz="2600" dirty="0">
                <a:latin typeface="Calibri"/>
                <a:cs typeface="Calibri"/>
              </a:rPr>
              <a:t>	</a:t>
            </a:r>
            <a:r>
              <a:rPr sz="2600" spc="-10" dirty="0">
                <a:latin typeface="Calibri"/>
                <a:cs typeface="Calibri"/>
              </a:rPr>
              <a:t>proposed</a:t>
            </a:r>
            <a:r>
              <a:rPr sz="2600" dirty="0">
                <a:latin typeface="Calibri"/>
                <a:cs typeface="Calibri"/>
              </a:rPr>
              <a:t>	</a:t>
            </a:r>
            <a:r>
              <a:rPr sz="2600" spc="-10" dirty="0">
                <a:latin typeface="Calibri"/>
                <a:cs typeface="Calibri"/>
              </a:rPr>
              <a:t>change(s)</a:t>
            </a:r>
            <a:r>
              <a:rPr sz="2600" dirty="0">
                <a:latin typeface="Calibri"/>
                <a:cs typeface="Calibri"/>
              </a:rPr>
              <a:t>	</a:t>
            </a:r>
            <a:r>
              <a:rPr sz="2600" spc="-25" dirty="0">
                <a:latin typeface="Calibri"/>
                <a:cs typeface="Calibri"/>
              </a:rPr>
              <a:t>on</a:t>
            </a:r>
            <a:r>
              <a:rPr sz="2600" dirty="0">
                <a:latin typeface="Calibri"/>
                <a:cs typeface="Calibri"/>
              </a:rPr>
              <a:t>	</a:t>
            </a:r>
            <a:r>
              <a:rPr sz="2600" spc="-10" dirty="0">
                <a:latin typeface="Calibri"/>
                <a:cs typeface="Calibri"/>
              </a:rPr>
              <a:t>schedule</a:t>
            </a:r>
            <a:r>
              <a:rPr sz="2600" dirty="0">
                <a:latin typeface="Calibri"/>
                <a:cs typeface="Calibri"/>
              </a:rPr>
              <a:t>	</a:t>
            </a:r>
            <a:r>
              <a:rPr sz="2600" spc="-25" dirty="0">
                <a:latin typeface="Calibri"/>
                <a:cs typeface="Calibri"/>
              </a:rPr>
              <a:t>and</a:t>
            </a:r>
            <a:endParaRPr sz="2600">
              <a:latin typeface="Calibri"/>
              <a:cs typeface="Calibri"/>
            </a:endParaRPr>
          </a:p>
        </p:txBody>
      </p:sp>
      <p:sp>
        <p:nvSpPr>
          <p:cNvPr id="4" name="object 4"/>
          <p:cNvSpPr txBox="1"/>
          <p:nvPr/>
        </p:nvSpPr>
        <p:spPr>
          <a:xfrm>
            <a:off x="1229994" y="3381755"/>
            <a:ext cx="9329420" cy="3376295"/>
          </a:xfrm>
          <a:prstGeom prst="rect">
            <a:avLst/>
          </a:prstGeom>
        </p:spPr>
        <p:txBody>
          <a:bodyPr vert="horz" wrap="square" lIns="0" tIns="12700" rIns="0" bIns="0" rtlCol="0">
            <a:spAutoFit/>
          </a:bodyPr>
          <a:lstStyle/>
          <a:p>
            <a:pPr marL="368300">
              <a:lnSpc>
                <a:spcPts val="3110"/>
              </a:lnSpc>
              <a:spcBef>
                <a:spcPts val="100"/>
              </a:spcBef>
            </a:pPr>
            <a:r>
              <a:rPr sz="2600" spc="-10" dirty="0">
                <a:latin typeface="Calibri"/>
                <a:cs typeface="Calibri"/>
              </a:rPr>
              <a:t>budget.</a:t>
            </a:r>
            <a:endParaRPr sz="2600">
              <a:latin typeface="Calibri"/>
              <a:cs typeface="Calibri"/>
            </a:endParaRPr>
          </a:p>
          <a:p>
            <a:pPr marL="367665" indent="-354965">
              <a:lnSpc>
                <a:spcPts val="3110"/>
              </a:lnSpc>
              <a:buAutoNum type="arabicPeriod" startAt="3"/>
              <a:tabLst>
                <a:tab pos="367665" algn="l"/>
              </a:tabLst>
            </a:pPr>
            <a:r>
              <a:rPr sz="2600" spc="-35" dirty="0">
                <a:latin typeface="Calibri"/>
                <a:cs typeface="Calibri"/>
              </a:rPr>
              <a:t>Review,</a:t>
            </a:r>
            <a:r>
              <a:rPr sz="2600" spc="-65" dirty="0">
                <a:latin typeface="Calibri"/>
                <a:cs typeface="Calibri"/>
              </a:rPr>
              <a:t> </a:t>
            </a:r>
            <a:r>
              <a:rPr sz="2600" spc="-10" dirty="0">
                <a:latin typeface="Calibri"/>
                <a:cs typeface="Calibri"/>
              </a:rPr>
              <a:t>evaluate,</a:t>
            </a:r>
            <a:r>
              <a:rPr sz="2600" spc="-60" dirty="0">
                <a:latin typeface="Calibri"/>
                <a:cs typeface="Calibri"/>
              </a:rPr>
              <a:t> </a:t>
            </a:r>
            <a:r>
              <a:rPr sz="2600" dirty="0">
                <a:latin typeface="Calibri"/>
                <a:cs typeface="Calibri"/>
              </a:rPr>
              <a:t>and</a:t>
            </a:r>
            <a:r>
              <a:rPr sz="2600" spc="-65" dirty="0">
                <a:latin typeface="Calibri"/>
                <a:cs typeface="Calibri"/>
              </a:rPr>
              <a:t> </a:t>
            </a:r>
            <a:r>
              <a:rPr sz="2600" spc="-10" dirty="0">
                <a:latin typeface="Calibri"/>
                <a:cs typeface="Calibri"/>
              </a:rPr>
              <a:t>approve</a:t>
            </a:r>
            <a:r>
              <a:rPr sz="2600" spc="-65" dirty="0">
                <a:latin typeface="Calibri"/>
                <a:cs typeface="Calibri"/>
              </a:rPr>
              <a:t> </a:t>
            </a:r>
            <a:r>
              <a:rPr sz="2600" dirty="0">
                <a:latin typeface="Calibri"/>
                <a:cs typeface="Calibri"/>
              </a:rPr>
              <a:t>or</a:t>
            </a:r>
            <a:r>
              <a:rPr sz="2600" spc="-55" dirty="0">
                <a:latin typeface="Calibri"/>
                <a:cs typeface="Calibri"/>
              </a:rPr>
              <a:t> </a:t>
            </a:r>
            <a:r>
              <a:rPr sz="2600" spc="-10" dirty="0">
                <a:latin typeface="Calibri"/>
                <a:cs typeface="Calibri"/>
              </a:rPr>
              <a:t>disapprove</a:t>
            </a:r>
            <a:r>
              <a:rPr sz="2600" spc="-70" dirty="0">
                <a:latin typeface="Calibri"/>
                <a:cs typeface="Calibri"/>
              </a:rPr>
              <a:t> </a:t>
            </a:r>
            <a:r>
              <a:rPr sz="2600" dirty="0">
                <a:latin typeface="Calibri"/>
                <a:cs typeface="Calibri"/>
              </a:rPr>
              <a:t>changes</a:t>
            </a:r>
            <a:r>
              <a:rPr sz="2600" spc="-65" dirty="0">
                <a:latin typeface="Calibri"/>
                <a:cs typeface="Calibri"/>
              </a:rPr>
              <a:t> </a:t>
            </a:r>
            <a:r>
              <a:rPr sz="2600" spc="-10" dirty="0">
                <a:latin typeface="Calibri"/>
                <a:cs typeface="Calibri"/>
              </a:rPr>
              <a:t>formally.</a:t>
            </a:r>
            <a:endParaRPr sz="2600">
              <a:latin typeface="Calibri"/>
              <a:cs typeface="Calibri"/>
            </a:endParaRPr>
          </a:p>
          <a:p>
            <a:pPr marL="367665" indent="-354965">
              <a:lnSpc>
                <a:spcPct val="100000"/>
              </a:lnSpc>
              <a:spcBef>
                <a:spcPts val="95"/>
              </a:spcBef>
              <a:buAutoNum type="arabicPeriod" startAt="3"/>
              <a:tabLst>
                <a:tab pos="367665" algn="l"/>
              </a:tabLst>
            </a:pPr>
            <a:r>
              <a:rPr sz="2600" spc="-10" dirty="0">
                <a:latin typeface="Calibri"/>
                <a:cs typeface="Calibri"/>
              </a:rPr>
              <a:t>Negotiate</a:t>
            </a:r>
            <a:r>
              <a:rPr sz="2600" spc="-75" dirty="0">
                <a:latin typeface="Calibri"/>
                <a:cs typeface="Calibri"/>
              </a:rPr>
              <a:t> </a:t>
            </a:r>
            <a:r>
              <a:rPr sz="2600" dirty="0">
                <a:latin typeface="Calibri"/>
                <a:cs typeface="Calibri"/>
              </a:rPr>
              <a:t>and</a:t>
            </a:r>
            <a:r>
              <a:rPr sz="2600" spc="-70" dirty="0">
                <a:latin typeface="Calibri"/>
                <a:cs typeface="Calibri"/>
              </a:rPr>
              <a:t> </a:t>
            </a:r>
            <a:r>
              <a:rPr sz="2600" dirty="0">
                <a:latin typeface="Calibri"/>
                <a:cs typeface="Calibri"/>
              </a:rPr>
              <a:t>resolve</a:t>
            </a:r>
            <a:r>
              <a:rPr sz="2600" spc="-75" dirty="0">
                <a:latin typeface="Calibri"/>
                <a:cs typeface="Calibri"/>
              </a:rPr>
              <a:t> </a:t>
            </a:r>
            <a:r>
              <a:rPr sz="2600" dirty="0">
                <a:latin typeface="Calibri"/>
                <a:cs typeface="Calibri"/>
              </a:rPr>
              <a:t>conflicts</a:t>
            </a:r>
            <a:r>
              <a:rPr sz="2600" spc="-70" dirty="0">
                <a:latin typeface="Calibri"/>
                <a:cs typeface="Calibri"/>
              </a:rPr>
              <a:t> </a:t>
            </a:r>
            <a:r>
              <a:rPr sz="2600" dirty="0">
                <a:latin typeface="Calibri"/>
                <a:cs typeface="Calibri"/>
              </a:rPr>
              <a:t>of</a:t>
            </a:r>
            <a:r>
              <a:rPr sz="2600" spc="-75" dirty="0">
                <a:latin typeface="Calibri"/>
                <a:cs typeface="Calibri"/>
              </a:rPr>
              <a:t> </a:t>
            </a:r>
            <a:r>
              <a:rPr sz="2600" dirty="0">
                <a:latin typeface="Calibri"/>
                <a:cs typeface="Calibri"/>
              </a:rPr>
              <a:t>change,</a:t>
            </a:r>
            <a:r>
              <a:rPr sz="2600" spc="-65" dirty="0">
                <a:latin typeface="Calibri"/>
                <a:cs typeface="Calibri"/>
              </a:rPr>
              <a:t> </a:t>
            </a:r>
            <a:r>
              <a:rPr sz="2600" dirty="0">
                <a:latin typeface="Calibri"/>
                <a:cs typeface="Calibri"/>
              </a:rPr>
              <a:t>conditions,</a:t>
            </a:r>
            <a:r>
              <a:rPr sz="2600" spc="-65" dirty="0">
                <a:latin typeface="Calibri"/>
                <a:cs typeface="Calibri"/>
              </a:rPr>
              <a:t> </a:t>
            </a:r>
            <a:r>
              <a:rPr sz="2600" dirty="0">
                <a:latin typeface="Calibri"/>
                <a:cs typeface="Calibri"/>
              </a:rPr>
              <a:t>and</a:t>
            </a:r>
            <a:r>
              <a:rPr sz="2600" spc="-70" dirty="0">
                <a:latin typeface="Calibri"/>
                <a:cs typeface="Calibri"/>
              </a:rPr>
              <a:t> </a:t>
            </a:r>
            <a:r>
              <a:rPr sz="2600" spc="-10" dirty="0">
                <a:latin typeface="Calibri"/>
                <a:cs typeface="Calibri"/>
              </a:rPr>
              <a:t>cost.</a:t>
            </a:r>
            <a:endParaRPr sz="2600">
              <a:latin typeface="Calibri"/>
              <a:cs typeface="Calibri"/>
            </a:endParaRPr>
          </a:p>
          <a:p>
            <a:pPr marL="367665" indent="-354965">
              <a:lnSpc>
                <a:spcPct val="100000"/>
              </a:lnSpc>
              <a:spcBef>
                <a:spcPts val="70"/>
              </a:spcBef>
              <a:buAutoNum type="arabicPeriod" startAt="3"/>
              <a:tabLst>
                <a:tab pos="367665" algn="l"/>
              </a:tabLst>
            </a:pPr>
            <a:r>
              <a:rPr sz="2600" spc="-10" dirty="0">
                <a:latin typeface="Calibri"/>
                <a:cs typeface="Calibri"/>
              </a:rPr>
              <a:t>Communicate</a:t>
            </a:r>
            <a:r>
              <a:rPr sz="2600" spc="-60" dirty="0">
                <a:latin typeface="Calibri"/>
                <a:cs typeface="Calibri"/>
              </a:rPr>
              <a:t> </a:t>
            </a:r>
            <a:r>
              <a:rPr sz="2600" dirty="0">
                <a:latin typeface="Calibri"/>
                <a:cs typeface="Calibri"/>
              </a:rPr>
              <a:t>changes</a:t>
            </a:r>
            <a:r>
              <a:rPr sz="2600" spc="-55" dirty="0">
                <a:latin typeface="Calibri"/>
                <a:cs typeface="Calibri"/>
              </a:rPr>
              <a:t> </a:t>
            </a:r>
            <a:r>
              <a:rPr sz="2600" dirty="0">
                <a:latin typeface="Calibri"/>
                <a:cs typeface="Calibri"/>
              </a:rPr>
              <a:t>to</a:t>
            </a:r>
            <a:r>
              <a:rPr sz="2600" spc="-55" dirty="0">
                <a:latin typeface="Calibri"/>
                <a:cs typeface="Calibri"/>
              </a:rPr>
              <a:t> </a:t>
            </a:r>
            <a:r>
              <a:rPr sz="2600" dirty="0">
                <a:latin typeface="Calibri"/>
                <a:cs typeface="Calibri"/>
              </a:rPr>
              <a:t>parties</a:t>
            </a:r>
            <a:r>
              <a:rPr sz="2600" spc="-60" dirty="0">
                <a:latin typeface="Calibri"/>
                <a:cs typeface="Calibri"/>
              </a:rPr>
              <a:t> </a:t>
            </a:r>
            <a:r>
              <a:rPr sz="2600" spc="-10" dirty="0">
                <a:latin typeface="Calibri"/>
                <a:cs typeface="Calibri"/>
              </a:rPr>
              <a:t>affected.</a:t>
            </a:r>
            <a:endParaRPr sz="2600">
              <a:latin typeface="Calibri"/>
              <a:cs typeface="Calibri"/>
            </a:endParaRPr>
          </a:p>
          <a:p>
            <a:pPr marL="367665" indent="-354965">
              <a:lnSpc>
                <a:spcPct val="100000"/>
              </a:lnSpc>
              <a:spcBef>
                <a:spcPts val="75"/>
              </a:spcBef>
              <a:buAutoNum type="arabicPeriod" startAt="3"/>
              <a:tabLst>
                <a:tab pos="367665" algn="l"/>
              </a:tabLst>
            </a:pPr>
            <a:r>
              <a:rPr sz="2600" dirty="0">
                <a:latin typeface="Calibri"/>
                <a:cs typeface="Calibri"/>
              </a:rPr>
              <a:t>Assign</a:t>
            </a:r>
            <a:r>
              <a:rPr sz="2600" spc="-95" dirty="0">
                <a:latin typeface="Calibri"/>
                <a:cs typeface="Calibri"/>
              </a:rPr>
              <a:t> </a:t>
            </a:r>
            <a:r>
              <a:rPr sz="2600" dirty="0">
                <a:latin typeface="Calibri"/>
                <a:cs typeface="Calibri"/>
              </a:rPr>
              <a:t>responsibility</a:t>
            </a:r>
            <a:r>
              <a:rPr sz="2600" spc="-90" dirty="0">
                <a:latin typeface="Calibri"/>
                <a:cs typeface="Calibri"/>
              </a:rPr>
              <a:t> </a:t>
            </a:r>
            <a:r>
              <a:rPr sz="2600" dirty="0">
                <a:latin typeface="Calibri"/>
                <a:cs typeface="Calibri"/>
              </a:rPr>
              <a:t>for</a:t>
            </a:r>
            <a:r>
              <a:rPr sz="2600" spc="-80" dirty="0">
                <a:latin typeface="Calibri"/>
                <a:cs typeface="Calibri"/>
              </a:rPr>
              <a:t> </a:t>
            </a:r>
            <a:r>
              <a:rPr sz="2600" dirty="0">
                <a:latin typeface="Calibri"/>
                <a:cs typeface="Calibri"/>
              </a:rPr>
              <a:t>implementing</a:t>
            </a:r>
            <a:r>
              <a:rPr sz="2600" spc="-90" dirty="0">
                <a:latin typeface="Calibri"/>
                <a:cs typeface="Calibri"/>
              </a:rPr>
              <a:t> </a:t>
            </a:r>
            <a:r>
              <a:rPr sz="2600" spc="-10" dirty="0">
                <a:latin typeface="Calibri"/>
                <a:cs typeface="Calibri"/>
              </a:rPr>
              <a:t>change.</a:t>
            </a:r>
            <a:endParaRPr sz="2600">
              <a:latin typeface="Calibri"/>
              <a:cs typeface="Calibri"/>
            </a:endParaRPr>
          </a:p>
          <a:p>
            <a:pPr marL="367665" indent="-354965">
              <a:lnSpc>
                <a:spcPct val="100000"/>
              </a:lnSpc>
              <a:spcBef>
                <a:spcPts val="95"/>
              </a:spcBef>
              <a:buAutoNum type="arabicPeriod" startAt="3"/>
              <a:tabLst>
                <a:tab pos="367665" algn="l"/>
              </a:tabLst>
            </a:pPr>
            <a:r>
              <a:rPr sz="2600" dirty="0">
                <a:latin typeface="Calibri"/>
                <a:cs typeface="Calibri"/>
              </a:rPr>
              <a:t>Adjust</a:t>
            </a:r>
            <a:r>
              <a:rPr sz="2600" spc="-65" dirty="0">
                <a:latin typeface="Calibri"/>
                <a:cs typeface="Calibri"/>
              </a:rPr>
              <a:t> </a:t>
            </a:r>
            <a:r>
              <a:rPr sz="2600" dirty="0">
                <a:latin typeface="Calibri"/>
                <a:cs typeface="Calibri"/>
              </a:rPr>
              <a:t>master</a:t>
            </a:r>
            <a:r>
              <a:rPr sz="2600" spc="-60" dirty="0">
                <a:latin typeface="Calibri"/>
                <a:cs typeface="Calibri"/>
              </a:rPr>
              <a:t> </a:t>
            </a:r>
            <a:r>
              <a:rPr sz="2600" dirty="0">
                <a:latin typeface="Calibri"/>
                <a:cs typeface="Calibri"/>
              </a:rPr>
              <a:t>schedule</a:t>
            </a:r>
            <a:r>
              <a:rPr sz="2600" spc="-75" dirty="0">
                <a:latin typeface="Calibri"/>
                <a:cs typeface="Calibri"/>
              </a:rPr>
              <a:t> </a:t>
            </a:r>
            <a:r>
              <a:rPr sz="2600" dirty="0">
                <a:latin typeface="Calibri"/>
                <a:cs typeface="Calibri"/>
              </a:rPr>
              <a:t>and</a:t>
            </a:r>
            <a:r>
              <a:rPr sz="2600" spc="-70" dirty="0">
                <a:latin typeface="Calibri"/>
                <a:cs typeface="Calibri"/>
              </a:rPr>
              <a:t> </a:t>
            </a:r>
            <a:r>
              <a:rPr sz="2600" spc="-10" dirty="0">
                <a:latin typeface="Calibri"/>
                <a:cs typeface="Calibri"/>
              </a:rPr>
              <a:t>budget.</a:t>
            </a:r>
            <a:endParaRPr sz="2600">
              <a:latin typeface="Calibri"/>
              <a:cs typeface="Calibri"/>
            </a:endParaRPr>
          </a:p>
          <a:p>
            <a:pPr marL="367665" indent="-354965">
              <a:lnSpc>
                <a:spcPts val="3065"/>
              </a:lnSpc>
              <a:spcBef>
                <a:spcPts val="70"/>
              </a:spcBef>
              <a:buAutoNum type="arabicPeriod" startAt="3"/>
              <a:tabLst>
                <a:tab pos="367665" algn="l"/>
              </a:tabLst>
            </a:pPr>
            <a:r>
              <a:rPr sz="2600" spc="-35" dirty="0">
                <a:latin typeface="Calibri"/>
                <a:cs typeface="Calibri"/>
              </a:rPr>
              <a:t>Track</a:t>
            </a:r>
            <a:r>
              <a:rPr sz="2600" spc="-55" dirty="0">
                <a:latin typeface="Calibri"/>
                <a:cs typeface="Calibri"/>
              </a:rPr>
              <a:t> </a:t>
            </a:r>
            <a:r>
              <a:rPr sz="2600" dirty="0">
                <a:latin typeface="Calibri"/>
                <a:cs typeface="Calibri"/>
              </a:rPr>
              <a:t>all</a:t>
            </a:r>
            <a:r>
              <a:rPr sz="2600" spc="-50" dirty="0">
                <a:latin typeface="Calibri"/>
                <a:cs typeface="Calibri"/>
              </a:rPr>
              <a:t> </a:t>
            </a:r>
            <a:r>
              <a:rPr sz="2600" dirty="0">
                <a:latin typeface="Calibri"/>
                <a:cs typeface="Calibri"/>
              </a:rPr>
              <a:t>changes</a:t>
            </a:r>
            <a:r>
              <a:rPr sz="2600" spc="-55" dirty="0">
                <a:latin typeface="Calibri"/>
                <a:cs typeface="Calibri"/>
              </a:rPr>
              <a:t> </a:t>
            </a:r>
            <a:r>
              <a:rPr sz="2600" dirty="0">
                <a:latin typeface="Calibri"/>
                <a:cs typeface="Calibri"/>
              </a:rPr>
              <a:t>that</a:t>
            </a:r>
            <a:r>
              <a:rPr sz="2600" spc="-50" dirty="0">
                <a:latin typeface="Calibri"/>
                <a:cs typeface="Calibri"/>
              </a:rPr>
              <a:t> </a:t>
            </a:r>
            <a:r>
              <a:rPr sz="2600" dirty="0">
                <a:latin typeface="Calibri"/>
                <a:cs typeface="Calibri"/>
              </a:rPr>
              <a:t>are</a:t>
            </a:r>
            <a:r>
              <a:rPr sz="2600" spc="-60"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be</a:t>
            </a:r>
            <a:r>
              <a:rPr sz="2600" spc="-60" dirty="0">
                <a:latin typeface="Calibri"/>
                <a:cs typeface="Calibri"/>
              </a:rPr>
              <a:t> </a:t>
            </a:r>
            <a:r>
              <a:rPr sz="2600" spc="-10" dirty="0">
                <a:latin typeface="Calibri"/>
                <a:cs typeface="Calibri"/>
              </a:rPr>
              <a:t>implemented.</a:t>
            </a:r>
            <a:endParaRPr sz="2600">
              <a:latin typeface="Calibri"/>
              <a:cs typeface="Calibri"/>
            </a:endParaRPr>
          </a:p>
          <a:p>
            <a:pPr marL="8234045" marR="5080" indent="-367665">
              <a:lnSpc>
                <a:spcPts val="2110"/>
              </a:lnSpc>
              <a:spcBef>
                <a:spcPts val="55"/>
              </a:spcBef>
            </a:pPr>
            <a:r>
              <a:rPr sz="1800" b="1" dirty="0">
                <a:latin typeface="Calibri"/>
                <a:cs typeface="Calibri"/>
              </a:rPr>
              <a:t>Change</a:t>
            </a:r>
            <a:r>
              <a:rPr sz="1800" b="1" spc="-50" dirty="0">
                <a:latin typeface="Calibri"/>
                <a:cs typeface="Calibri"/>
              </a:rPr>
              <a:t> </a:t>
            </a:r>
            <a:r>
              <a:rPr sz="1800" b="1" spc="-10" dirty="0">
                <a:latin typeface="Calibri"/>
                <a:cs typeface="Calibri"/>
              </a:rPr>
              <a:t>Control Process</a:t>
            </a:r>
            <a:endParaRPr sz="1800">
              <a:latin typeface="Calibri"/>
              <a:cs typeface="Calibri"/>
            </a:endParaRPr>
          </a:p>
        </p:txBody>
      </p:sp>
      <p:sp>
        <p:nvSpPr>
          <p:cNvPr id="5" name="object 5"/>
          <p:cNvSpPr txBox="1"/>
          <p:nvPr/>
        </p:nvSpPr>
        <p:spPr>
          <a:xfrm>
            <a:off x="11751904" y="6441620"/>
            <a:ext cx="155575" cy="186055"/>
          </a:xfrm>
          <a:prstGeom prst="rect">
            <a:avLst/>
          </a:prstGeom>
        </p:spPr>
        <p:txBody>
          <a:bodyPr vert="horz" wrap="square" lIns="0" tIns="0" rIns="0" bIns="0" rtlCol="0">
            <a:spAutoFit/>
          </a:bodyPr>
          <a:lstStyle/>
          <a:p>
            <a:pPr>
              <a:lnSpc>
                <a:spcPts val="1385"/>
              </a:lnSpc>
            </a:pPr>
            <a:r>
              <a:rPr sz="1200" b="1" spc="-25" dirty="0">
                <a:solidFill>
                  <a:srgbClr val="898989"/>
                </a:solidFill>
                <a:latin typeface="Calibri"/>
                <a:cs typeface="Calibri"/>
              </a:rPr>
              <a:t>27</a:t>
            </a:r>
            <a:endParaRPr sz="1200">
              <a:latin typeface="Calibri"/>
              <a:cs typeface="Calibri"/>
            </a:endParaRPr>
          </a:p>
        </p:txBody>
      </p:sp>
      <p:pic>
        <p:nvPicPr>
          <p:cNvPr id="6" name="object 6"/>
          <p:cNvPicPr/>
          <p:nvPr/>
        </p:nvPicPr>
        <p:blipFill>
          <a:blip r:embed="rId2" cstate="print"/>
          <a:stretch>
            <a:fillRect/>
          </a:stretch>
        </p:blipFill>
        <p:spPr>
          <a:xfrm>
            <a:off x="10596066" y="906989"/>
            <a:ext cx="1449892" cy="5842779"/>
          </a:xfrm>
          <a:prstGeom prst="rect">
            <a:avLst/>
          </a:prstGeom>
        </p:spPr>
      </p:pic>
      <p:pic>
        <p:nvPicPr>
          <p:cNvPr id="7" name="Picture 6">
            <a:extLst>
              <a:ext uri="{FF2B5EF4-FFF2-40B4-BE49-F238E27FC236}">
                <a16:creationId xmlns:a16="http://schemas.microsoft.com/office/drawing/2014/main" id="{0156B16E-70A2-3ACD-33EC-F9DEE869ED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28</a:t>
            </a:r>
            <a:endParaRPr sz="1200">
              <a:latin typeface="Calibri"/>
              <a:cs typeface="Calibri"/>
            </a:endParaRPr>
          </a:p>
        </p:txBody>
      </p:sp>
      <p:pic>
        <p:nvPicPr>
          <p:cNvPr id="3" name="object 3"/>
          <p:cNvPicPr/>
          <p:nvPr/>
        </p:nvPicPr>
        <p:blipFill>
          <a:blip r:embed="rId2" cstate="print"/>
          <a:stretch>
            <a:fillRect/>
          </a:stretch>
        </p:blipFill>
        <p:spPr>
          <a:xfrm>
            <a:off x="3657268" y="1598853"/>
            <a:ext cx="4297220" cy="5259146"/>
          </a:xfrm>
          <a:prstGeom prst="rect">
            <a:avLst/>
          </a:prstGeom>
        </p:spPr>
      </p:pic>
      <p:sp>
        <p:nvSpPr>
          <p:cNvPr id="4" name="object 4"/>
          <p:cNvSpPr txBox="1"/>
          <p:nvPr/>
        </p:nvSpPr>
        <p:spPr>
          <a:xfrm>
            <a:off x="2179433" y="3279140"/>
            <a:ext cx="1475740" cy="565150"/>
          </a:xfrm>
          <a:prstGeom prst="rect">
            <a:avLst/>
          </a:prstGeom>
        </p:spPr>
        <p:txBody>
          <a:bodyPr vert="horz" wrap="square" lIns="0" tIns="28575" rIns="0" bIns="0" rtlCol="0">
            <a:spAutoFit/>
          </a:bodyPr>
          <a:lstStyle/>
          <a:p>
            <a:pPr marL="353695" marR="5080" indent="-341630">
              <a:lnSpc>
                <a:spcPts val="2090"/>
              </a:lnSpc>
              <a:spcBef>
                <a:spcPts val="225"/>
              </a:spcBef>
            </a:pPr>
            <a:r>
              <a:rPr sz="1800" b="1" dirty="0">
                <a:latin typeface="Calibri"/>
                <a:cs typeface="Calibri"/>
              </a:rPr>
              <a:t>Sample</a:t>
            </a:r>
            <a:r>
              <a:rPr sz="1800" b="1" spc="-30" dirty="0">
                <a:latin typeface="Calibri"/>
                <a:cs typeface="Calibri"/>
              </a:rPr>
              <a:t> </a:t>
            </a:r>
            <a:r>
              <a:rPr sz="1800" b="1" spc="-10" dirty="0">
                <a:latin typeface="Calibri"/>
                <a:cs typeface="Calibri"/>
              </a:rPr>
              <a:t>Change Request</a:t>
            </a:r>
            <a:endParaRPr sz="18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Change </a:t>
            </a:r>
            <a:r>
              <a:rPr spc="114" dirty="0"/>
              <a:t>Management</a:t>
            </a:r>
            <a:r>
              <a:rPr spc="130" dirty="0"/>
              <a:t> </a:t>
            </a:r>
            <a:r>
              <a:rPr spc="75" dirty="0"/>
              <a:t>systems</a:t>
            </a:r>
            <a:r>
              <a:rPr spc="114" dirty="0"/>
              <a:t> </a:t>
            </a:r>
            <a:r>
              <a:rPr sz="1950" spc="-10" dirty="0"/>
              <a:t>(2/2)</a:t>
            </a:r>
            <a:endParaRPr sz="1950"/>
          </a:p>
        </p:txBody>
      </p:sp>
      <p:pic>
        <p:nvPicPr>
          <p:cNvPr id="6" name="Picture 5">
            <a:extLst>
              <a:ext uri="{FF2B5EF4-FFF2-40B4-BE49-F238E27FC236}">
                <a16:creationId xmlns:a16="http://schemas.microsoft.com/office/drawing/2014/main" id="{E27FC2B4-E8D7-F809-9D87-B10D4F4E83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Assignement</a:t>
            </a:r>
            <a:r>
              <a:rPr spc="150" dirty="0"/>
              <a:t> </a:t>
            </a:r>
            <a:r>
              <a:rPr spc="-50" dirty="0"/>
              <a:t>5</a:t>
            </a:r>
          </a:p>
        </p:txBody>
      </p:sp>
      <p:sp>
        <p:nvSpPr>
          <p:cNvPr id="3" name="object 3"/>
          <p:cNvSpPr txBox="1"/>
          <p:nvPr/>
        </p:nvSpPr>
        <p:spPr>
          <a:xfrm>
            <a:off x="1145539" y="1659636"/>
            <a:ext cx="10129520" cy="4981575"/>
          </a:xfrm>
          <a:prstGeom prst="rect">
            <a:avLst/>
          </a:prstGeom>
        </p:spPr>
        <p:txBody>
          <a:bodyPr vert="horz" wrap="square" lIns="0" tIns="88900" rIns="0" bIns="0" rtlCol="0">
            <a:spAutoFit/>
          </a:bodyPr>
          <a:lstStyle/>
          <a:p>
            <a:pPr marL="298450" marR="6350" indent="-285750" algn="just">
              <a:lnSpc>
                <a:spcPts val="2500"/>
              </a:lnSpc>
              <a:spcBef>
                <a:spcPts val="700"/>
              </a:spcBef>
              <a:buAutoNum type="arabicPeriod"/>
              <a:tabLst>
                <a:tab pos="298450" algn="l"/>
              </a:tabLst>
            </a:pPr>
            <a:r>
              <a:rPr sz="2600" dirty="0">
                <a:latin typeface="Calibri"/>
                <a:cs typeface="Calibri"/>
              </a:rPr>
              <a:t>Project</a:t>
            </a:r>
            <a:r>
              <a:rPr sz="2600" spc="35" dirty="0">
                <a:latin typeface="Calibri"/>
                <a:cs typeface="Calibri"/>
              </a:rPr>
              <a:t> </a:t>
            </a:r>
            <a:r>
              <a:rPr sz="2600" dirty="0">
                <a:latin typeface="Calibri"/>
                <a:cs typeface="Calibri"/>
              </a:rPr>
              <a:t>risks</a:t>
            </a:r>
            <a:r>
              <a:rPr sz="2600" spc="30" dirty="0">
                <a:latin typeface="Calibri"/>
                <a:cs typeface="Calibri"/>
              </a:rPr>
              <a:t> </a:t>
            </a:r>
            <a:r>
              <a:rPr sz="2600" dirty="0">
                <a:latin typeface="Calibri"/>
                <a:cs typeface="Calibri"/>
              </a:rPr>
              <a:t>can/cannot</a:t>
            </a:r>
            <a:r>
              <a:rPr sz="2600" spc="35" dirty="0">
                <a:latin typeface="Calibri"/>
                <a:cs typeface="Calibri"/>
              </a:rPr>
              <a:t> </a:t>
            </a:r>
            <a:r>
              <a:rPr sz="2600" dirty="0">
                <a:latin typeface="Calibri"/>
                <a:cs typeface="Calibri"/>
              </a:rPr>
              <a:t>be</a:t>
            </a:r>
            <a:r>
              <a:rPr sz="2600" spc="30" dirty="0">
                <a:latin typeface="Calibri"/>
                <a:cs typeface="Calibri"/>
              </a:rPr>
              <a:t> </a:t>
            </a:r>
            <a:r>
              <a:rPr sz="2600" dirty="0">
                <a:latin typeface="Calibri"/>
                <a:cs typeface="Calibri"/>
              </a:rPr>
              <a:t>eliminated</a:t>
            </a:r>
            <a:r>
              <a:rPr sz="2600" spc="30" dirty="0">
                <a:latin typeface="Calibri"/>
                <a:cs typeface="Calibri"/>
              </a:rPr>
              <a:t> </a:t>
            </a:r>
            <a:r>
              <a:rPr sz="2600" dirty="0">
                <a:latin typeface="Calibri"/>
                <a:cs typeface="Calibri"/>
              </a:rPr>
              <a:t>if</a:t>
            </a:r>
            <a:r>
              <a:rPr sz="2600" spc="30" dirty="0">
                <a:latin typeface="Calibri"/>
                <a:cs typeface="Calibri"/>
              </a:rPr>
              <a:t> </a:t>
            </a:r>
            <a:r>
              <a:rPr sz="2600" dirty="0">
                <a:latin typeface="Calibri"/>
                <a:cs typeface="Calibri"/>
              </a:rPr>
              <a:t>the</a:t>
            </a:r>
            <a:r>
              <a:rPr sz="2600" spc="30" dirty="0">
                <a:latin typeface="Calibri"/>
                <a:cs typeface="Calibri"/>
              </a:rPr>
              <a:t> </a:t>
            </a:r>
            <a:r>
              <a:rPr sz="2600" dirty="0">
                <a:latin typeface="Calibri"/>
                <a:cs typeface="Calibri"/>
              </a:rPr>
              <a:t>project</a:t>
            </a:r>
            <a:r>
              <a:rPr sz="2600" spc="35" dirty="0">
                <a:latin typeface="Calibri"/>
                <a:cs typeface="Calibri"/>
              </a:rPr>
              <a:t> </a:t>
            </a:r>
            <a:r>
              <a:rPr sz="2600" dirty="0">
                <a:latin typeface="Calibri"/>
                <a:cs typeface="Calibri"/>
              </a:rPr>
              <a:t>is</a:t>
            </a:r>
            <a:r>
              <a:rPr sz="2600" spc="30" dirty="0">
                <a:latin typeface="Calibri"/>
                <a:cs typeface="Calibri"/>
              </a:rPr>
              <a:t> </a:t>
            </a:r>
            <a:r>
              <a:rPr sz="2600" dirty="0">
                <a:latin typeface="Calibri"/>
                <a:cs typeface="Calibri"/>
              </a:rPr>
              <a:t>carefully</a:t>
            </a:r>
            <a:r>
              <a:rPr sz="2600" spc="30" dirty="0">
                <a:latin typeface="Calibri"/>
                <a:cs typeface="Calibri"/>
              </a:rPr>
              <a:t> </a:t>
            </a:r>
            <a:r>
              <a:rPr sz="2600" spc="-10" dirty="0">
                <a:latin typeface="Calibri"/>
                <a:cs typeface="Calibri"/>
              </a:rPr>
              <a:t>planned. Explain.</a:t>
            </a:r>
            <a:endParaRPr sz="2600">
              <a:latin typeface="Calibri"/>
              <a:cs typeface="Calibri"/>
            </a:endParaRPr>
          </a:p>
          <a:p>
            <a:pPr marL="298450" marR="5080" indent="-285750" algn="just">
              <a:lnSpc>
                <a:spcPts val="2500"/>
              </a:lnSpc>
              <a:spcBef>
                <a:spcPts val="1000"/>
              </a:spcBef>
              <a:buAutoNum type="arabicPeriod"/>
              <a:tabLst>
                <a:tab pos="298450" algn="l"/>
              </a:tabLst>
            </a:pPr>
            <a:r>
              <a:rPr sz="2600" dirty="0">
                <a:latin typeface="Calibri"/>
                <a:cs typeface="Calibri"/>
              </a:rPr>
              <a:t>The</a:t>
            </a:r>
            <a:r>
              <a:rPr sz="2600" spc="-30" dirty="0">
                <a:latin typeface="Calibri"/>
                <a:cs typeface="Calibri"/>
              </a:rPr>
              <a:t> </a:t>
            </a:r>
            <a:r>
              <a:rPr sz="2600" dirty="0">
                <a:latin typeface="Calibri"/>
                <a:cs typeface="Calibri"/>
              </a:rPr>
              <a:t>chances</a:t>
            </a:r>
            <a:r>
              <a:rPr sz="2600" spc="-25" dirty="0">
                <a:latin typeface="Calibri"/>
                <a:cs typeface="Calibri"/>
              </a:rPr>
              <a:t> </a:t>
            </a:r>
            <a:r>
              <a:rPr sz="2600" dirty="0">
                <a:latin typeface="Calibri"/>
                <a:cs typeface="Calibri"/>
              </a:rPr>
              <a:t>of</a:t>
            </a:r>
            <a:r>
              <a:rPr sz="2600" spc="-20" dirty="0">
                <a:latin typeface="Calibri"/>
                <a:cs typeface="Calibri"/>
              </a:rPr>
              <a:t> </a:t>
            </a:r>
            <a:r>
              <a:rPr sz="2600" dirty="0">
                <a:latin typeface="Calibri"/>
                <a:cs typeface="Calibri"/>
              </a:rPr>
              <a:t>risk</a:t>
            </a:r>
            <a:r>
              <a:rPr sz="2600" spc="-15" dirty="0">
                <a:latin typeface="Calibri"/>
                <a:cs typeface="Calibri"/>
              </a:rPr>
              <a:t> </a:t>
            </a:r>
            <a:r>
              <a:rPr sz="2600" dirty="0">
                <a:latin typeface="Calibri"/>
                <a:cs typeface="Calibri"/>
              </a:rPr>
              <a:t>events</a:t>
            </a:r>
            <a:r>
              <a:rPr sz="2600" spc="-25" dirty="0">
                <a:latin typeface="Calibri"/>
                <a:cs typeface="Calibri"/>
              </a:rPr>
              <a:t> </a:t>
            </a:r>
            <a:r>
              <a:rPr sz="2600" dirty="0">
                <a:latin typeface="Calibri"/>
                <a:cs typeface="Calibri"/>
              </a:rPr>
              <a:t>occurring</a:t>
            </a:r>
            <a:r>
              <a:rPr sz="2600" spc="-15" dirty="0">
                <a:latin typeface="Calibri"/>
                <a:cs typeface="Calibri"/>
              </a:rPr>
              <a:t> </a:t>
            </a:r>
            <a:r>
              <a:rPr sz="2600" dirty="0">
                <a:latin typeface="Calibri"/>
                <a:cs typeface="Calibri"/>
              </a:rPr>
              <a:t>and</a:t>
            </a:r>
            <a:r>
              <a:rPr sz="2600" spc="-20" dirty="0">
                <a:latin typeface="Calibri"/>
                <a:cs typeface="Calibri"/>
              </a:rPr>
              <a:t> </a:t>
            </a:r>
            <a:r>
              <a:rPr sz="2600" dirty="0">
                <a:latin typeface="Calibri"/>
                <a:cs typeface="Calibri"/>
              </a:rPr>
              <a:t>their</a:t>
            </a:r>
            <a:r>
              <a:rPr sz="2600" spc="-15" dirty="0">
                <a:latin typeface="Calibri"/>
                <a:cs typeface="Calibri"/>
              </a:rPr>
              <a:t> </a:t>
            </a:r>
            <a:r>
              <a:rPr sz="2600" dirty="0">
                <a:latin typeface="Calibri"/>
                <a:cs typeface="Calibri"/>
              </a:rPr>
              <a:t>respective</a:t>
            </a:r>
            <a:r>
              <a:rPr sz="2600" spc="-30" dirty="0">
                <a:latin typeface="Calibri"/>
                <a:cs typeface="Calibri"/>
              </a:rPr>
              <a:t> </a:t>
            </a:r>
            <a:r>
              <a:rPr sz="2600" dirty="0">
                <a:latin typeface="Calibri"/>
                <a:cs typeface="Calibri"/>
              </a:rPr>
              <a:t>costs</a:t>
            </a:r>
            <a:r>
              <a:rPr sz="2600" spc="-20" dirty="0">
                <a:latin typeface="Calibri"/>
                <a:cs typeface="Calibri"/>
              </a:rPr>
              <a:t> </a:t>
            </a:r>
            <a:r>
              <a:rPr sz="2600" spc="-10" dirty="0">
                <a:latin typeface="Calibri"/>
                <a:cs typeface="Calibri"/>
              </a:rPr>
              <a:t>increasing </a:t>
            </a:r>
            <a:r>
              <a:rPr sz="2600" dirty="0">
                <a:latin typeface="Calibri"/>
                <a:cs typeface="Calibri"/>
              </a:rPr>
              <a:t>change</a:t>
            </a:r>
            <a:r>
              <a:rPr sz="2600" spc="90" dirty="0">
                <a:latin typeface="Calibri"/>
                <a:cs typeface="Calibri"/>
              </a:rPr>
              <a:t>  </a:t>
            </a:r>
            <a:r>
              <a:rPr sz="2600" dirty="0">
                <a:latin typeface="Calibri"/>
                <a:cs typeface="Calibri"/>
              </a:rPr>
              <a:t>over</a:t>
            </a:r>
            <a:r>
              <a:rPr sz="2600" spc="100" dirty="0">
                <a:latin typeface="Calibri"/>
                <a:cs typeface="Calibri"/>
              </a:rPr>
              <a:t>  </a:t>
            </a:r>
            <a:r>
              <a:rPr sz="2600" dirty="0">
                <a:latin typeface="Calibri"/>
                <a:cs typeface="Calibri"/>
              </a:rPr>
              <a:t>the</a:t>
            </a:r>
            <a:r>
              <a:rPr sz="2600" spc="90" dirty="0">
                <a:latin typeface="Calibri"/>
                <a:cs typeface="Calibri"/>
              </a:rPr>
              <a:t>  </a:t>
            </a:r>
            <a:r>
              <a:rPr sz="2600" dirty="0">
                <a:latin typeface="Calibri"/>
                <a:cs typeface="Calibri"/>
              </a:rPr>
              <a:t>project</a:t>
            </a:r>
            <a:r>
              <a:rPr sz="2600" spc="100" dirty="0">
                <a:latin typeface="Calibri"/>
                <a:cs typeface="Calibri"/>
              </a:rPr>
              <a:t>  </a:t>
            </a:r>
            <a:r>
              <a:rPr sz="2600" dirty="0">
                <a:latin typeface="Calibri"/>
                <a:cs typeface="Calibri"/>
              </a:rPr>
              <a:t>life</a:t>
            </a:r>
            <a:r>
              <a:rPr sz="2600" spc="90" dirty="0">
                <a:latin typeface="Calibri"/>
                <a:cs typeface="Calibri"/>
              </a:rPr>
              <a:t>  </a:t>
            </a:r>
            <a:r>
              <a:rPr sz="2600" dirty="0">
                <a:latin typeface="Calibri"/>
                <a:cs typeface="Calibri"/>
              </a:rPr>
              <a:t>cycle.</a:t>
            </a:r>
            <a:r>
              <a:rPr sz="2600" spc="100" dirty="0">
                <a:latin typeface="Calibri"/>
                <a:cs typeface="Calibri"/>
              </a:rPr>
              <a:t>  </a:t>
            </a:r>
            <a:r>
              <a:rPr sz="2600" dirty="0">
                <a:latin typeface="Calibri"/>
                <a:cs typeface="Calibri"/>
              </a:rPr>
              <a:t>What</a:t>
            </a:r>
            <a:r>
              <a:rPr sz="2600" spc="100" dirty="0">
                <a:latin typeface="Calibri"/>
                <a:cs typeface="Calibri"/>
              </a:rPr>
              <a:t>  </a:t>
            </a:r>
            <a:r>
              <a:rPr sz="2600" dirty="0">
                <a:latin typeface="Calibri"/>
                <a:cs typeface="Calibri"/>
              </a:rPr>
              <a:t>is</a:t>
            </a:r>
            <a:r>
              <a:rPr sz="2600" spc="90" dirty="0">
                <a:latin typeface="Calibri"/>
                <a:cs typeface="Calibri"/>
              </a:rPr>
              <a:t>  </a:t>
            </a:r>
            <a:r>
              <a:rPr sz="2600" dirty="0">
                <a:latin typeface="Calibri"/>
                <a:cs typeface="Calibri"/>
              </a:rPr>
              <a:t>the</a:t>
            </a:r>
            <a:r>
              <a:rPr sz="2600" spc="95" dirty="0">
                <a:latin typeface="Calibri"/>
                <a:cs typeface="Calibri"/>
              </a:rPr>
              <a:t>  </a:t>
            </a:r>
            <a:r>
              <a:rPr sz="2600" dirty="0">
                <a:latin typeface="Calibri"/>
                <a:cs typeface="Calibri"/>
              </a:rPr>
              <a:t>significance</a:t>
            </a:r>
            <a:r>
              <a:rPr sz="2600" spc="90" dirty="0">
                <a:latin typeface="Calibri"/>
                <a:cs typeface="Calibri"/>
              </a:rPr>
              <a:t>  </a:t>
            </a:r>
            <a:r>
              <a:rPr sz="2600" dirty="0">
                <a:latin typeface="Calibri"/>
                <a:cs typeface="Calibri"/>
              </a:rPr>
              <a:t>of</a:t>
            </a:r>
            <a:r>
              <a:rPr sz="2600" spc="95" dirty="0">
                <a:latin typeface="Calibri"/>
                <a:cs typeface="Calibri"/>
              </a:rPr>
              <a:t>  </a:t>
            </a:r>
            <a:r>
              <a:rPr sz="2600" spc="-20" dirty="0">
                <a:latin typeface="Calibri"/>
                <a:cs typeface="Calibri"/>
              </a:rPr>
              <a:t>this </a:t>
            </a:r>
            <a:r>
              <a:rPr sz="2600" dirty="0">
                <a:latin typeface="Calibri"/>
                <a:cs typeface="Calibri"/>
              </a:rPr>
              <a:t>phenomenon</a:t>
            </a:r>
            <a:r>
              <a:rPr sz="2600" spc="-80" dirty="0">
                <a:latin typeface="Calibri"/>
                <a:cs typeface="Calibri"/>
              </a:rPr>
              <a:t> </a:t>
            </a:r>
            <a:r>
              <a:rPr sz="2600" dirty="0">
                <a:latin typeface="Calibri"/>
                <a:cs typeface="Calibri"/>
              </a:rPr>
              <a:t>to</a:t>
            </a:r>
            <a:r>
              <a:rPr sz="2600" spc="-70" dirty="0">
                <a:latin typeface="Calibri"/>
                <a:cs typeface="Calibri"/>
              </a:rPr>
              <a:t> </a:t>
            </a:r>
            <a:r>
              <a:rPr sz="2600" dirty="0">
                <a:latin typeface="Calibri"/>
                <a:cs typeface="Calibri"/>
              </a:rPr>
              <a:t>a</a:t>
            </a:r>
            <a:r>
              <a:rPr sz="2600" spc="-70" dirty="0">
                <a:latin typeface="Calibri"/>
                <a:cs typeface="Calibri"/>
              </a:rPr>
              <a:t> </a:t>
            </a:r>
            <a:r>
              <a:rPr sz="2600" dirty="0">
                <a:latin typeface="Calibri"/>
                <a:cs typeface="Calibri"/>
              </a:rPr>
              <a:t>project</a:t>
            </a:r>
            <a:r>
              <a:rPr sz="2600" spc="-70" dirty="0">
                <a:latin typeface="Calibri"/>
                <a:cs typeface="Calibri"/>
              </a:rPr>
              <a:t> </a:t>
            </a:r>
            <a:r>
              <a:rPr sz="2600" spc="-10" dirty="0">
                <a:latin typeface="Calibri"/>
                <a:cs typeface="Calibri"/>
              </a:rPr>
              <a:t>manager?</a:t>
            </a:r>
            <a:endParaRPr sz="2600">
              <a:latin typeface="Calibri"/>
              <a:cs typeface="Calibri"/>
            </a:endParaRPr>
          </a:p>
          <a:p>
            <a:pPr marL="297815" indent="-285115" algn="just">
              <a:lnSpc>
                <a:spcPct val="100000"/>
              </a:lnSpc>
              <a:spcBef>
                <a:spcPts val="395"/>
              </a:spcBef>
              <a:buAutoNum type="arabicPeriod"/>
              <a:tabLst>
                <a:tab pos="297815" algn="l"/>
              </a:tabLst>
            </a:pPr>
            <a:r>
              <a:rPr sz="2600" dirty="0">
                <a:latin typeface="Calibri"/>
                <a:cs typeface="Calibri"/>
              </a:rPr>
              <a:t>What</a:t>
            </a:r>
            <a:r>
              <a:rPr sz="2600" spc="-50" dirty="0">
                <a:latin typeface="Calibri"/>
                <a:cs typeface="Calibri"/>
              </a:rPr>
              <a:t> </a:t>
            </a:r>
            <a:r>
              <a:rPr sz="2600" dirty="0">
                <a:latin typeface="Calibri"/>
                <a:cs typeface="Calibri"/>
              </a:rPr>
              <a:t>is</a:t>
            </a:r>
            <a:r>
              <a:rPr sz="2600" spc="-55" dirty="0">
                <a:latin typeface="Calibri"/>
                <a:cs typeface="Calibri"/>
              </a:rPr>
              <a:t> </a:t>
            </a:r>
            <a:r>
              <a:rPr sz="2600" dirty="0">
                <a:latin typeface="Calibri"/>
                <a:cs typeface="Calibri"/>
              </a:rPr>
              <a:t>the</a:t>
            </a:r>
            <a:r>
              <a:rPr sz="2600" spc="-50" dirty="0">
                <a:latin typeface="Calibri"/>
                <a:cs typeface="Calibri"/>
              </a:rPr>
              <a:t> </a:t>
            </a:r>
            <a:r>
              <a:rPr sz="2600" spc="-10" dirty="0">
                <a:latin typeface="Calibri"/>
                <a:cs typeface="Calibri"/>
              </a:rPr>
              <a:t>difference</a:t>
            </a:r>
            <a:r>
              <a:rPr sz="2600" spc="-55" dirty="0">
                <a:latin typeface="Calibri"/>
                <a:cs typeface="Calibri"/>
              </a:rPr>
              <a:t> </a:t>
            </a:r>
            <a:r>
              <a:rPr sz="2600" dirty="0">
                <a:latin typeface="Calibri"/>
                <a:cs typeface="Calibri"/>
              </a:rPr>
              <a:t>between</a:t>
            </a:r>
            <a:r>
              <a:rPr sz="2600" spc="-55" dirty="0">
                <a:latin typeface="Calibri"/>
                <a:cs typeface="Calibri"/>
              </a:rPr>
              <a:t> </a:t>
            </a:r>
            <a:r>
              <a:rPr sz="2600" spc="-10" dirty="0">
                <a:latin typeface="Calibri"/>
                <a:cs typeface="Calibri"/>
              </a:rPr>
              <a:t>avoiding</a:t>
            </a:r>
            <a:r>
              <a:rPr sz="2600" spc="-60" dirty="0">
                <a:latin typeface="Calibri"/>
                <a:cs typeface="Calibri"/>
              </a:rPr>
              <a:t> </a:t>
            </a:r>
            <a:r>
              <a:rPr sz="2600" dirty="0">
                <a:latin typeface="Calibri"/>
                <a:cs typeface="Calibri"/>
              </a:rPr>
              <a:t>a</a:t>
            </a:r>
            <a:r>
              <a:rPr sz="2600" spc="-45" dirty="0">
                <a:latin typeface="Calibri"/>
                <a:cs typeface="Calibri"/>
              </a:rPr>
              <a:t> </a:t>
            </a:r>
            <a:r>
              <a:rPr sz="2600" dirty="0">
                <a:latin typeface="Calibri"/>
                <a:cs typeface="Calibri"/>
              </a:rPr>
              <a:t>risk</a:t>
            </a:r>
            <a:r>
              <a:rPr sz="2600" spc="-40" dirty="0">
                <a:latin typeface="Calibri"/>
                <a:cs typeface="Calibri"/>
              </a:rPr>
              <a:t> </a:t>
            </a:r>
            <a:r>
              <a:rPr sz="2600" dirty="0">
                <a:latin typeface="Calibri"/>
                <a:cs typeface="Calibri"/>
              </a:rPr>
              <a:t>and</a:t>
            </a:r>
            <a:r>
              <a:rPr sz="2600" spc="-55" dirty="0">
                <a:latin typeface="Calibri"/>
                <a:cs typeface="Calibri"/>
              </a:rPr>
              <a:t> </a:t>
            </a:r>
            <a:r>
              <a:rPr sz="2600" dirty="0">
                <a:latin typeface="Calibri"/>
                <a:cs typeface="Calibri"/>
              </a:rPr>
              <a:t>accepting</a:t>
            </a:r>
            <a:r>
              <a:rPr sz="2600" spc="-45" dirty="0">
                <a:latin typeface="Calibri"/>
                <a:cs typeface="Calibri"/>
              </a:rPr>
              <a:t> </a:t>
            </a:r>
            <a:r>
              <a:rPr sz="2600" dirty="0">
                <a:latin typeface="Calibri"/>
                <a:cs typeface="Calibri"/>
              </a:rPr>
              <a:t>a</a:t>
            </a:r>
            <a:r>
              <a:rPr sz="2600" spc="-45" dirty="0">
                <a:latin typeface="Calibri"/>
                <a:cs typeface="Calibri"/>
              </a:rPr>
              <a:t> </a:t>
            </a:r>
            <a:r>
              <a:rPr sz="2600" spc="-10" dirty="0">
                <a:latin typeface="Calibri"/>
                <a:cs typeface="Calibri"/>
              </a:rPr>
              <a:t>risk?</a:t>
            </a:r>
            <a:endParaRPr sz="2600">
              <a:latin typeface="Calibri"/>
              <a:cs typeface="Calibri"/>
            </a:endParaRPr>
          </a:p>
          <a:p>
            <a:pPr marL="298450" marR="5715" indent="-285750">
              <a:lnSpc>
                <a:spcPct val="80000"/>
              </a:lnSpc>
              <a:spcBef>
                <a:spcPts val="910"/>
              </a:spcBef>
              <a:buAutoNum type="arabicPeriod"/>
              <a:tabLst>
                <a:tab pos="298450" algn="l"/>
                <a:tab pos="1231265" algn="l"/>
                <a:tab pos="1635760" algn="l"/>
                <a:tab pos="2282825" algn="l"/>
                <a:tab pos="3834765" algn="l"/>
                <a:tab pos="5213985" algn="l"/>
                <a:tab pos="6761480" algn="l"/>
                <a:tab pos="7119620" algn="l"/>
                <a:tab pos="7790815" algn="l"/>
                <a:tab pos="8495030" algn="l"/>
              </a:tabLst>
            </a:pPr>
            <a:r>
              <a:rPr sz="2600" spc="-20" dirty="0">
                <a:latin typeface="Calibri"/>
                <a:cs typeface="Calibri"/>
              </a:rPr>
              <a:t>What</a:t>
            </a:r>
            <a:r>
              <a:rPr sz="2600" dirty="0">
                <a:latin typeface="Calibri"/>
                <a:cs typeface="Calibri"/>
              </a:rPr>
              <a:t>	</a:t>
            </a:r>
            <a:r>
              <a:rPr sz="2600" spc="-25" dirty="0">
                <a:latin typeface="Calibri"/>
                <a:cs typeface="Calibri"/>
              </a:rPr>
              <a:t>is</a:t>
            </a:r>
            <a:r>
              <a:rPr sz="2600" dirty="0">
                <a:latin typeface="Calibri"/>
                <a:cs typeface="Calibri"/>
              </a:rPr>
              <a:t>	</a:t>
            </a:r>
            <a:r>
              <a:rPr sz="2600" spc="-25" dirty="0">
                <a:latin typeface="Calibri"/>
                <a:cs typeface="Calibri"/>
              </a:rPr>
              <a:t>the</a:t>
            </a:r>
            <a:r>
              <a:rPr sz="2600" dirty="0">
                <a:latin typeface="Calibri"/>
                <a:cs typeface="Calibri"/>
              </a:rPr>
              <a:t>	</a:t>
            </a:r>
            <a:r>
              <a:rPr sz="2600" spc="-10" dirty="0">
                <a:latin typeface="Calibri"/>
                <a:cs typeface="Calibri"/>
              </a:rPr>
              <a:t>difference</a:t>
            </a:r>
            <a:r>
              <a:rPr sz="2600" dirty="0">
                <a:latin typeface="Calibri"/>
                <a:cs typeface="Calibri"/>
              </a:rPr>
              <a:t>	</a:t>
            </a:r>
            <a:r>
              <a:rPr sz="2600" spc="-10" dirty="0">
                <a:latin typeface="Calibri"/>
                <a:cs typeface="Calibri"/>
              </a:rPr>
              <a:t>between</a:t>
            </a:r>
            <a:r>
              <a:rPr sz="2600" dirty="0">
                <a:latin typeface="Calibri"/>
                <a:cs typeface="Calibri"/>
              </a:rPr>
              <a:t>	</a:t>
            </a:r>
            <a:r>
              <a:rPr sz="2600" spc="-10" dirty="0">
                <a:latin typeface="Calibri"/>
                <a:cs typeface="Calibri"/>
              </a:rPr>
              <a:t>mitigating</a:t>
            </a:r>
            <a:r>
              <a:rPr sz="2600" dirty="0">
                <a:latin typeface="Calibri"/>
                <a:cs typeface="Calibri"/>
              </a:rPr>
              <a:t>	</a:t>
            </a:r>
            <a:r>
              <a:rPr sz="2600" spc="-50" dirty="0">
                <a:latin typeface="Calibri"/>
                <a:cs typeface="Calibri"/>
              </a:rPr>
              <a:t>a</a:t>
            </a:r>
            <a:r>
              <a:rPr sz="2600" dirty="0">
                <a:latin typeface="Calibri"/>
                <a:cs typeface="Calibri"/>
              </a:rPr>
              <a:t>	</a:t>
            </a:r>
            <a:r>
              <a:rPr sz="2600" spc="-20" dirty="0">
                <a:latin typeface="Calibri"/>
                <a:cs typeface="Calibri"/>
              </a:rPr>
              <a:t>risk</a:t>
            </a:r>
            <a:r>
              <a:rPr sz="2600" dirty="0">
                <a:latin typeface="Calibri"/>
                <a:cs typeface="Calibri"/>
              </a:rPr>
              <a:t>	</a:t>
            </a:r>
            <a:r>
              <a:rPr sz="2600" spc="-25" dirty="0">
                <a:latin typeface="Calibri"/>
                <a:cs typeface="Calibri"/>
              </a:rPr>
              <a:t>and</a:t>
            </a:r>
            <a:r>
              <a:rPr sz="2600" dirty="0">
                <a:latin typeface="Calibri"/>
                <a:cs typeface="Calibri"/>
              </a:rPr>
              <a:t>	</a:t>
            </a:r>
            <a:r>
              <a:rPr sz="2600" spc="-10" dirty="0">
                <a:latin typeface="Calibri"/>
                <a:cs typeface="Calibri"/>
              </a:rPr>
              <a:t>contingency planning?</a:t>
            </a:r>
            <a:endParaRPr sz="2600">
              <a:latin typeface="Calibri"/>
              <a:cs typeface="Calibri"/>
            </a:endParaRPr>
          </a:p>
          <a:p>
            <a:pPr marL="298450" marR="5715" indent="-285750">
              <a:lnSpc>
                <a:spcPct val="80000"/>
              </a:lnSpc>
              <a:spcBef>
                <a:spcPts val="1010"/>
              </a:spcBef>
              <a:buAutoNum type="arabicPeriod"/>
              <a:tabLst>
                <a:tab pos="298450" algn="l"/>
                <a:tab pos="1477645" algn="l"/>
                <a:tab pos="2143125" algn="l"/>
                <a:tab pos="3712845" algn="l"/>
                <a:tab pos="5110480" algn="l"/>
                <a:tab pos="6272530" algn="l"/>
                <a:tab pos="7614284" algn="l"/>
                <a:tab pos="8336915" algn="l"/>
              </a:tabLst>
            </a:pPr>
            <a:r>
              <a:rPr sz="2600" spc="-10" dirty="0">
                <a:latin typeface="Calibri"/>
                <a:cs typeface="Calibri"/>
              </a:rPr>
              <a:t>Explain</a:t>
            </a:r>
            <a:r>
              <a:rPr sz="2600" dirty="0">
                <a:latin typeface="Calibri"/>
                <a:cs typeface="Calibri"/>
              </a:rPr>
              <a:t>	</a:t>
            </a:r>
            <a:r>
              <a:rPr sz="2600" spc="-25" dirty="0">
                <a:latin typeface="Calibri"/>
                <a:cs typeface="Calibri"/>
              </a:rPr>
              <a:t>the</a:t>
            </a:r>
            <a:r>
              <a:rPr sz="2600" dirty="0">
                <a:latin typeface="Calibri"/>
                <a:cs typeface="Calibri"/>
              </a:rPr>
              <a:t>	</a:t>
            </a:r>
            <a:r>
              <a:rPr sz="2600" spc="-10" dirty="0">
                <a:latin typeface="Calibri"/>
                <a:cs typeface="Calibri"/>
              </a:rPr>
              <a:t>difference</a:t>
            </a:r>
            <a:r>
              <a:rPr sz="2600" dirty="0">
                <a:latin typeface="Calibri"/>
                <a:cs typeface="Calibri"/>
              </a:rPr>
              <a:t>	</a:t>
            </a:r>
            <a:r>
              <a:rPr sz="2600" spc="-10" dirty="0">
                <a:latin typeface="Calibri"/>
                <a:cs typeface="Calibri"/>
              </a:rPr>
              <a:t>between</a:t>
            </a:r>
            <a:r>
              <a:rPr sz="2600" dirty="0">
                <a:latin typeface="Calibri"/>
                <a:cs typeface="Calibri"/>
              </a:rPr>
              <a:t>	</a:t>
            </a:r>
            <a:r>
              <a:rPr sz="2600" spc="-10" dirty="0">
                <a:latin typeface="Calibri"/>
                <a:cs typeface="Calibri"/>
              </a:rPr>
              <a:t>budget</a:t>
            </a:r>
            <a:r>
              <a:rPr sz="2600" dirty="0">
                <a:latin typeface="Calibri"/>
                <a:cs typeface="Calibri"/>
              </a:rPr>
              <a:t>	</a:t>
            </a:r>
            <a:r>
              <a:rPr sz="2600" spc="-10" dirty="0">
                <a:latin typeface="Calibri"/>
                <a:cs typeface="Calibri"/>
              </a:rPr>
              <a:t>reserves</a:t>
            </a:r>
            <a:r>
              <a:rPr sz="2600" dirty="0">
                <a:latin typeface="Calibri"/>
                <a:cs typeface="Calibri"/>
              </a:rPr>
              <a:t>	</a:t>
            </a:r>
            <a:r>
              <a:rPr sz="2600" spc="-25" dirty="0">
                <a:latin typeface="Calibri"/>
                <a:cs typeface="Calibri"/>
              </a:rPr>
              <a:t>and</a:t>
            </a:r>
            <a:r>
              <a:rPr sz="2600" dirty="0">
                <a:latin typeface="Calibri"/>
                <a:cs typeface="Calibri"/>
              </a:rPr>
              <a:t>	</a:t>
            </a:r>
            <a:r>
              <a:rPr sz="2600" spc="-10" dirty="0">
                <a:latin typeface="Calibri"/>
                <a:cs typeface="Calibri"/>
              </a:rPr>
              <a:t>management reserves.</a:t>
            </a:r>
            <a:endParaRPr sz="2600">
              <a:latin typeface="Calibri"/>
              <a:cs typeface="Calibri"/>
            </a:endParaRPr>
          </a:p>
          <a:p>
            <a:pPr marL="297815" indent="-285115">
              <a:lnSpc>
                <a:spcPct val="100000"/>
              </a:lnSpc>
              <a:spcBef>
                <a:spcPts val="385"/>
              </a:spcBef>
              <a:buAutoNum type="arabicPeriod"/>
              <a:tabLst>
                <a:tab pos="297815" algn="l"/>
              </a:tabLst>
            </a:pPr>
            <a:r>
              <a:rPr sz="2600" dirty="0">
                <a:latin typeface="Calibri"/>
                <a:cs typeface="Calibri"/>
              </a:rPr>
              <a:t>How</a:t>
            </a:r>
            <a:r>
              <a:rPr sz="2600" spc="-70" dirty="0">
                <a:latin typeface="Calibri"/>
                <a:cs typeface="Calibri"/>
              </a:rPr>
              <a:t> </a:t>
            </a:r>
            <a:r>
              <a:rPr sz="2600" dirty="0">
                <a:latin typeface="Calibri"/>
                <a:cs typeface="Calibri"/>
              </a:rPr>
              <a:t>are</a:t>
            </a:r>
            <a:r>
              <a:rPr sz="2600" spc="-80" dirty="0">
                <a:latin typeface="Calibri"/>
                <a:cs typeface="Calibri"/>
              </a:rPr>
              <a:t> </a:t>
            </a:r>
            <a:r>
              <a:rPr sz="2600" dirty="0">
                <a:latin typeface="Calibri"/>
                <a:cs typeface="Calibri"/>
              </a:rPr>
              <a:t>the</a:t>
            </a:r>
            <a:r>
              <a:rPr sz="2600" spc="-70" dirty="0">
                <a:latin typeface="Calibri"/>
                <a:cs typeface="Calibri"/>
              </a:rPr>
              <a:t> </a:t>
            </a:r>
            <a:r>
              <a:rPr sz="2600" dirty="0">
                <a:latin typeface="Calibri"/>
                <a:cs typeface="Calibri"/>
              </a:rPr>
              <a:t>work</a:t>
            </a:r>
            <a:r>
              <a:rPr sz="2600" spc="-65" dirty="0">
                <a:latin typeface="Calibri"/>
                <a:cs typeface="Calibri"/>
              </a:rPr>
              <a:t> </a:t>
            </a:r>
            <a:r>
              <a:rPr sz="2600" spc="-10" dirty="0">
                <a:latin typeface="Calibri"/>
                <a:cs typeface="Calibri"/>
              </a:rPr>
              <a:t>breakdown</a:t>
            </a:r>
            <a:r>
              <a:rPr sz="2600" spc="-75" dirty="0">
                <a:latin typeface="Calibri"/>
                <a:cs typeface="Calibri"/>
              </a:rPr>
              <a:t> </a:t>
            </a:r>
            <a:r>
              <a:rPr sz="2600" dirty="0">
                <a:latin typeface="Calibri"/>
                <a:cs typeface="Calibri"/>
              </a:rPr>
              <a:t>structure</a:t>
            </a:r>
            <a:r>
              <a:rPr sz="2600" spc="-80" dirty="0">
                <a:latin typeface="Calibri"/>
                <a:cs typeface="Calibri"/>
              </a:rPr>
              <a:t> </a:t>
            </a:r>
            <a:r>
              <a:rPr sz="2600" dirty="0">
                <a:latin typeface="Calibri"/>
                <a:cs typeface="Calibri"/>
              </a:rPr>
              <a:t>and</a:t>
            </a:r>
            <a:r>
              <a:rPr sz="2600" spc="-70" dirty="0">
                <a:latin typeface="Calibri"/>
                <a:cs typeface="Calibri"/>
              </a:rPr>
              <a:t> </a:t>
            </a:r>
            <a:r>
              <a:rPr sz="2600" dirty="0">
                <a:latin typeface="Calibri"/>
                <a:cs typeface="Calibri"/>
              </a:rPr>
              <a:t>change</a:t>
            </a:r>
            <a:r>
              <a:rPr sz="2600" spc="-80" dirty="0">
                <a:latin typeface="Calibri"/>
                <a:cs typeface="Calibri"/>
              </a:rPr>
              <a:t> </a:t>
            </a:r>
            <a:r>
              <a:rPr sz="2600" spc="-10" dirty="0">
                <a:latin typeface="Calibri"/>
                <a:cs typeface="Calibri"/>
              </a:rPr>
              <a:t>control</a:t>
            </a:r>
            <a:r>
              <a:rPr sz="2600" spc="-70" dirty="0">
                <a:latin typeface="Calibri"/>
                <a:cs typeface="Calibri"/>
              </a:rPr>
              <a:t> </a:t>
            </a:r>
            <a:r>
              <a:rPr sz="2600" spc="-10" dirty="0">
                <a:latin typeface="Calibri"/>
                <a:cs typeface="Calibri"/>
              </a:rPr>
              <a:t>connected?</a:t>
            </a:r>
            <a:endParaRPr sz="2600">
              <a:latin typeface="Calibri"/>
              <a:cs typeface="Calibri"/>
            </a:endParaRPr>
          </a:p>
          <a:p>
            <a:pPr marL="298450" marR="5080" indent="-285750">
              <a:lnSpc>
                <a:spcPts val="2500"/>
              </a:lnSpc>
              <a:spcBef>
                <a:spcPts val="985"/>
              </a:spcBef>
              <a:buAutoNum type="arabicPeriod"/>
              <a:tabLst>
                <a:tab pos="298450" algn="l"/>
              </a:tabLst>
            </a:pPr>
            <a:r>
              <a:rPr sz="2600" dirty="0">
                <a:latin typeface="Calibri"/>
                <a:cs typeface="Calibri"/>
              </a:rPr>
              <a:t>What</a:t>
            </a:r>
            <a:r>
              <a:rPr sz="2600" spc="65" dirty="0">
                <a:latin typeface="Calibri"/>
                <a:cs typeface="Calibri"/>
              </a:rPr>
              <a:t> </a:t>
            </a:r>
            <a:r>
              <a:rPr sz="2600" dirty="0">
                <a:latin typeface="Calibri"/>
                <a:cs typeface="Calibri"/>
              </a:rPr>
              <a:t>are</a:t>
            </a:r>
            <a:r>
              <a:rPr sz="2600" spc="60"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major</a:t>
            </a:r>
            <a:r>
              <a:rPr sz="2600" spc="75" dirty="0">
                <a:latin typeface="Calibri"/>
                <a:cs typeface="Calibri"/>
              </a:rPr>
              <a:t> </a:t>
            </a:r>
            <a:r>
              <a:rPr sz="2600" dirty="0">
                <a:latin typeface="Calibri"/>
                <a:cs typeface="Calibri"/>
              </a:rPr>
              <a:t>differences</a:t>
            </a:r>
            <a:r>
              <a:rPr sz="2600" spc="60" dirty="0">
                <a:latin typeface="Calibri"/>
                <a:cs typeface="Calibri"/>
              </a:rPr>
              <a:t> </a:t>
            </a:r>
            <a:r>
              <a:rPr sz="2600" dirty="0">
                <a:latin typeface="Calibri"/>
                <a:cs typeface="Calibri"/>
              </a:rPr>
              <a:t>between</a:t>
            </a:r>
            <a:r>
              <a:rPr sz="2600" spc="65" dirty="0">
                <a:latin typeface="Calibri"/>
                <a:cs typeface="Calibri"/>
              </a:rPr>
              <a:t> </a:t>
            </a:r>
            <a:r>
              <a:rPr sz="2600" dirty="0">
                <a:latin typeface="Calibri"/>
                <a:cs typeface="Calibri"/>
              </a:rPr>
              <a:t>managing</a:t>
            </a:r>
            <a:r>
              <a:rPr sz="2600" spc="65" dirty="0">
                <a:latin typeface="Calibri"/>
                <a:cs typeface="Calibri"/>
              </a:rPr>
              <a:t> </a:t>
            </a:r>
            <a:r>
              <a:rPr sz="2600" dirty="0">
                <a:latin typeface="Calibri"/>
                <a:cs typeface="Calibri"/>
              </a:rPr>
              <a:t>negative</a:t>
            </a:r>
            <a:r>
              <a:rPr sz="2600" spc="60" dirty="0">
                <a:latin typeface="Calibri"/>
                <a:cs typeface="Calibri"/>
              </a:rPr>
              <a:t> </a:t>
            </a:r>
            <a:r>
              <a:rPr sz="2600" dirty="0">
                <a:latin typeface="Calibri"/>
                <a:cs typeface="Calibri"/>
              </a:rPr>
              <a:t>risks</a:t>
            </a:r>
            <a:r>
              <a:rPr sz="2600" spc="65" dirty="0">
                <a:latin typeface="Calibri"/>
                <a:cs typeface="Calibri"/>
              </a:rPr>
              <a:t> </a:t>
            </a:r>
            <a:r>
              <a:rPr sz="2600" spc="-10" dirty="0">
                <a:latin typeface="Calibri"/>
                <a:cs typeface="Calibri"/>
              </a:rPr>
              <a:t>versus </a:t>
            </a:r>
            <a:r>
              <a:rPr sz="2600" dirty="0">
                <a:latin typeface="Calibri"/>
                <a:cs typeface="Calibri"/>
              </a:rPr>
              <a:t>positive</a:t>
            </a:r>
            <a:r>
              <a:rPr sz="2600" spc="-95" dirty="0">
                <a:latin typeface="Calibri"/>
                <a:cs typeface="Calibri"/>
              </a:rPr>
              <a:t> </a:t>
            </a:r>
            <a:r>
              <a:rPr sz="2600" dirty="0">
                <a:latin typeface="Calibri"/>
                <a:cs typeface="Calibri"/>
              </a:rPr>
              <a:t>risks</a:t>
            </a:r>
            <a:r>
              <a:rPr sz="2600" spc="-90" dirty="0">
                <a:latin typeface="Calibri"/>
                <a:cs typeface="Calibri"/>
              </a:rPr>
              <a:t> </a:t>
            </a:r>
            <a:r>
              <a:rPr sz="2600" spc="-10" dirty="0">
                <a:latin typeface="Calibri"/>
                <a:cs typeface="Calibri"/>
              </a:rPr>
              <a:t>(opportunities)?</a:t>
            </a:r>
            <a:endParaRPr sz="26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29</a:t>
            </a:r>
            <a:endParaRPr sz="1200">
              <a:latin typeface="Calibri"/>
              <a:cs typeface="Calibri"/>
            </a:endParaRPr>
          </a:p>
        </p:txBody>
      </p:sp>
      <p:pic>
        <p:nvPicPr>
          <p:cNvPr id="5" name="Picture 4">
            <a:extLst>
              <a:ext uri="{FF2B5EF4-FFF2-40B4-BE49-F238E27FC236}">
                <a16:creationId xmlns:a16="http://schemas.microsoft.com/office/drawing/2014/main" id="{7F850528-CD6B-9D33-2EC0-C64CF670E8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2879</TotalTime>
  <Words>4925</Words>
  <Application>Microsoft Office PowerPoint</Application>
  <PresentationFormat>Widescreen</PresentationFormat>
  <Paragraphs>297</Paragraphs>
  <Slides>30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 MT</vt:lpstr>
      <vt:lpstr>Calibri</vt:lpstr>
      <vt:lpstr>Calibri Light</vt:lpstr>
      <vt:lpstr>Georgia</vt:lpstr>
      <vt:lpstr>Office Theme</vt:lpstr>
      <vt:lpstr>Managing Risk</vt:lpstr>
      <vt:lpstr>Contents</vt:lpstr>
      <vt:lpstr>Risk Management</vt:lpstr>
      <vt:lpstr>Risk Management Process (1/2)</vt:lpstr>
      <vt:lpstr>Risk Management Process (2/2)</vt:lpstr>
      <vt:lpstr>1- Risk Identification (1/3)</vt:lpstr>
      <vt:lpstr>1- Risk Identification (2/3)</vt:lpstr>
      <vt:lpstr>1- Risk Identification (3/3)</vt:lpstr>
      <vt:lpstr>2- Risk Assessment (1/4)</vt:lpstr>
      <vt:lpstr>2- Risk Assessment (2/4)</vt:lpstr>
      <vt:lpstr>2- Risk Assessment (3/4)</vt:lpstr>
      <vt:lpstr>Example: Windows 11 project  </vt:lpstr>
      <vt:lpstr>2- Risk Assessment (4/4)</vt:lpstr>
      <vt:lpstr>3- Risk Response Development</vt:lpstr>
      <vt:lpstr>a. Mitigating Risk</vt:lpstr>
      <vt:lpstr>b. Avoiding Risk</vt:lpstr>
      <vt:lpstr>c. Transferring Risk</vt:lpstr>
      <vt:lpstr>d. Accept Risk</vt:lpstr>
      <vt:lpstr>Contingency Planning (1/2)</vt:lpstr>
      <vt:lpstr>Contingency Planning (2/2)</vt:lpstr>
      <vt:lpstr>Contingency Planning</vt:lpstr>
      <vt:lpstr>Opportunity Management</vt:lpstr>
      <vt:lpstr>Contingency Funding and Time Buffers (1/2)</vt:lpstr>
      <vt:lpstr>Contingency Funding and Time Buffers (2/2)</vt:lpstr>
      <vt:lpstr>Time buffers</vt:lpstr>
      <vt:lpstr>4- Risk Response Control</vt:lpstr>
      <vt:lpstr>Change Control Management</vt:lpstr>
      <vt:lpstr>Change Management systems (1/2)</vt:lpstr>
      <vt:lpstr>Change Management systems (2/2)</vt:lpstr>
      <vt:lpstr>Assignement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Risk</dc:title>
  <dc:creator>BASHA</dc:creator>
  <cp:lastModifiedBy>Zahraa.Ismail</cp:lastModifiedBy>
  <cp:revision>33</cp:revision>
  <dcterms:created xsi:type="dcterms:W3CDTF">2025-07-31T07:58:10Z</dcterms:created>
  <dcterms:modified xsi:type="dcterms:W3CDTF">2025-11-11T10:47:17Z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2024-04-07T00:00:00Z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
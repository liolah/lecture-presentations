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AF70-53F9-3A75-FC95-85C84D8E6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B761F-32F8-041A-1A99-557C99C6D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D091B-A693-96C6-DE1E-99DB9C15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FE23-47CF-A5A5-5FF7-89040FB1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1715-1173-A4E6-71A2-A25DA4EB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1405-7E4C-8221-7526-4CA24210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4C6A-C753-C3E1-E8D7-37760B02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B707-0103-0362-4FB3-24DBF7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8F62-D19B-9CB3-47FB-E50B6F08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235D-8B52-CFAF-FB57-088EA73B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1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99AF-EAD7-775C-C684-4431BEAD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5B98-75CD-9A49-742C-6B346F44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BD10-81C2-44E3-6B5C-5FF782E1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262E-A61F-8A89-AE08-4C8DB2E2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7456-B77D-84BF-5E8C-0804DF8E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7403-AEFE-0BEE-D07D-05B9DC3E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F5A6-B80C-4475-90ED-67E6C3DC0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E0881-CD53-848C-1FCF-1380EBEE9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DFF13-E3C3-2E99-07C9-6F6BEA16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D8B8D-1306-BB30-8D68-09FBF5BA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2A1E1-B10E-C752-B902-6490E93D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6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215C-D051-B4AC-39FA-B6B35852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3BD4A-EB50-4AFA-E0BD-BEB86B4C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FAB88-9E72-07D7-CCE6-BD070BA1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0482-2EE3-4FCC-9F90-E8A685F31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D7F10-F2B6-448C-4322-6FC837FAA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F7CE6-E28F-A899-4A61-50B73D64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58843-CABA-2680-BF19-CB56E0A0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75ADE-5C00-F5EC-C073-45DECE7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5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C7B0-1EED-909C-9E54-59B24D64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DEF41-024A-EAFB-05A7-E8D61AAA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5AF47-E14A-C474-59ED-87489CA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32C84-D032-902E-4A2E-BC256E90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EA35F-EF5C-6948-1F20-ECA9414D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7E6A0-8392-0A1E-4518-DF18AD86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1849-A737-5245-74EB-A3A4DCF0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9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106C-E0D1-9C31-EDBF-C01F4C94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407A3-C407-FDBA-7E1A-2E593CB2A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5F68F-16F3-6C60-3656-7E905FBB5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B4FF-B750-E9FC-9930-987B126C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1854F-25E4-E51E-B7F9-784400F1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C8D57-6E6A-E1DA-503B-9FCE3704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9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B7FF-4334-2741-ACFA-81F66790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B7933-104F-C895-2543-BEACFFA141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2C6DB-4F64-6723-4210-57CB568D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1815-2FE9-D6DE-39A4-D7A84FF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E860A-123A-F85F-6D26-07E13FB9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F5DEA-E149-CA09-8D01-C2826A95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4161-2AFD-5524-3445-782987D9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60A3-B2FD-1D9E-0394-F2207339E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CA3D-2BC0-C6B0-09FA-FD097133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18FAC-8474-4FAE-AD81-59EB9628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E6FB-97BA-4816-DF43-2319329D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0C5FF-6072-ADD4-27A2-A53373587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0B415-BA32-00FB-74C7-BDF2BCA4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81A4-92F8-45FF-EB14-2574A08B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222D1-B398-64A1-0BA0-4F5B4E75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54929-DC55-5C74-C84D-E13D90C2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BCBAD-3963-B884-FFEF-4656EC6F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FC85-9E16-4339-A9F1-C0808FFB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E0658-D41A-8E4D-5E9F-16B32CCF7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52637-9A66-1763-74AF-C0C666B98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7F3B-CEC2-0D30-1CA7-D57819CD0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9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795870F-5E66-41C0-51DF-6359B1E5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E412ADDF-9F96-74EA-BE6F-9E049B32A2A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90D2C531-584B-EA33-06EC-3236224F7F0E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1131BF15-A9A6-9BBC-6A95-708D28BD5860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154B863E-FA77-C156-9A98-FD5C8093BDB0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8249D0F-7316-9B2B-9770-53F2EC44961B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FCFEF45D-83BD-4BE7-1216-1545B12BE0DD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28196633-4DD5-C175-7BD9-EC1CFBBF43E0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6E1B8AD5-8D4D-DD96-5395-80E8750302BE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A0D69A08-E179-6FC4-7F2F-1A8DE6F4BC34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E1001ACC-3B40-2596-0FF7-34888FA42750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6D6457E1-466E-0B25-3457-92498A5A292C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B94CAC9F-4918-963F-970B-8905D12D1C99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E4B8E300-C5BE-238F-F92B-C78164B27058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484B08E7-8FAE-C607-D920-E211F4586642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EA47DD1C-42E1-2B9D-1A3A-AF8857BA1CA4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58769DF6-75AB-83AF-FB7D-2F2A44B23E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7E2EF48E-AB0E-2A16-C753-BDBB1A3A8AD9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72610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63BEA0-1619-81E1-F3EE-9FBA7EDC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766FBFA-F898-3AF2-A5A5-369F2415F4F5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70174DB-7746-CD73-BAF7-950A65AA382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A7BF6B8-155C-1E4E-573E-D30BF78CFEF7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B44311C0-1F45-0379-3B48-3C7581AFD6D9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09DEBA7E-125B-8EB3-ADB2-A57A5E9DB344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7341941C-8C9D-F803-FF61-05347A7F5D16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3EE4CCA2-4B39-7EE1-41E9-ED4AF2DA4A75}"/>
              </a:ext>
            </a:extLst>
          </p:cNvPr>
          <p:cNvSpPr/>
          <p:nvPr/>
        </p:nvSpPr>
        <p:spPr>
          <a:xfrm>
            <a:off x="914400" y="3530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E6BBF095-221A-15A0-6F65-1917697A2AFE}"/>
              </a:ext>
            </a:extLst>
          </p:cNvPr>
          <p:cNvSpPr txBox="1"/>
          <p:nvPr/>
        </p:nvSpPr>
        <p:spPr>
          <a:xfrm>
            <a:off x="1752600" y="3505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9E61AB48-DC4A-69F9-2906-489F47C4C129}"/>
              </a:ext>
            </a:extLst>
          </p:cNvPr>
          <p:cNvSpPr txBox="1"/>
          <p:nvPr/>
        </p:nvSpPr>
        <p:spPr>
          <a:xfrm>
            <a:off x="1752600" y="3886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9A8739F5-9562-195D-FC05-71F39915228B}"/>
              </a:ext>
            </a:extLst>
          </p:cNvPr>
          <p:cNvSpPr/>
          <p:nvPr/>
        </p:nvSpPr>
        <p:spPr>
          <a:xfrm>
            <a:off x="914400" y="4775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0EFD3657-1F49-21B8-3A40-5E7D42FA77F4}"/>
              </a:ext>
            </a:extLst>
          </p:cNvPr>
          <p:cNvSpPr txBox="1"/>
          <p:nvPr/>
        </p:nvSpPr>
        <p:spPr>
          <a:xfrm>
            <a:off x="1752600" y="4749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B3AC88FF-4847-92CD-E897-C7623462A15A}"/>
              </a:ext>
            </a:extLst>
          </p:cNvPr>
          <p:cNvSpPr txBox="1"/>
          <p:nvPr/>
        </p:nvSpPr>
        <p:spPr>
          <a:xfrm>
            <a:off x="1752600" y="51307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95097793-AEAE-BF2F-E0C3-5EA0C03987F4}"/>
              </a:ext>
            </a:extLst>
          </p:cNvPr>
          <p:cNvSpPr/>
          <p:nvPr/>
        </p:nvSpPr>
        <p:spPr>
          <a:xfrm>
            <a:off x="914400" y="601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7416E33-D66C-862D-D01D-05FD15BB3839}"/>
              </a:ext>
            </a:extLst>
          </p:cNvPr>
          <p:cNvSpPr txBox="1"/>
          <p:nvPr/>
        </p:nvSpPr>
        <p:spPr>
          <a:xfrm>
            <a:off x="1752600" y="599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6E4A1F99-EFF9-D0B3-0F42-3959878C4616}"/>
              </a:ext>
            </a:extLst>
          </p:cNvPr>
          <p:cNvSpPr txBox="1"/>
          <p:nvPr/>
        </p:nvSpPr>
        <p:spPr>
          <a:xfrm>
            <a:off x="1752600" y="637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33D12361-B530-D4C9-62AA-38D8D748E49E}"/>
              </a:ext>
            </a:extLst>
          </p:cNvPr>
          <p:cNvSpPr/>
          <p:nvPr/>
        </p:nvSpPr>
        <p:spPr>
          <a:xfrm>
            <a:off x="914400" y="7264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FA8E41B4-352A-0F67-6D41-D52F6F007122}"/>
              </a:ext>
            </a:extLst>
          </p:cNvPr>
          <p:cNvSpPr txBox="1"/>
          <p:nvPr/>
        </p:nvSpPr>
        <p:spPr>
          <a:xfrm>
            <a:off x="1752600" y="7238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F91E14BB-1462-B4B3-8688-E95724A65533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6B471E68-8B46-15CC-3CE6-D1673992D997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7E3A6619-081C-4959-672E-FC1DAA710FB6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F5C4D3FB-41F0-5D0D-5066-4C33B1E4594C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C068848E-B1EB-FB5A-EADA-57C69244FB91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D9936E3C-BDA5-B574-2DD8-A396C2A4C1D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</p:spTree>
    <p:extLst>
      <p:ext uri="{BB962C8B-B14F-4D97-AF65-F5344CB8AC3E}">
        <p14:creationId xmlns:p14="http://schemas.microsoft.com/office/powerpoint/2010/main" val="185121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DC0D05D-CE18-E2CA-E4BD-C07B54E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85563797-97D7-C13E-7F26-9773A62B0A1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AA7F1C49-C09C-CC92-2DF4-66FA93FA550B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555694D2-10C7-1A20-2FB7-C7CF5148965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6F9204B0-57AF-3075-B678-62A4D426B4A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367D01A-06E9-36DB-E43D-09C9B842A9F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1DA8083D-98D4-32F8-91F5-9D581993DB99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8F3E8E9C-6D46-735D-FB71-2F35C4D256FC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1B4EAEF6-C832-CBD0-EDE5-0A5DC8735691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DA85408-E8B1-26CC-7BEA-C1FDDE3C6401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707D4EBD-1A1B-41AC-E596-BFD7F753D1CE}"/>
              </a:ext>
            </a:extLst>
          </p:cNvPr>
          <p:cNvSpPr txBox="1"/>
          <p:nvPr/>
        </p:nvSpPr>
        <p:spPr>
          <a:xfrm>
            <a:off x="1016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Increasing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: pinch-off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403D6F69-28A8-78A0-2825-361337C231AA}"/>
              </a:ext>
            </a:extLst>
          </p:cNvPr>
          <p:cNvSpPr txBox="1"/>
          <p:nvPr/>
        </p:nvSpPr>
        <p:spPr>
          <a:xfrm>
            <a:off x="1016000" y="63753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EE89D55C-BB07-E5D6-27D8-2684A2E7E53E}"/>
              </a:ext>
            </a:extLst>
          </p:cNvPr>
          <p:cNvSpPr txBox="1"/>
          <p:nvPr/>
        </p:nvSpPr>
        <p:spPr>
          <a:xfrm>
            <a:off x="1016000" y="69087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 of curves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BFEB7E31-3826-1397-9FA5-39D4CD651DF4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5B99DD18-7A7B-19AA-9D60-F28E93133E8A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32CA9BA7-425D-9C13-D63A-89F416CFD539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BDED6DB-2381-076E-86F1-A837CC0515E7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717600C3-2A7D-E9EF-EADC-184240D75E40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58297331-75A4-2DC1-4D08-9B8F59F71D92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72EF8C9B-E649-3FED-8B98-0497166E9F9F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825BD31-1C61-3938-830C-757BA287ED8E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7B930D34-6D07-14F2-525C-7133BA77918C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5B4C3972-EED7-425B-C241-8AA647CEBD7A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54778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8136A6-42B2-11E0-9501-F82C927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0E66099-5C79-53A4-A139-A29E7805CE10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E2C6AF5-4E5F-9FE2-EF6B-D89AB132232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658A07E-774F-04EE-D8F2-BBD94ADF792D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37B3149A-F7AC-BFE3-76B0-624B68C75F37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1E546BD-3391-F83C-CA30-BEB2B79EFCE3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8B1C00-1A86-057D-4360-C6B48790FA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3277965E-2CFE-1C17-6998-B9FE50CF71A1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ara @1">
            <a:extLst>
              <a:ext uri="{FF2B5EF4-FFF2-40B4-BE49-F238E27FC236}">
                <a16:creationId xmlns:a16="http://schemas.microsoft.com/office/drawing/2014/main" id="{5B2CB4FC-3265-E4CE-0799-C476BFEDF152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ara @2">
            <a:extLst>
              <a:ext uri="{FF2B5EF4-FFF2-40B4-BE49-F238E27FC236}">
                <a16:creationId xmlns:a16="http://schemas.microsoft.com/office/drawing/2014/main" id="{F9ED04A0-AFF7-4D5A-30B5-F50574CBFAFA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channel that links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AE3D123B-7C45-6D1F-15FE-D3383522DEF7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99010400-5AB6-1889-833F-3C05D094D255}"/>
              </a:ext>
            </a:extLst>
          </p:cNvPr>
          <p:cNvSpPr/>
          <p:nvPr/>
        </p:nvSpPr>
        <p:spPr>
          <a:xfrm>
            <a:off x="914400" y="6210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0694C52A-2672-A283-18F5-BD0C39FC3592}"/>
              </a:ext>
            </a:extLst>
          </p:cNvPr>
          <p:cNvSpPr/>
          <p:nvPr/>
        </p:nvSpPr>
        <p:spPr>
          <a:xfrm>
            <a:off x="1244600" y="65024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D59D712B-57A9-0B9D-E2D4-754987E8AD54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6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208997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8E5A16F3-62E6-1818-D08F-4567E364FDD9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C5D24594-1D36-1FD6-CC39-D1BEB238D395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57E5EF42-36D2-442A-1A6A-20A5211A13F5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695376DA-E97C-62F4-51DC-06CA957CD9E8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61B22138-AB99-ABAA-6CB9-23E6EE790859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424630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BF2FCD4C-A80A-4FE8-BE15-845B952D47C6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9" name="node @6">
            <a:extLst>
              <a:ext uri="{FF2B5EF4-FFF2-40B4-BE49-F238E27FC236}">
                <a16:creationId xmlns:a16="http://schemas.microsoft.com/office/drawing/2014/main" id="{8D915B48-2126-5A00-A8BF-FB5F0796D84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9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CB981205-A094-7916-AFDD-B74A2771D133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C77921C-976C-FE18-579F-4E87A24665E2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97ECE13-12AB-5126-C76F-E363FD61D2FA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A8CB4BBD-6ED7-B45B-684F-75A7D178813E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0.89 mA would give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−0.33 V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(no channel): reject.  So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A2EB2B80-DAD1-6E30-92BA-F6E737D8C219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3" name="answer @6">
            <a:extLst>
              <a:ext uri="{FF2B5EF4-FFF2-40B4-BE49-F238E27FC236}">
                <a16:creationId xmlns:a16="http://schemas.microsoft.com/office/drawing/2014/main" id="{04EDC6FF-FCE9-72A8-E465-903A0B021015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nswer @6">
            <a:extLst>
              <a:ext uri="{FF2B5EF4-FFF2-40B4-BE49-F238E27FC236}">
                <a16:creationId xmlns:a16="http://schemas.microsoft.com/office/drawing/2014/main" id="{70FDD8DF-B974-E04A-621F-EEFC6A8C0FDB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55" name="check @6">
            <a:extLst>
              <a:ext uri="{FF2B5EF4-FFF2-40B4-BE49-F238E27FC236}">
                <a16:creationId xmlns:a16="http://schemas.microsoft.com/office/drawing/2014/main" id="{BDA20F4B-665F-2D50-285E-CA5074A6AB83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1 V: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421722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AAEE5D-6844-ED57-6901-B91E3085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BE75827-B9FF-0A3A-14C1-40B0C3429CA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211B4E-8D65-6BD3-5F57-D7D7416483A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17FDE59-E676-D26C-AE60-F92126EF6CAA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C9D15E41-14FA-E7F8-FD10-DB12A146377D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40B5AE2B-AC65-6FFE-604F-FDCB36D53F71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F8DF77-0F18-47E8-B464-7F998331BAF0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6BBBB1EA-7206-5018-4026-85635F89D7C1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98484E86-84A8-8A14-4A2A-D4F234FD5EB0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0B19A6ED-8D41-C5F1-1053-11329ADBF57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A4334979-A7F1-E199-9725-D7BF259E278B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6D8A97A9-371F-2D24-CE52-6F2F13236B29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9BEFC4F5-DA4F-1A28-D9A4-A5C745C98EB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59ADA028-4D3A-1372-D9FA-C6BD1784E93B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8C454642-2151-44AC-3786-0F4E2EA416CF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93CBA4CF-EB93-77DF-372A-74186BBDDEDD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012A2C51-714A-BBE0-4DB6-13D6BCA755FB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BBCEE585-954C-FA9E-AD8F-881E331E10D9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a DC problem: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531179D-0329-FBD7-1F59-AD3CCF2B74A5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Current saturates because the channel is pinched off at the drain end.</a:t>
            </a:r>
          </a:p>
        </p:txBody>
      </p:sp>
    </p:spTree>
    <p:extLst>
      <p:ext uri="{BB962C8B-B14F-4D97-AF65-F5344CB8AC3E}">
        <p14:creationId xmlns:p14="http://schemas.microsoft.com/office/powerpoint/2010/main" val="405405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Microsoft Office PowerPoint</Application>
  <PresentationFormat>Custom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2026-10-01T00:34:34Z</dcterms:created>
  <dcterms:modified xsi:type="dcterms:W3CDTF">2026-10-01T00:34:34Z</dcterms:modified>
</cp:coreProperties>
</file>
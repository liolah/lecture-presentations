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8" r:id="rId9"/>
    <p:sldId id="269" r:id="rId10"/>
    <p:sldId id="270" r:id="rId11"/>
    <p:sldId id="261" r:id="rId12"/>
    <p:sldId id="263" r:id="rId13"/>
    <p:sldId id="264" r:id="rId14"/>
    <p:sldId id="265" r:id="rId15"/>
    <p:sldId id="266" r:id="rId16"/>
    <p:sldId id="267" r:id="rId17"/>
    <p:sldId id="262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17AA-03EC-E89F-B417-1C20DD7AC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0CFC7-28AB-3DDF-197D-80F8AAA06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6CAF3-00E2-00A6-DA43-5A890738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F5662-CAF6-917A-CE75-2406EE2C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C1A89-BA97-565C-B615-1C2FDC6B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DC15-A838-F01A-88C0-E13C7EBE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3678-951A-56CF-96BF-03A121C3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C45C9-5F73-AC82-6588-58D96F60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EF461-DA4B-0478-C36B-4D065632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DCEDB-1ED8-3DFF-E01A-C174A602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4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9DAA-D4AF-5E73-BB66-E924710F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B3998-68CE-B096-DDB5-80F004CB2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00D1E-AB25-7D46-3CE9-61B78D7D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A6057-E57D-173D-E684-754B26F1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2CF64-39FD-809C-5472-EA64B35D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4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62D6-229A-BC25-8A86-F3D5732B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CCB3-46C7-AAF4-5097-37AAD8BC9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7F290-856D-97ED-2B2A-7D09DB953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97672-E91D-1E72-57E1-8609421E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E1223-A80F-F71E-1422-7969BD6D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D1CDB-0DD9-C1EF-EB4B-D714A8FC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0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547F-1D81-4C51-0672-3E6D98119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4214-7C6F-9CC8-C1B6-E0CAC4E1A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97C74-2F91-4334-5ACA-2A4C9D874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6F617-3E58-302A-67B1-AF272CAB7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A42DD-81B6-0143-27E8-966117E1B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65B50-0928-2FB9-2AC3-312CDC722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24362-74DD-C203-E2AB-A808A0A0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D8433-78EC-9863-996F-7C43DD16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6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5405-8A06-8BDE-FBAD-E31CA6DD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17091-798C-53C7-E491-18E9DA3A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B62AE-32F6-1E48-1F4A-7EE64FA0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A907A-6144-0598-E44B-F04291E9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1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5671A3-5D22-6FFD-699F-6A92F221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3F3F9-BF42-5F51-26D9-B5CB5DB4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9A71F-7F4E-35F1-9676-D3E73754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1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9E46-D846-A071-262C-6F383A6C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EE95-2A0F-820E-1ECA-957BECD5C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9EFA-F6DF-07DB-D32A-9B624B93D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8D1B8-36E0-472A-E664-75BA201D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BA0B4-EBF6-4052-4D8D-8B123610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9B9A7-856D-A1F0-AE0E-F2F12D53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3175-4C17-3286-2314-F012DC2F0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638CE-6B0B-66B0-087B-743232C3AB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B913E-6AC3-F674-AA61-BBBC2DE5C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E0267-40FD-66B6-DD6D-C7570A37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F532C-D005-4D02-EA03-739921163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9091-D4F4-DA30-2B63-8F74EB2B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7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10FC-F5BE-E796-320C-413CDD63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3CD3E-2F21-A3F6-CF07-14D13E188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44A37-351A-0C66-AD61-0F9AFF74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22300-FFF4-CC12-312D-11C70817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68717-5561-1156-A1AF-1F8D4C44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8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35C98C-3B0B-0CB6-5B92-7EE794745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9D7BC-F4D0-FAE1-9EB7-165F8F6AD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4514D-1FE2-BB4E-28E7-6F4E98DA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BFEE-67F8-A758-AB80-0DB61EC5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D61A0-6A31-A947-7F94-C99A8982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4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7A506-6532-C856-D361-601696CA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E742F-27CD-304B-0553-C72FCF8C6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3D15-9EB5-9C3A-6D48-C6B11E7FD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90635-11C3-761A-D375-F8623BD91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DC2D3-5124-2B00-1C00-D72D7DAD9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9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87A91CF-9A38-5582-401E-D2AC01D8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200">
                <a:solidFill>
                  <a:srgbClr val="14263A"/>
                </a:solidFill>
                <a:latin typeface="Georgia" panose="02040502050405020303" pitchFamily="18" charset="0"/>
              </a:rPr>
              <a:t>MOSFETs</a:t>
            </a:r>
          </a:p>
        </p:txBody>
      </p:sp>
      <p:sp>
        <p:nvSpPr>
          <p:cNvPr id="3" name="band">
            <a:extLst>
              <a:ext uri="{FF2B5EF4-FFF2-40B4-BE49-F238E27FC236}">
                <a16:creationId xmlns:a16="http://schemas.microsoft.com/office/drawing/2014/main" id="{07E8D343-C675-E58D-837E-9B5DAFC95692}"/>
              </a:ext>
            </a:extLst>
          </p:cNvPr>
          <p:cNvSpPr/>
          <p:nvPr/>
        </p:nvSpPr>
        <p:spPr>
          <a:xfrm>
            <a:off x="0" y="0"/>
            <a:ext cx="18288000" cy="127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de">
            <a:extLst>
              <a:ext uri="{FF2B5EF4-FFF2-40B4-BE49-F238E27FC236}">
                <a16:creationId xmlns:a16="http://schemas.microsoft.com/office/drawing/2014/main" id="{A04F9021-5101-C100-DCC4-DB92D6D53B3A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2B5C8A"/>
                </a:solidFill>
                <a:latin typeface="Segoe UI Semibold" panose="020B0702040204020203" pitchFamily="34" charset="0"/>
              </a:rPr>
              <a:t>25CPES102 · Electronic Materials and Devices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4A4F132-9B42-9F56-3D9A-71E64B28C320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E5D6C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E5D6C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cxnSp>
        <p:nvCxnSpPr>
          <p:cNvPr id="6" name="rule">
            <a:extLst>
              <a:ext uri="{FF2B5EF4-FFF2-40B4-BE49-F238E27FC236}">
                <a16:creationId xmlns:a16="http://schemas.microsoft.com/office/drawing/2014/main" id="{FCBECB3C-7784-25CC-AF65-017D56904B41}"/>
              </a:ext>
            </a:extLst>
          </p:cNvPr>
          <p:cNvCxnSpPr/>
          <p:nvPr/>
        </p:nvCxnSpPr>
        <p:spPr>
          <a:xfrm>
            <a:off x="914400" y="5740400"/>
            <a:ext cx="1143000" cy="0"/>
          </a:xfrm>
          <a:prstGeom prst="line">
            <a:avLst/>
          </a:prstGeom>
          <a:ln w="38100">
            <a:solidFill>
              <a:srgbClr val="2B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ecture">
            <a:extLst>
              <a:ext uri="{FF2B5EF4-FFF2-40B4-BE49-F238E27FC236}">
                <a16:creationId xmlns:a16="http://schemas.microsoft.com/office/drawing/2014/main" id="{ABC92E98-4754-B219-6449-56797B84D566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4263A"/>
                </a:solidFill>
                <a:latin typeface="Georgia" panose="02040502050405020303" pitchFamily="18" charset="0"/>
              </a:rPr>
              <a:t>Lecture 3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BDDE51D6-B7E8-E971-230F-65BF9B9A7A90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4263A"/>
                </a:solidFill>
                <a:latin typeface="Georgia" panose="02040502050405020303" pitchFamily="18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0F0E705E-3661-78F3-C148-BC8AFCD10E27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E5D6C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sp>
        <p:nvSpPr>
          <p:cNvPr id="10" name="figure frame">
            <a:extLst>
              <a:ext uri="{FF2B5EF4-FFF2-40B4-BE49-F238E27FC236}">
                <a16:creationId xmlns:a16="http://schemas.microsoft.com/office/drawing/2014/main" id="{CD27A8A8-4E99-F88D-8EB1-F094B68B8906}"/>
              </a:ext>
            </a:extLst>
          </p:cNvPr>
          <p:cNvSpPr/>
          <p:nvPr/>
        </p:nvSpPr>
        <p:spPr>
          <a:xfrm>
            <a:off x="9652000" y="3175000"/>
            <a:ext cx="7874000" cy="32766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2F12EA25-2548-CC73-3D63-7F8A438FA5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3403600"/>
            <a:ext cx="7416800" cy="2819419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1B7B8736-278F-65BD-68B2-E08EABB447BA}"/>
              </a:ext>
            </a:extLst>
          </p:cNvPr>
          <p:cNvSpPr txBox="1"/>
          <p:nvPr/>
        </p:nvSpPr>
        <p:spPr>
          <a:xfrm>
            <a:off x="9652000" y="6527819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339626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E00E44-4CF4-9382-EF97-3A830763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C93C6DD-B20B-B828-E7BE-82A04081713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LECTURE 3 · MOSFETS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6FC8084-4B07-78AA-AE01-217F217D48D3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map n">
            <a:extLst>
              <a:ext uri="{FF2B5EF4-FFF2-40B4-BE49-F238E27FC236}">
                <a16:creationId xmlns:a16="http://schemas.microsoft.com/office/drawing/2014/main" id="{CC5F173A-C7B6-0D2D-08A8-57247398D042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6" name="map t">
            <a:extLst>
              <a:ext uri="{FF2B5EF4-FFF2-40B4-BE49-F238E27FC236}">
                <a16:creationId xmlns:a16="http://schemas.microsoft.com/office/drawing/2014/main" id="{4405441F-5F0B-D5A9-2D19-663C6E53D9EC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Structure and operation</a:t>
            </a:r>
          </a:p>
        </p:txBody>
      </p:sp>
      <p:sp>
        <p:nvSpPr>
          <p:cNvPr id="7" name="map s">
            <a:extLst>
              <a:ext uri="{FF2B5EF4-FFF2-40B4-BE49-F238E27FC236}">
                <a16:creationId xmlns:a16="http://schemas.microsoft.com/office/drawing/2014/main" id="{41E20B36-290C-D993-5EB0-A5FDDA8CED61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8" name="map n">
            <a:extLst>
              <a:ext uri="{FF2B5EF4-FFF2-40B4-BE49-F238E27FC236}">
                <a16:creationId xmlns:a16="http://schemas.microsoft.com/office/drawing/2014/main" id="{5A415DB6-05C5-EB17-D5B3-BC85874AEE26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9" name="map t">
            <a:extLst>
              <a:ext uri="{FF2B5EF4-FFF2-40B4-BE49-F238E27FC236}">
                <a16:creationId xmlns:a16="http://schemas.microsoft.com/office/drawing/2014/main" id="{40759BE1-F8F0-B3F8-F84A-7A18748A0F34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I–V characteristics</a:t>
            </a:r>
          </a:p>
        </p:txBody>
      </p:sp>
      <p:sp>
        <p:nvSpPr>
          <p:cNvPr id="10" name="map s">
            <a:extLst>
              <a:ext uri="{FF2B5EF4-FFF2-40B4-BE49-F238E27FC236}">
                <a16:creationId xmlns:a16="http://schemas.microsoft.com/office/drawing/2014/main" id="{DCAF1577-B770-5E9D-111B-CAEA804C0D8E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1" name="map n">
            <a:extLst>
              <a:ext uri="{FF2B5EF4-FFF2-40B4-BE49-F238E27FC236}">
                <a16:creationId xmlns:a16="http://schemas.microsoft.com/office/drawing/2014/main" id="{AFE102D3-93EA-E490-C1B3-AC036A5456C8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12" name="map t">
            <a:extLst>
              <a:ext uri="{FF2B5EF4-FFF2-40B4-BE49-F238E27FC236}">
                <a16:creationId xmlns:a16="http://schemas.microsoft.com/office/drawing/2014/main" id="{175054B6-736C-D384-CDA5-6BF1E1BD7A89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MOSFETs in DC circuits</a:t>
            </a:r>
          </a:p>
        </p:txBody>
      </p:sp>
      <p:sp>
        <p:nvSpPr>
          <p:cNvPr id="13" name="map s">
            <a:extLst>
              <a:ext uri="{FF2B5EF4-FFF2-40B4-BE49-F238E27FC236}">
                <a16:creationId xmlns:a16="http://schemas.microsoft.com/office/drawing/2014/main" id="{81CA939F-5629-6958-41C5-5B5DDB282DED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4" name="map n">
            <a:extLst>
              <a:ext uri="{FF2B5EF4-FFF2-40B4-BE49-F238E27FC236}">
                <a16:creationId xmlns:a16="http://schemas.microsoft.com/office/drawing/2014/main" id="{2495A8E3-3A7F-B487-BCDC-AAA27329271B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15" name="map t">
            <a:extLst>
              <a:ext uri="{FF2B5EF4-FFF2-40B4-BE49-F238E27FC236}">
                <a16:creationId xmlns:a16="http://schemas.microsoft.com/office/drawing/2014/main" id="{E4D0882C-6196-6E89-0CCE-0900C41E7269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The MOSFET as an amplifier</a:t>
            </a:r>
          </a:p>
        </p:txBody>
      </p:sp>
      <p:sp>
        <p:nvSpPr>
          <p:cNvPr id="16" name="map s">
            <a:extLst>
              <a:ext uri="{FF2B5EF4-FFF2-40B4-BE49-F238E27FC236}">
                <a16:creationId xmlns:a16="http://schemas.microsoft.com/office/drawing/2014/main" id="{B9839121-2B66-FDD4-A1A0-BE4AA834E70F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D9275DFC-ECEC-C571-EA3D-3D579732E62B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4243F8AC-D9C8-98E5-77A5-55C00A877759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The MOSFET as a switch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D7D55736-4034-1201-96E8-1BF946E5225B}"/>
              </a:ext>
            </a:extLst>
          </p:cNvPr>
          <p:cNvSpPr/>
          <p:nvPr/>
        </p:nvSpPr>
        <p:spPr>
          <a:xfrm>
            <a:off x="10922000" y="2159000"/>
            <a:ext cx="6451600" cy="596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utcomes h">
            <a:extLst>
              <a:ext uri="{FF2B5EF4-FFF2-40B4-BE49-F238E27FC236}">
                <a16:creationId xmlns:a16="http://schemas.microsoft.com/office/drawing/2014/main" id="{8ADC28C9-8CE7-1C7D-3382-EE4CD5F3FF36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BY THE END YOU CAN</a:t>
            </a:r>
          </a:p>
        </p:txBody>
      </p:sp>
      <p:sp>
        <p:nvSpPr>
          <p:cNvPr id="21" name="outcome">
            <a:extLst>
              <a:ext uri="{FF2B5EF4-FFF2-40B4-BE49-F238E27FC236}">
                <a16:creationId xmlns:a16="http://schemas.microsoft.com/office/drawing/2014/main" id="{636BD3E0-5786-7D0A-DF13-D4AA30B886CF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1CA8D886-157C-95B7-4D17-3BB4D331015E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8CE411FE-8487-E7DE-8A0D-B6DB17DA4038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B5103B38-9B1D-3DCB-AAE4-37B4181B88F9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5987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3AF53B-1836-7A00-AD9A-BEA98893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0" y="3810000"/>
            <a:ext cx="1016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>
                <a:solidFill>
                  <a:srgbClr val="14263A"/>
                </a:solidFill>
                <a:latin typeface="Georgia" panose="02040502050405020303" pitchFamily="18" charset="0"/>
              </a:rPr>
              <a:t>I–V characteristics</a:t>
            </a:r>
          </a:p>
        </p:txBody>
      </p:sp>
      <p:sp>
        <p:nvSpPr>
          <p:cNvPr id="3" name="band">
            <a:extLst>
              <a:ext uri="{FF2B5EF4-FFF2-40B4-BE49-F238E27FC236}">
                <a16:creationId xmlns:a16="http://schemas.microsoft.com/office/drawing/2014/main" id="{B87A818E-911D-5C52-8B0B-39B81087AA63}"/>
              </a:ext>
            </a:extLst>
          </p:cNvPr>
          <p:cNvSpPr/>
          <p:nvPr/>
        </p:nvSpPr>
        <p:spPr>
          <a:xfrm>
            <a:off x="0" y="0"/>
            <a:ext cx="5588000" cy="10287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2891B271-BE18-08B0-FB07-F86D919FF0F2}"/>
              </a:ext>
            </a:extLst>
          </p:cNvPr>
          <p:cNvSpPr txBox="1"/>
          <p:nvPr/>
        </p:nvSpPr>
        <p:spPr>
          <a:xfrm>
            <a:off x="0" y="3174999"/>
            <a:ext cx="5588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137E0C2D-7AFA-41C5-75CD-B300530A6A59}"/>
              </a:ext>
            </a:extLst>
          </p:cNvPr>
          <p:cNvSpPr txBox="1"/>
          <p:nvPr/>
        </p:nvSpPr>
        <p:spPr>
          <a:xfrm>
            <a:off x="7112000" y="533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68BEA7C0-6F39-B14C-E122-61C3BC6E3A63}"/>
              </a:ext>
            </a:extLst>
          </p:cNvPr>
          <p:cNvSpPr txBox="1"/>
          <p:nvPr/>
        </p:nvSpPr>
        <p:spPr>
          <a:xfrm>
            <a:off x="7112000" y="5841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831A4418-E504-9923-F8A0-5AF49BC48875}"/>
              </a:ext>
            </a:extLst>
          </p:cNvPr>
          <p:cNvSpPr txBox="1"/>
          <p:nvPr/>
        </p:nvSpPr>
        <p:spPr>
          <a:xfrm>
            <a:off x="7112000" y="6349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</p:spTree>
    <p:extLst>
      <p:ext uri="{BB962C8B-B14F-4D97-AF65-F5344CB8AC3E}">
        <p14:creationId xmlns:p14="http://schemas.microsoft.com/office/powerpoint/2010/main" val="193901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B49E1D9-7D61-F2C1-2C4F-BFC5B9E5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705A5B-9943-8ED9-E753-BC72896BBF0D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34CA654-A414-FA1A-3C5B-53B56514BCF3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5963C28-1D70-F0F6-C762-5F559410879A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0677CA02-CA36-B486-E997-4C3F9337FA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E2EF8D7E-57CD-0765-D25E-ABA0CF1404C3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8F34A43D-F90F-568F-BC99-AD223FF77BE5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24E007E6-ADFC-F356-0A84-75BEF8F0BBE2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BBC36D6B-58C3-B447-A4DA-1A4C424D4E7A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D9B2BB00-2A4F-D432-8A14-E6559A9C00AE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ADC47BBE-C548-D582-AB9B-88849025D0F3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4ADA97BB-17D9-72DC-2A80-64530F7E56FE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D07D0F7E-8E6B-779F-B823-03E6D5BD9768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1/3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D4242877-CD28-5954-5DFD-64357B83F0C8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6907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B49E1D9-7D61-F2C1-2C4F-BFC5B9E5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705A5B-9943-8ED9-E753-BC72896BBF0D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34CA654-A414-FA1A-3C5B-53B56514BCF3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5963C28-1D70-F0F6-C762-5F559410879A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0677CA02-CA36-B486-E997-4C3F9337FA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E2EF8D7E-57CD-0765-D25E-ABA0CF1404C3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8F34A43D-F90F-568F-BC99-AD223FF77BE5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F4A9AC96-79EF-96DD-CF74-CD233BB5881C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4263A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A7791C15-A97B-EB0B-4976-0200174B07F2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B0315426-5ABC-E768-F0CF-9534E34A9EA0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46D89E5C-0CF7-0DEA-6F3C-5B5BF696E470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8501FD22-DD86-FF68-362B-71E4308E520E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872B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D92FD8F8-6D10-3618-8239-4E98AEEBC460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12792E78-30DB-2C1B-9AF2-D04D3B851E18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2/3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52FFA096-7955-2C43-2D73-CF5B33AACDF4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3973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B49E1D9-7D61-F2C1-2C4F-BFC5B9E5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705A5B-9943-8ED9-E753-BC72896BBF0D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34CA654-A414-FA1A-3C5B-53B56514BCF3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5963C28-1D70-F0F6-C762-5F559410879A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0677CA02-CA36-B486-E997-4C3F9337FA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E2EF8D7E-57CD-0765-D25E-ABA0CF1404C3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8F34A43D-F90F-568F-BC99-AD223FF77BE5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F4A9AC96-79EF-96DD-CF74-CD233BB5881C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4263A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11" name="def @3">
            <a:extLst>
              <a:ext uri="{FF2B5EF4-FFF2-40B4-BE49-F238E27FC236}">
                <a16:creationId xmlns:a16="http://schemas.microsoft.com/office/drawing/2014/main" id="{51DE1371-AF13-03F6-DCCB-4E5B8B14831D}"/>
              </a:ext>
            </a:extLst>
          </p:cNvPr>
          <p:cNvSpPr/>
          <p:nvPr/>
        </p:nvSpPr>
        <p:spPr>
          <a:xfrm>
            <a:off x="914400" y="6223000"/>
            <a:ext cx="7366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B3963953-AC55-163E-C5B9-9D1D446BAA61}"/>
              </a:ext>
            </a:extLst>
          </p:cNvPr>
          <p:cNvSpPr/>
          <p:nvPr/>
        </p:nvSpPr>
        <p:spPr>
          <a:xfrm>
            <a:off x="914400" y="6223000"/>
            <a:ext cx="76200" cy="1905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E7FDD22F-5A62-E1F7-4740-C679217FA6E5}"/>
              </a:ext>
            </a:extLst>
          </p:cNvPr>
          <p:cNvSpPr txBox="1"/>
          <p:nvPr/>
        </p:nvSpPr>
        <p:spPr>
          <a:xfrm>
            <a:off x="1244600" y="6476999"/>
            <a:ext cx="673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4263A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DC536011-B863-77B3-826F-173D62E15312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rogress">
            <a:extLst>
              <a:ext uri="{FF2B5EF4-FFF2-40B4-BE49-F238E27FC236}">
                <a16:creationId xmlns:a16="http://schemas.microsoft.com/office/drawing/2014/main" id="{F0A390AA-182A-5594-10A7-F806F188C0BA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rogress">
            <a:extLst>
              <a:ext uri="{FF2B5EF4-FFF2-40B4-BE49-F238E27FC236}">
                <a16:creationId xmlns:a16="http://schemas.microsoft.com/office/drawing/2014/main" id="{5AFB09E1-F1CD-67A4-E87F-65474E170813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13F53708-2EC8-CE24-CBB2-279BEAC3BF38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872B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A563BD90-156B-2502-4DCC-E2AC5ADC38B2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A61B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 label">
            <a:extLst>
              <a:ext uri="{FF2B5EF4-FFF2-40B4-BE49-F238E27FC236}">
                <a16:creationId xmlns:a16="http://schemas.microsoft.com/office/drawing/2014/main" id="{7330031E-C94A-35BE-92A8-EF9197D748F8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3/3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94E5AEE1-E68B-2A8D-F2FF-817D06A84018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8240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6A16BA-1B6B-0AD1-18BD-E548BABE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A0469A5-A08B-8D3C-833B-1BD7E3136D69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2B4930-278A-E4C4-C509-C492B7B1B9F2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FAF914D8-16A7-9A81-2AE4-502B97934AA2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4BC5212E-2BF7-90A3-2BC0-FA35C3C53F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41C36342-1C93-8950-23A1-FE07F0E77980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402894AD-F8AA-59E8-F9FB-E51A2840A389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16F7DA69-61B2-8188-C28B-AC95A5DF4041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825498FB-9A94-2649-DB57-C2AF01683C6A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">
            <a:extLst>
              <a:ext uri="{FF2B5EF4-FFF2-40B4-BE49-F238E27FC236}">
                <a16:creationId xmlns:a16="http://schemas.microsoft.com/office/drawing/2014/main" id="{177AC735-60E8-4C2A-2B19-7B80231DDD4B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rogress">
            <a:extLst>
              <a:ext uri="{FF2B5EF4-FFF2-40B4-BE49-F238E27FC236}">
                <a16:creationId xmlns:a16="http://schemas.microsoft.com/office/drawing/2014/main" id="{F4AE2F9C-44EB-DE57-F879-886D440D8A37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rogress label">
            <a:extLst>
              <a:ext uri="{FF2B5EF4-FFF2-40B4-BE49-F238E27FC236}">
                <a16:creationId xmlns:a16="http://schemas.microsoft.com/office/drawing/2014/main" id="{71FAA260-E9E2-24CA-186C-9B2CDCA5A684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1/4</a:t>
            </a:r>
          </a:p>
        </p:txBody>
      </p:sp>
      <p:sp>
        <p:nvSpPr>
          <p:cNvPr id="21" name="chrome page">
            <a:extLst>
              <a:ext uri="{FF2B5EF4-FFF2-40B4-BE49-F238E27FC236}">
                <a16:creationId xmlns:a16="http://schemas.microsoft.com/office/drawing/2014/main" id="{2F806351-C2B6-10B3-CCF6-C8B5DD9255D1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270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6A16BA-1B6B-0AD1-18BD-E548BABE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A0469A5-A08B-8D3C-833B-1BD7E3136D69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2B4930-278A-E4C4-C509-C492B7B1B9F2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FAF914D8-16A7-9A81-2AE4-502B97934AA2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4BC5212E-2BF7-90A3-2BC0-FA35C3C53F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41C36342-1C93-8950-23A1-FE07F0E77980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3196E322-101C-F72A-F175-483B78E18CE9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A7FD96A6-3E02-E095-B8B6-A8FC10A8A8E3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rome progress">
            <a:extLst>
              <a:ext uri="{FF2B5EF4-FFF2-40B4-BE49-F238E27FC236}">
                <a16:creationId xmlns:a16="http://schemas.microsoft.com/office/drawing/2014/main" id="{0D0559F6-7984-E249-FE6F-7AA28BA9A1EC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6F36D1CC-A5B1-937F-3AD3-01B8210EDB1D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EB8338C9-EA71-F540-FAB3-8FCED339C17B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">
            <a:extLst>
              <a:ext uri="{FF2B5EF4-FFF2-40B4-BE49-F238E27FC236}">
                <a16:creationId xmlns:a16="http://schemas.microsoft.com/office/drawing/2014/main" id="{11259689-EBF3-60F5-E998-5AB0CCB1A0A5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rogress">
            <a:extLst>
              <a:ext uri="{FF2B5EF4-FFF2-40B4-BE49-F238E27FC236}">
                <a16:creationId xmlns:a16="http://schemas.microsoft.com/office/drawing/2014/main" id="{DAFEDC77-18EE-D137-47B8-C4945FD1F0AD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rogress label">
            <a:extLst>
              <a:ext uri="{FF2B5EF4-FFF2-40B4-BE49-F238E27FC236}">
                <a16:creationId xmlns:a16="http://schemas.microsoft.com/office/drawing/2014/main" id="{F4218875-1C7A-763E-0B1E-499B289189D1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2/4</a:t>
            </a:r>
          </a:p>
        </p:txBody>
      </p:sp>
      <p:sp>
        <p:nvSpPr>
          <p:cNvPr id="21" name="chrome page">
            <a:extLst>
              <a:ext uri="{FF2B5EF4-FFF2-40B4-BE49-F238E27FC236}">
                <a16:creationId xmlns:a16="http://schemas.microsoft.com/office/drawing/2014/main" id="{70911E70-FDCD-BAAB-FCDE-B0FD24D6E00C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6315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6A16BA-1B6B-0AD1-18BD-E548BABE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A0469A5-A08B-8D3C-833B-1BD7E3136D69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2B4930-278A-E4C4-C509-C492B7B1B9F2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FAF914D8-16A7-9A81-2AE4-502B97934AA2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4BC5212E-2BF7-90A3-2BC0-FA35C3C53F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41C36342-1C93-8950-23A1-FE07F0E77980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3196E322-101C-F72A-F175-483B78E18CE9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A7FD96A6-3E02-E095-B8B6-A8FC10A8A8E3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 @3">
            <a:extLst>
              <a:ext uri="{FF2B5EF4-FFF2-40B4-BE49-F238E27FC236}">
                <a16:creationId xmlns:a16="http://schemas.microsoft.com/office/drawing/2014/main" id="{6CEBA5B7-7D76-5D19-7081-AC666ED8927E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D7475282-E3FD-BB46-8F39-6BD540E05C80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D7475282-E3FD-BB46-8F39-6BD540E05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ep @3">
            <a:extLst>
              <a:ext uri="{FF2B5EF4-FFF2-40B4-BE49-F238E27FC236}">
                <a16:creationId xmlns:a16="http://schemas.microsoft.com/office/drawing/2014/main" id="{24FFC60B-16CD-950A-0A1A-3C0AF0D7FFC4}"/>
              </a:ext>
            </a:extLst>
          </p:cNvPr>
          <p:cNvCxnSpPr/>
          <p:nvPr/>
        </p:nvCxnSpPr>
        <p:spPr>
          <a:xfrm>
            <a:off x="10160000" y="6604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rome progress">
            <a:extLst>
              <a:ext uri="{FF2B5EF4-FFF2-40B4-BE49-F238E27FC236}">
                <a16:creationId xmlns:a16="http://schemas.microsoft.com/office/drawing/2014/main" id="{6B9F5351-DA87-11EC-3D8A-43C33C6DE725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70808A9C-72CB-5332-131F-44D34D96911C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99A7BDBA-562E-C3CC-07CD-847589CC19B5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">
            <a:extLst>
              <a:ext uri="{FF2B5EF4-FFF2-40B4-BE49-F238E27FC236}">
                <a16:creationId xmlns:a16="http://schemas.microsoft.com/office/drawing/2014/main" id="{5963652C-F123-0D6A-65EC-C70B43AC2598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872B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rogress">
            <a:extLst>
              <a:ext uri="{FF2B5EF4-FFF2-40B4-BE49-F238E27FC236}">
                <a16:creationId xmlns:a16="http://schemas.microsoft.com/office/drawing/2014/main" id="{8D94A32D-1072-3B94-F908-1B32E09BADE4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rogress label">
            <a:extLst>
              <a:ext uri="{FF2B5EF4-FFF2-40B4-BE49-F238E27FC236}">
                <a16:creationId xmlns:a16="http://schemas.microsoft.com/office/drawing/2014/main" id="{04F3FEAE-6771-E7BC-FB61-AEAB18AFA1A9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3/4</a:t>
            </a:r>
          </a:p>
        </p:txBody>
      </p:sp>
      <p:sp>
        <p:nvSpPr>
          <p:cNvPr id="21" name="chrome page">
            <a:extLst>
              <a:ext uri="{FF2B5EF4-FFF2-40B4-BE49-F238E27FC236}">
                <a16:creationId xmlns:a16="http://schemas.microsoft.com/office/drawing/2014/main" id="{7BDBA089-94F5-8AED-1197-7C1CEDFB2052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3323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6A16BA-1B6B-0AD1-18BD-E548BABE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A0469A5-A08B-8D3C-833B-1BD7E3136D69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2B4930-278A-E4C4-C509-C492B7B1B9F2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FAF914D8-16A7-9A81-2AE4-502B97934AA2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4BC5212E-2BF7-90A3-2BC0-FA35C3C53F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41C36342-1C93-8950-23A1-FE07F0E77980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3196E322-101C-F72A-F175-483B78E18CE9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blipFill>
                <a:blip r:embed="rId3"/>
                <a:stretch>
                  <a:fillRect t="-16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A7FD96A6-3E02-E095-B8B6-A8FC10A8A8E3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 @3">
            <a:extLst>
              <a:ext uri="{FF2B5EF4-FFF2-40B4-BE49-F238E27FC236}">
                <a16:creationId xmlns:a16="http://schemas.microsoft.com/office/drawing/2014/main" id="{6CEBA5B7-7D76-5D19-7081-AC666ED8927E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D7475282-E3FD-BB46-8F39-6BD540E05C80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D7475282-E3FD-BB46-8F39-6BD540E05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ep @3">
            <a:extLst>
              <a:ext uri="{FF2B5EF4-FFF2-40B4-BE49-F238E27FC236}">
                <a16:creationId xmlns:a16="http://schemas.microsoft.com/office/drawing/2014/main" id="{24FFC60B-16CD-950A-0A1A-3C0AF0D7FFC4}"/>
              </a:ext>
            </a:extLst>
          </p:cNvPr>
          <p:cNvCxnSpPr/>
          <p:nvPr/>
        </p:nvCxnSpPr>
        <p:spPr>
          <a:xfrm>
            <a:off x="10160000" y="6604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ote @4">
            <a:extLst>
              <a:ext uri="{FF2B5EF4-FFF2-40B4-BE49-F238E27FC236}">
                <a16:creationId xmlns:a16="http://schemas.microsoft.com/office/drawing/2014/main" id="{F0F52B14-29F4-614A-E6D9-7C05767DA622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0 (cutoff).</a:t>
            </a:r>
          </a:p>
        </p:txBody>
      </p:sp>
      <p:sp>
        <p:nvSpPr>
          <p:cNvPr id="6" name="chrome progress">
            <a:extLst>
              <a:ext uri="{FF2B5EF4-FFF2-40B4-BE49-F238E27FC236}">
                <a16:creationId xmlns:a16="http://schemas.microsoft.com/office/drawing/2014/main" id="{C2FEF6B7-7701-0A61-5827-19232E58D689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rogress">
            <a:extLst>
              <a:ext uri="{FF2B5EF4-FFF2-40B4-BE49-F238E27FC236}">
                <a16:creationId xmlns:a16="http://schemas.microsoft.com/office/drawing/2014/main" id="{374B805C-F5DB-BF10-321E-ECE8F799515B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rogress">
            <a:extLst>
              <a:ext uri="{FF2B5EF4-FFF2-40B4-BE49-F238E27FC236}">
                <a16:creationId xmlns:a16="http://schemas.microsoft.com/office/drawing/2014/main" id="{C314B195-F432-A2FF-400D-17892A6A4FD7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rogress">
            <a:extLst>
              <a:ext uri="{FF2B5EF4-FFF2-40B4-BE49-F238E27FC236}">
                <a16:creationId xmlns:a16="http://schemas.microsoft.com/office/drawing/2014/main" id="{288AF6ED-A488-71AF-66ED-A9C1622B0DB4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872B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rogress">
            <a:extLst>
              <a:ext uri="{FF2B5EF4-FFF2-40B4-BE49-F238E27FC236}">
                <a16:creationId xmlns:a16="http://schemas.microsoft.com/office/drawing/2014/main" id="{635095B5-6173-FAB6-35C7-BE8DEB1E396B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A61B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rogress label">
            <a:extLst>
              <a:ext uri="{FF2B5EF4-FFF2-40B4-BE49-F238E27FC236}">
                <a16:creationId xmlns:a16="http://schemas.microsoft.com/office/drawing/2014/main" id="{898CF542-B3EF-AAF1-606A-6C4FF19035B9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4/4</a:t>
            </a:r>
          </a:p>
        </p:txBody>
      </p:sp>
      <p:sp>
        <p:nvSpPr>
          <p:cNvPr id="21" name="chrome page">
            <a:extLst>
              <a:ext uri="{FF2B5EF4-FFF2-40B4-BE49-F238E27FC236}">
                <a16:creationId xmlns:a16="http://schemas.microsoft.com/office/drawing/2014/main" id="{281D34E3-17E9-05C2-04C7-57BD78E4367D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64186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81DE37-2549-274E-0CE6-5D0BFFAF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D30207-FF2C-B5C0-F60C-7CD4A5FDDBF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34B2E3E-39C7-C1A3-2A53-3CB5806A344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ABBD77E8-F9A4-A2AF-F619-32FDA4358518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01366D0A-A590-F725-E53C-43CC865A00C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6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027C171D-9437-E67C-9903-175139C3A732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617B7-05DE-3A89-06CD-D2A34FE1DA4B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839D854-181C-260C-46A2-1370C81C35FA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C80225FD-2C53-6E1E-6580-090B33C87DF0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B62BA13D-A0E4-5229-3568-812CB906FD0B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4628AC5B-1166-CA24-BB5A-751D42486D31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797C841E-06C0-8529-AA21-0A35147318CA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C9B8159-447A-5913-342E-09FDD5A5AE2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B4984C1-1685-39DA-1B31-E2E4E951500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46739148-2CF7-F12F-509C-C872AEE8BA1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C84D4F10-95C4-C6E0-A61A-830C950F9020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9FAC8750-C414-F5A9-1887-5B1F38C52A1D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4EB61ED3-032E-FDAB-2EFC-7C2B49C44095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82C10-81D1-0392-289B-2696F6B37E0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1D80E-B9A3-DC22-5249-6F1F12F9072E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96EEB682-C913-25E0-4D7B-75DCB81B04EF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BB4BF84B-9B75-EDD9-2C87-E70AABA75A9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F83CB0B1-650A-CBBF-CDCF-FA302036E5D1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6F29E52D-B2FB-515B-9388-0FC6190345BF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4263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A241EE-139E-3E5E-7BE1-15CB89577BE2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20480DE9-4F7F-8ADF-5712-78F42074219B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03ACCE33-65B8-0733-2FC1-C8B4A91D52B4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C65C387-430F-BBB6-3038-F233839F6616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F8A631D0-7454-F28B-7B4B-32EE86A6EA86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E1E803F2-5FEA-C3A3-3772-586B81524EBE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036AA-AD44-548C-9CB6-B942E22F13D3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5712C-9257-ADC2-7832-64B172EF8CE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58" name="chrome progress">
            <a:extLst>
              <a:ext uri="{FF2B5EF4-FFF2-40B4-BE49-F238E27FC236}">
                <a16:creationId xmlns:a16="http://schemas.microsoft.com/office/drawing/2014/main" id="{E8D75D32-E851-46D8-8BF3-B80EBFB8CBA5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AD7544CC-AF5A-4084-D192-FB88F3BA67FD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2A2AB550-F128-545E-1C9E-9B90928C7A7F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4045BDA5-5192-5BF1-5D98-48AAC4790307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5789D9DC-88CB-46F2-EE3A-D0BB7C72A632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BF0DE21D-C977-AD42-5F77-111C93CACE32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5019C3B7-64EF-CFFD-3CEB-1C8CB1B75D71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33387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81DE37-2549-274E-0CE6-5D0BFFAF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D30207-FF2C-B5C0-F60C-7CD4A5FDDBF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34B2E3E-39C7-C1A3-2A53-3CB5806A344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ABBD77E8-F9A4-A2AF-F619-32FDA4358518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01366D0A-A590-F725-E53C-43CC865A00C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6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027C171D-9437-E67C-9903-175139C3A732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617B7-05DE-3A89-06CD-D2A34FE1DA4B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839D854-181C-260C-46A2-1370C81C35FA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C80225FD-2C53-6E1E-6580-090B33C87DF0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B62BA13D-A0E4-5229-3568-812CB906FD0B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4628AC5B-1166-CA24-BB5A-751D42486D31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797C841E-06C0-8529-AA21-0A35147318CA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C9B8159-447A-5913-342E-09FDD5A5AE2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B4984C1-1685-39DA-1B31-E2E4E951500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46739148-2CF7-F12F-509C-C872AEE8BA1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C84D4F10-95C4-C6E0-A61A-830C950F9020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9FAC8750-C414-F5A9-1887-5B1F38C52A1D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4EB61ED3-032E-FDAB-2EFC-7C2B49C44095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82C10-81D1-0392-289B-2696F6B37E0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1D80E-B9A3-DC22-5249-6F1F12F9072E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96EEB682-C913-25E0-4D7B-75DCB81B04EF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BB4BF84B-9B75-EDD9-2C87-E70AABA75A9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F83CB0B1-650A-CBBF-CDCF-FA302036E5D1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6F29E52D-B2FB-515B-9388-0FC6190345BF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4263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A241EE-139E-3E5E-7BE1-15CB89577BE2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20480DE9-4F7F-8ADF-5712-78F42074219B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03ACCE33-65B8-0733-2FC1-C8B4A91D52B4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C65C387-430F-BBB6-3038-F233839F6616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F8A631D0-7454-F28B-7B4B-32EE86A6EA86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E1E803F2-5FEA-C3A3-3772-586B81524EBE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036AA-AD44-548C-9CB6-B942E22F13D3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5712C-9257-ADC2-7832-64B172EF8CE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E32FB19A-1E58-7F1F-1700-17C8AADFF801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DD3F730B-5A2C-33E8-BE30-E11B28714FD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A946107-E60D-EDB5-8A34-68BA3C37ED6B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A03521FA-76F0-387D-328E-ED44C48E1B2C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4263A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rogress">
            <a:extLst>
              <a:ext uri="{FF2B5EF4-FFF2-40B4-BE49-F238E27FC236}">
                <a16:creationId xmlns:a16="http://schemas.microsoft.com/office/drawing/2014/main" id="{3CED729C-721E-F653-2132-73CB72E706AE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653DE415-AC7C-3F2B-8DAA-A6933737DC10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377D9CA1-26F7-697F-F526-241B59142E27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B68AE7F2-18FB-D767-2307-8DB8CB0A2A33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8626E1CD-1F1D-55C4-C850-DAA44DD34FAC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099D0D71-5B30-4A25-3980-5C77428A4716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2/6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C2679C6E-E1FF-7736-0F68-C7D1EFBE82DC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4129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81DE37-2549-274E-0CE6-5D0BFFAF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D30207-FF2C-B5C0-F60C-7CD4A5FDDBF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34B2E3E-39C7-C1A3-2A53-3CB5806A344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ABBD77E8-F9A4-A2AF-F619-32FDA4358518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01366D0A-A590-F725-E53C-43CC865A00C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6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027C171D-9437-E67C-9903-175139C3A732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617B7-05DE-3A89-06CD-D2A34FE1DA4B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839D854-181C-260C-46A2-1370C81C35FA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C80225FD-2C53-6E1E-6580-090B33C87DF0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B62BA13D-A0E4-5229-3568-812CB906FD0B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4628AC5B-1166-CA24-BB5A-751D42486D31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797C841E-06C0-8529-AA21-0A35147318CA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C9B8159-447A-5913-342E-09FDD5A5AE2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B4984C1-1685-39DA-1B31-E2E4E951500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46739148-2CF7-F12F-509C-C872AEE8BA1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C84D4F10-95C4-C6E0-A61A-830C950F9020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9FAC8750-C414-F5A9-1887-5B1F38C52A1D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4EB61ED3-032E-FDAB-2EFC-7C2B49C44095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82C10-81D1-0392-289B-2696F6B37E0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1D80E-B9A3-DC22-5249-6F1F12F9072E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96EEB682-C913-25E0-4D7B-75DCB81B04EF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BB4BF84B-9B75-EDD9-2C87-E70AABA75A9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F83CB0B1-650A-CBBF-CDCF-FA302036E5D1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6F29E52D-B2FB-515B-9388-0FC6190345BF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4263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A241EE-139E-3E5E-7BE1-15CB89577BE2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20480DE9-4F7F-8ADF-5712-78F42074219B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03ACCE33-65B8-0733-2FC1-C8B4A91D52B4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C65C387-430F-BBB6-3038-F233839F6616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F8A631D0-7454-F28B-7B4B-32EE86A6EA86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E1E803F2-5FEA-C3A3-3772-586B81524EBE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036AA-AD44-548C-9CB6-B942E22F13D3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5712C-9257-ADC2-7832-64B172EF8CE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E32FB19A-1E58-7F1F-1700-17C8AADFF801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DD3F730B-5A2C-33E8-BE30-E11B28714FD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A946107-E60D-EDB5-8A34-68BA3C37ED6B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A03521FA-76F0-387D-328E-ED44C48E1B2C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4263A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30A0E292-322F-9C9A-5C3A-35960E0BAAE3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C1B4CEFE-6E49-2029-B94E-A827EC55060F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49A6516D-F918-AC1D-1A81-AED58CC42D1C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E5D6C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E5D6C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rogress">
            <a:extLst>
              <a:ext uri="{FF2B5EF4-FFF2-40B4-BE49-F238E27FC236}">
                <a16:creationId xmlns:a16="http://schemas.microsoft.com/office/drawing/2014/main" id="{B50E973A-0080-ABFC-27D4-A248327B6707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75039081-41E7-FC3C-38DD-AC1CDD6586CD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BDD27A1E-B254-039B-8FE7-BBD33121CD0A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0EB4140E-5F67-51A8-DAE0-A93B64E24BB7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51A9C924-0398-CD96-4D84-A747A2EF755A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246B9CC2-0547-8BBC-285B-5E5B780D7F33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3/6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7DD42437-4709-74E1-E5ED-00BA2272E791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6364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81DE37-2549-274E-0CE6-5D0BFFAF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D30207-FF2C-B5C0-F60C-7CD4A5FDDBF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34B2E3E-39C7-C1A3-2A53-3CB5806A344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ABBD77E8-F9A4-A2AF-F619-32FDA4358518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01366D0A-A590-F725-E53C-43CC865A00C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6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027C171D-9437-E67C-9903-175139C3A732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617B7-05DE-3A89-06CD-D2A34FE1DA4B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839D854-181C-260C-46A2-1370C81C35FA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C80225FD-2C53-6E1E-6580-090B33C87DF0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B62BA13D-A0E4-5229-3568-812CB906FD0B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4628AC5B-1166-CA24-BB5A-751D42486D31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797C841E-06C0-8529-AA21-0A35147318CA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C9B8159-447A-5913-342E-09FDD5A5AE2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B4984C1-1685-39DA-1B31-E2E4E951500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46739148-2CF7-F12F-509C-C872AEE8BA1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C84D4F10-95C4-C6E0-A61A-830C950F9020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9FAC8750-C414-F5A9-1887-5B1F38C52A1D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4EB61ED3-032E-FDAB-2EFC-7C2B49C44095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82C10-81D1-0392-289B-2696F6B37E0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1D80E-B9A3-DC22-5249-6F1F12F9072E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96EEB682-C913-25E0-4D7B-75DCB81B04EF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BB4BF84B-9B75-EDD9-2C87-E70AABA75A9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F83CB0B1-650A-CBBF-CDCF-FA302036E5D1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6F29E52D-B2FB-515B-9388-0FC6190345BF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4263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A241EE-139E-3E5E-7BE1-15CB89577BE2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20480DE9-4F7F-8ADF-5712-78F42074219B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03ACCE33-65B8-0733-2FC1-C8B4A91D52B4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C65C387-430F-BBB6-3038-F233839F6616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F8A631D0-7454-F28B-7B4B-32EE86A6EA86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E1E803F2-5FEA-C3A3-3772-586B81524EBE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036AA-AD44-548C-9CB6-B942E22F13D3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5712C-9257-ADC2-7832-64B172EF8CE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E32FB19A-1E58-7F1F-1700-17C8AADFF801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DD3F730B-5A2C-33E8-BE30-E11B28714FD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A946107-E60D-EDB5-8A34-68BA3C37ED6B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A03521FA-76F0-387D-328E-ED44C48E1B2C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4263A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30A0E292-322F-9C9A-5C3A-35960E0BAAE3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C1B4CEFE-6E49-2029-B94E-A827EC55060F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49A6516D-F918-AC1D-1A81-AED58CC42D1C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E5D6C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E5D6C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4ADFAA6E-A6D6-0EF7-A7BB-1613540F6B4F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0C696409-284D-216C-6DDD-2C5AF61432C6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9FB396CD-F4A3-372F-7E49-986ED079FF0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rogress">
            <a:extLst>
              <a:ext uri="{FF2B5EF4-FFF2-40B4-BE49-F238E27FC236}">
                <a16:creationId xmlns:a16="http://schemas.microsoft.com/office/drawing/2014/main" id="{B2E0D9AC-F696-2DB5-4BD3-D4D4D4BADCA1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572121BC-6E3A-48C8-862F-6F3204048AFA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E23D9F8E-B24E-ED42-86DE-CD78399F5DD2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AC06495E-5E02-E215-664B-547CE1491EE0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872B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C245FEC8-064E-650F-D4BA-F80831AA0244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D4DB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9B186B30-E061-1B84-56BD-DE8BA4A95A4F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4/6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446461D9-DA9C-805C-6ED7-21F3DA8AA0E6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12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81DE37-2549-274E-0CE6-5D0BFFAF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D30207-FF2C-B5C0-F60C-7CD4A5FDDBF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34B2E3E-39C7-C1A3-2A53-3CB5806A344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ABBD77E8-F9A4-A2AF-F619-32FDA4358518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01366D0A-A590-F725-E53C-43CC865A00C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6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027C171D-9437-E67C-9903-175139C3A732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617B7-05DE-3A89-06CD-D2A34FE1DA4B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839D854-181C-260C-46A2-1370C81C35FA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C80225FD-2C53-6E1E-6580-090B33C87DF0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B62BA13D-A0E4-5229-3568-812CB906FD0B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4628AC5B-1166-CA24-BB5A-751D42486D31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797C841E-06C0-8529-AA21-0A35147318CA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C9B8159-447A-5913-342E-09FDD5A5AE2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B4984C1-1685-39DA-1B31-E2E4E951500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46739148-2CF7-F12F-509C-C872AEE8BA1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C84D4F10-95C4-C6E0-A61A-830C950F9020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9FAC8750-C414-F5A9-1887-5B1F38C52A1D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4EB61ED3-032E-FDAB-2EFC-7C2B49C44095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82C10-81D1-0392-289B-2696F6B37E0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1D80E-B9A3-DC22-5249-6F1F12F9072E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96EEB682-C913-25E0-4D7B-75DCB81B04EF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BB4BF84B-9B75-EDD9-2C87-E70AABA75A9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F83CB0B1-650A-CBBF-CDCF-FA302036E5D1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6F29E52D-B2FB-515B-9388-0FC6190345BF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4263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A241EE-139E-3E5E-7BE1-15CB89577BE2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20480DE9-4F7F-8ADF-5712-78F42074219B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03ACCE33-65B8-0733-2FC1-C8B4A91D52B4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C65C387-430F-BBB6-3038-F233839F6616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F8A631D0-7454-F28B-7B4B-32EE86A6EA86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E1E803F2-5FEA-C3A3-3772-586B81524EBE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036AA-AD44-548C-9CB6-B942E22F13D3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5712C-9257-ADC2-7832-64B172EF8CE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E32FB19A-1E58-7F1F-1700-17C8AADFF801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DD3F730B-5A2C-33E8-BE30-E11B28714FD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A946107-E60D-EDB5-8A34-68BA3C37ED6B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A03521FA-76F0-387D-328E-ED44C48E1B2C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4263A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30A0E292-322F-9C9A-5C3A-35960E0BAAE3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C1B4CEFE-6E49-2029-B94E-A827EC55060F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49A6516D-F918-AC1D-1A81-AED58CC42D1C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E5D6C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E5D6C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4ADFAA6E-A6D6-0EF7-A7BB-1613540F6B4F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0C696409-284D-216C-6DDD-2C5AF61432C6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9FB396CD-F4A3-372F-7E49-986ED079FF0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BAE2068A-E2F2-6AA6-C311-4BC9F529C9E6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badge @5">
            <a:extLst>
              <a:ext uri="{FF2B5EF4-FFF2-40B4-BE49-F238E27FC236}">
                <a16:creationId xmlns:a16="http://schemas.microsoft.com/office/drawing/2014/main" id="{423B365C-1738-BA15-9202-5616CB1B5A73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85A58E10-6A61-1F04-08A1-A755C671E9AE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8" name="chrome progress">
            <a:extLst>
              <a:ext uri="{FF2B5EF4-FFF2-40B4-BE49-F238E27FC236}">
                <a16:creationId xmlns:a16="http://schemas.microsoft.com/office/drawing/2014/main" id="{5988948C-2878-C3ED-9700-A43632495258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46BE95BD-F9AC-91C9-CC3D-BCCD47FC2C77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5D956CB8-E27E-4F35-06D3-F65E09BFCEE9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976CDF24-9652-BA27-F667-EF916247C62F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872B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0CD348DE-BDD4-1231-2CFF-3F7B180BC6E2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A61B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861480E8-1EF1-4A67-706E-0647B9C5EEFB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5/6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63F14CF0-DDF8-8D86-82C3-5BD958B120D1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5073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81DE37-2549-274E-0CE6-5D0BFFAF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D30207-FF2C-B5C0-F60C-7CD4A5FDDBF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34B2E3E-39C7-C1A3-2A53-3CB5806A344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ABBD77E8-F9A4-A2AF-F619-32FDA4358518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01366D0A-A590-F725-E53C-43CC865A00C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6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027C171D-9437-E67C-9903-175139C3A732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617B7-05DE-3A89-06CD-D2A34FE1DA4B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839D854-181C-260C-46A2-1370C81C35FA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C80225FD-2C53-6E1E-6580-090B33C87DF0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B62BA13D-A0E4-5229-3568-812CB906FD0B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4628AC5B-1166-CA24-BB5A-751D42486D31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797C841E-06C0-8529-AA21-0A35147318CA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C9B8159-447A-5913-342E-09FDD5A5AE2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B4984C1-1685-39DA-1B31-E2E4E951500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46739148-2CF7-F12F-509C-C872AEE8BA1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C84D4F10-95C4-C6E0-A61A-830C950F9020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9FAC8750-C414-F5A9-1887-5B1F38C52A1D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4EB61ED3-032E-FDAB-2EFC-7C2B49C44095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82C10-81D1-0392-289B-2696F6B37E0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1D80E-B9A3-DC22-5249-6F1F12F9072E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96EEB682-C913-25E0-4D7B-75DCB81B04EF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BB4BF84B-9B75-EDD9-2C87-E70AABA75A9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F83CB0B1-650A-CBBF-CDCF-FA302036E5D1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6F29E52D-B2FB-515B-9388-0FC6190345BF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4263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A241EE-139E-3E5E-7BE1-15CB89577BE2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20480DE9-4F7F-8ADF-5712-78F42074219B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03ACCE33-65B8-0733-2FC1-C8B4A91D52B4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C65C387-430F-BBB6-3038-F233839F6616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F8A631D0-7454-F28B-7B4B-32EE86A6EA86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E1E803F2-5FEA-C3A3-3772-586B81524EBE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036AA-AD44-548C-9CB6-B942E22F13D3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5712C-9257-ADC2-7832-64B172EF8CE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E32FB19A-1E58-7F1F-1700-17C8AADFF801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5" name="node @6">
            <a:extLst>
              <a:ext uri="{FF2B5EF4-FFF2-40B4-BE49-F238E27FC236}">
                <a16:creationId xmlns:a16="http://schemas.microsoft.com/office/drawing/2014/main" id="{2AD2717A-097B-CC5D-FC75-031634CAA6A6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D26D0780-8C8D-3CBD-9174-7DA59755D18C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A61B1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A61B1B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A61B1B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DD3F730B-5A2C-33E8-BE30-E11B28714FD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A946107-E60D-EDB5-8A34-68BA3C37ED6B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A03521FA-76F0-387D-328E-ED44C48E1B2C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4263A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blipFill>
                <a:blip r:embed="rId2"/>
                <a:stretch>
                  <a:fillRect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30A0E292-322F-9C9A-5C3A-35960E0BAAE3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C1B4CEFE-6E49-2029-B94E-A827EC55060F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49A6516D-F918-AC1D-1A81-AED58CC42D1C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E5D6C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E5D6C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4ADFAA6E-A6D6-0EF7-A7BB-1613540F6B4F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0C696409-284D-216C-6DDD-2C5AF61432C6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9FB396CD-F4A3-372F-7E49-986ED079FF0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BAE2068A-E2F2-6AA6-C311-4BC9F529C9E6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badge @5">
            <a:extLst>
              <a:ext uri="{FF2B5EF4-FFF2-40B4-BE49-F238E27FC236}">
                <a16:creationId xmlns:a16="http://schemas.microsoft.com/office/drawing/2014/main" id="{423B365C-1738-BA15-9202-5616CB1B5A73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85A58E10-6A61-1F04-08A1-A755C671E9AE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2" name="badge @6">
            <a:extLst>
              <a:ext uri="{FF2B5EF4-FFF2-40B4-BE49-F238E27FC236}">
                <a16:creationId xmlns:a16="http://schemas.microsoft.com/office/drawing/2014/main" id="{4094F540-0460-B604-C478-1351E2203EA4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965F63E0-9F63-B7F7-EBBD-1335F0960CE8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8F0FCFD6-70C1-54EB-C831-F7B8FA6DC36F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8F0FCFD6-70C1-54EB-C831-F7B8FA6DC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answer @6 bg">
            <a:extLst>
              <a:ext uri="{FF2B5EF4-FFF2-40B4-BE49-F238E27FC236}">
                <a16:creationId xmlns:a16="http://schemas.microsoft.com/office/drawing/2014/main" id="{1FB43E78-5BD7-CA1D-FDD8-BCCE60D93C3E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8E6E6"/>
          </a:solidFill>
          <a:ln w="19050">
            <a:solidFill>
              <a:srgbClr val="A6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nswer @6">
            <a:extLst>
              <a:ext uri="{FF2B5EF4-FFF2-40B4-BE49-F238E27FC236}">
                <a16:creationId xmlns:a16="http://schemas.microsoft.com/office/drawing/2014/main" id="{B920426F-32C5-697B-970D-961AB2B823A2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A61B1B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A61B1B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A61B1B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7" name="check @6">
            <a:extLst>
              <a:ext uri="{FF2B5EF4-FFF2-40B4-BE49-F238E27FC236}">
                <a16:creationId xmlns:a16="http://schemas.microsoft.com/office/drawing/2014/main" id="{30B2C5CA-279E-DB7E-9D86-61073AD2A13E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  <p:sp>
        <p:nvSpPr>
          <p:cNvPr id="58" name="chrome progress">
            <a:extLst>
              <a:ext uri="{FF2B5EF4-FFF2-40B4-BE49-F238E27FC236}">
                <a16:creationId xmlns:a16="http://schemas.microsoft.com/office/drawing/2014/main" id="{EA3C22FB-3F58-3152-ABC3-67E2A138B5EE}"/>
              </a:ext>
            </a:extLst>
          </p:cNvPr>
          <p:cNvSpPr/>
          <p:nvPr/>
        </p:nvSpPr>
        <p:spPr>
          <a:xfrm>
            <a:off x="14605000" y="9829800"/>
            <a:ext cx="101600" cy="1016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rogress">
            <a:extLst>
              <a:ext uri="{FF2B5EF4-FFF2-40B4-BE49-F238E27FC236}">
                <a16:creationId xmlns:a16="http://schemas.microsoft.com/office/drawing/2014/main" id="{966057EB-FA6D-DC8A-2849-2B5D0858C0C5}"/>
              </a:ext>
            </a:extLst>
          </p:cNvPr>
          <p:cNvSpPr/>
          <p:nvPr/>
        </p:nvSpPr>
        <p:spPr>
          <a:xfrm>
            <a:off x="14770100" y="9829800"/>
            <a:ext cx="101600" cy="101600"/>
          </a:xfrm>
          <a:prstGeom prst="ellipse">
            <a:avLst/>
          </a:prstGeom>
          <a:solidFill>
            <a:srgbClr val="4A4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rogress">
            <a:extLst>
              <a:ext uri="{FF2B5EF4-FFF2-40B4-BE49-F238E27FC236}">
                <a16:creationId xmlns:a16="http://schemas.microsoft.com/office/drawing/2014/main" id="{98329AA2-5D1F-D583-9034-01590F71E3B5}"/>
              </a:ext>
            </a:extLst>
          </p:cNvPr>
          <p:cNvSpPr/>
          <p:nvPr/>
        </p:nvSpPr>
        <p:spPr>
          <a:xfrm>
            <a:off x="14935200" y="9829800"/>
            <a:ext cx="101600" cy="101600"/>
          </a:xfrm>
          <a:prstGeom prst="ellipse">
            <a:avLst/>
          </a:prstGeom>
          <a:solidFill>
            <a:srgbClr val="683C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rome progress">
            <a:extLst>
              <a:ext uri="{FF2B5EF4-FFF2-40B4-BE49-F238E27FC236}">
                <a16:creationId xmlns:a16="http://schemas.microsoft.com/office/drawing/2014/main" id="{53F20E2E-0E87-F698-2930-496672941C93}"/>
              </a:ext>
            </a:extLst>
          </p:cNvPr>
          <p:cNvSpPr/>
          <p:nvPr/>
        </p:nvSpPr>
        <p:spPr>
          <a:xfrm>
            <a:off x="15100300" y="9829800"/>
            <a:ext cx="101600" cy="101600"/>
          </a:xfrm>
          <a:prstGeom prst="ellipse">
            <a:avLst/>
          </a:prstGeom>
          <a:solidFill>
            <a:srgbClr val="872B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hrome progress">
            <a:extLst>
              <a:ext uri="{FF2B5EF4-FFF2-40B4-BE49-F238E27FC236}">
                <a16:creationId xmlns:a16="http://schemas.microsoft.com/office/drawing/2014/main" id="{50E7FC0D-593C-8EC5-A26B-F9B5E85F501C}"/>
              </a:ext>
            </a:extLst>
          </p:cNvPr>
          <p:cNvSpPr/>
          <p:nvPr/>
        </p:nvSpPr>
        <p:spPr>
          <a:xfrm>
            <a:off x="15265400" y="9829800"/>
            <a:ext cx="101600" cy="101600"/>
          </a:xfrm>
          <a:prstGeom prst="ellipse">
            <a:avLst/>
          </a:prstGeom>
          <a:solidFill>
            <a:srgbClr val="A61B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hrome progress label">
            <a:extLst>
              <a:ext uri="{FF2B5EF4-FFF2-40B4-BE49-F238E27FC236}">
                <a16:creationId xmlns:a16="http://schemas.microsoft.com/office/drawing/2014/main" id="{E0F29D9E-CBA8-A797-A10C-5F4D175D8B05}"/>
              </a:ext>
            </a:extLst>
          </p:cNvPr>
          <p:cNvSpPr txBox="1"/>
          <p:nvPr/>
        </p:nvSpPr>
        <p:spPr>
          <a:xfrm>
            <a:off x="15506700" y="9779000"/>
            <a:ext cx="101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6/6</a:t>
            </a:r>
          </a:p>
        </p:txBody>
      </p:sp>
      <p:sp>
        <p:nvSpPr>
          <p:cNvPr id="64" name="chrome page">
            <a:extLst>
              <a:ext uri="{FF2B5EF4-FFF2-40B4-BE49-F238E27FC236}">
                <a16:creationId xmlns:a16="http://schemas.microsoft.com/office/drawing/2014/main" id="{F6429142-43A1-2BA2-867A-FF5C61E693A1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34359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B225655-F086-C38A-DB68-5A0A0FE0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7013E60-6BF3-A169-56BD-D6AA475A56B8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EBFB027-3B12-28A2-B4C0-82B4BE5DC6E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th">
            <a:extLst>
              <a:ext uri="{FF2B5EF4-FFF2-40B4-BE49-F238E27FC236}">
                <a16:creationId xmlns:a16="http://schemas.microsoft.com/office/drawing/2014/main" id="{1A09AEEB-610D-9261-1BE8-8476605B579C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REGION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0A33320B-0315-1670-BD2B-6A0F5103F9B1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CONDITION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82E91A40-5AA1-98B1-F3BB-335616CACD6A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DRAIN CURRENT</a:t>
            </a:r>
          </a:p>
        </p:txBody>
      </p:sp>
      <p:cxnSp>
        <p:nvCxnSpPr>
          <p:cNvPr id="8" name="rule">
            <a:extLst>
              <a:ext uri="{FF2B5EF4-FFF2-40B4-BE49-F238E27FC236}">
                <a16:creationId xmlns:a16="http://schemas.microsoft.com/office/drawing/2014/main" id="{C7E93EE2-6D50-A99A-49DA-B58903FD081E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">
            <a:extLst>
              <a:ext uri="{FF2B5EF4-FFF2-40B4-BE49-F238E27FC236}">
                <a16:creationId xmlns:a16="http://schemas.microsoft.com/office/drawing/2014/main" id="{44C4E7C4-9C7C-288A-5858-81DCCFF059DF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Cutoff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7C91A22E-94A0-2D42-97D1-1231BD22779C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8E89653F-4108-2F3A-5362-598008AF2102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8E89653F-4108-2F3A-5362-598008AF2102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2" name="rule">
            <a:extLst>
              <a:ext uri="{FF2B5EF4-FFF2-40B4-BE49-F238E27FC236}">
                <a16:creationId xmlns:a16="http://schemas.microsoft.com/office/drawing/2014/main" id="{7E554A17-BD2F-265F-E3A0-F7D46E6FE1C2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d">
            <a:extLst>
              <a:ext uri="{FF2B5EF4-FFF2-40B4-BE49-F238E27FC236}">
                <a16:creationId xmlns:a16="http://schemas.microsoft.com/office/drawing/2014/main" id="{484678C7-DC1A-877B-569A-3A927F275B7A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Triode</a:t>
            </a:r>
          </a:p>
        </p:txBody>
      </p:sp>
      <p:sp>
        <p:nvSpPr>
          <p:cNvPr id="14" name="td">
            <a:extLst>
              <a:ext uri="{FF2B5EF4-FFF2-40B4-BE49-F238E27FC236}">
                <a16:creationId xmlns:a16="http://schemas.microsoft.com/office/drawing/2014/main" id="{212A25DB-19FD-8857-12C3-93B64F7D95D2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q">
                <a:extLst>
                  <a:ext uri="{FF2B5EF4-FFF2-40B4-BE49-F238E27FC236}">
                    <a16:creationId xmlns:a16="http://schemas.microsoft.com/office/drawing/2014/main" id="{CF3C1CFD-D2EC-7477-DE02-B61316B838B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eq">
                <a:extLst>
                  <a:ext uri="{FF2B5EF4-FFF2-40B4-BE49-F238E27FC236}">
                    <a16:creationId xmlns:a16="http://schemas.microsoft.com/office/drawing/2014/main" id="{CF3C1CFD-D2EC-7477-DE02-B61316B838B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6" name="rule">
            <a:extLst>
              <a:ext uri="{FF2B5EF4-FFF2-40B4-BE49-F238E27FC236}">
                <a16:creationId xmlns:a16="http://schemas.microsoft.com/office/drawing/2014/main" id="{CB3CA168-8E1B-90C3-6E10-7D038FD53F92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d">
            <a:extLst>
              <a:ext uri="{FF2B5EF4-FFF2-40B4-BE49-F238E27FC236}">
                <a16:creationId xmlns:a16="http://schemas.microsoft.com/office/drawing/2014/main" id="{9EA7F25F-B313-8B13-E3A4-77369E1B6C5A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Saturation</a:t>
            </a:r>
          </a:p>
        </p:txBody>
      </p:sp>
      <p:sp>
        <p:nvSpPr>
          <p:cNvPr id="18" name="td">
            <a:extLst>
              <a:ext uri="{FF2B5EF4-FFF2-40B4-BE49-F238E27FC236}">
                <a16:creationId xmlns:a16="http://schemas.microsoft.com/office/drawing/2014/main" id="{E8A68CF5-00E1-E1DD-592D-7CFD120004FD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q">
                <a:extLst>
                  <a:ext uri="{FF2B5EF4-FFF2-40B4-BE49-F238E27FC236}">
                    <a16:creationId xmlns:a16="http://schemas.microsoft.com/office/drawing/2014/main" id="{232C9590-38CF-6430-46B1-DDF76339E5A5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eq">
                <a:extLst>
                  <a:ext uri="{FF2B5EF4-FFF2-40B4-BE49-F238E27FC236}">
                    <a16:creationId xmlns:a16="http://schemas.microsoft.com/office/drawing/2014/main" id="{232C9590-38CF-6430-46B1-DDF76339E5A5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0" name="rule">
            <a:extLst>
              <a:ext uri="{FF2B5EF4-FFF2-40B4-BE49-F238E27FC236}">
                <a16:creationId xmlns:a16="http://schemas.microsoft.com/office/drawing/2014/main" id="{D8087129-392A-0382-9C70-1D543121D35B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akeaway">
            <a:extLst>
              <a:ext uri="{FF2B5EF4-FFF2-40B4-BE49-F238E27FC236}">
                <a16:creationId xmlns:a16="http://schemas.microsoft.com/office/drawing/2014/main" id="{8B07CB35-77EE-6884-61C8-A56C8CD21A5B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2" name="takeaway">
            <a:extLst>
              <a:ext uri="{FF2B5EF4-FFF2-40B4-BE49-F238E27FC236}">
                <a16:creationId xmlns:a16="http://schemas.microsoft.com/office/drawing/2014/main" id="{F5F3BCDA-F936-0F8D-AF5C-57440C99FC9A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ACA1523E-A326-7D65-F726-C2F3C5881745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349151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Microsoft Office PowerPoint</Application>
  <PresentationFormat>Custom</PresentationFormat>
  <Paragraphs>229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Georgia</vt:lpstr>
      <vt:lpstr>Segoe UI</vt:lpstr>
      <vt:lpstr>Segoe UI Semibold</vt:lpstr>
      <vt:lpstr>Office Theme</vt:lpstr>
      <vt:lpstr>MOSFETs</vt:lpstr>
      <vt:lpstr>Lecture map</vt:lpstr>
      <vt:lpstr>I–V characteristics</vt:lpstr>
      <vt:lpstr>Creating a channel: the threshold voltage</vt:lpstr>
      <vt:lpstr>Creating a channel: the threshold voltage</vt:lpstr>
      <vt:lpstr>Creating a channel: the threshold voltage</vt:lpstr>
      <vt:lpstr>Triode and saturation: one curve, two equations</vt:lpstr>
      <vt:lpstr>Triode and saturation: one curve, two equations</vt:lpstr>
      <vt:lpstr>Triode and saturation: one curve, two equations</vt:lpstr>
      <vt:lpstr>Triode and saturation: one curve, two equations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2026-10-01T00:09:26Z</dcterms:created>
  <dcterms:modified xsi:type="dcterms:W3CDTF">2026-10-01T00:09:36Z</dcterms:modified>
</cp:coreProperties>
</file>
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8" r:id="rId9"/>
    <p:sldId id="269" r:id="rId10"/>
    <p:sldId id="270" r:id="rId11"/>
    <p:sldId id="261" r:id="rId12"/>
    <p:sldId id="263" r:id="rId13"/>
    <p:sldId id="264" r:id="rId14"/>
    <p:sldId id="265" r:id="rId15"/>
    <p:sldId id="266" r:id="rId16"/>
    <p:sldId id="267" r:id="rId17"/>
    <p:sldId id="262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100-F01D-DD2B-0852-43F09B7D5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80427-85A6-009A-1DBD-7A5E404A2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1465A-9477-9B07-F727-68EF7698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A8FE-3A1B-B25F-BD0E-A27EA5EF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A7DD-5F4C-8667-CB7E-AF21B54A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6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33EA-E7BD-8EA5-A03F-F96C87DE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9F47-D340-36DB-31E4-02E12C410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7BE1-4310-DC9B-9A1D-67A3E6B1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B57A-ED8F-16A9-50CF-6A6ECC70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0B05-78CD-0636-20F1-BB32C219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0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0C3-AE6C-F800-534F-B5EB5D6B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44B59-EC02-DD2F-1507-5DF80A9E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DA1B8-FD6A-7CA6-4E7E-ACFB83CE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FCD2-9460-8156-527C-4BD2E2AB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B6FA-C80F-A55A-C722-DDC68F72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9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42ED-5755-626E-74C4-B13EFCBC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E2AB-3183-D169-AE34-FBA523877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BAF80-320F-E33D-BB67-B51B55F0B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0CCCE-D7CD-F00E-3899-F79210CB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3917D-923A-6D26-1B77-56421399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66357-91A0-B27B-C5AE-5152B764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1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EBA0-9F92-F93B-5EF1-986BF464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FFF64-1C98-782A-0522-37B6D8241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AB0E1-0D5D-6C4B-0843-7B17BD228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47C1B-E95E-0959-2582-39FB96612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D7A43-CDA1-A484-17F8-2D20D94E0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1FDF5-C7BD-A0FF-B64C-46DA2D0D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143C8-66E8-EE3F-CEE8-A467317C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4DA9D-B07F-4E43-CA4D-FCEF5472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0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4B5C-3157-34F6-4308-839120ED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7A90F-7580-83DA-2943-6A43E4EE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48598-BC06-080A-234D-D2EE3061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C0978-2118-8F3C-1252-A9DB819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4B03D-45FA-04C7-40E9-7E4FE48E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02D8D-2C16-918F-50B1-CD19990A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564F6-9A4C-CDCB-E748-A9577C83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0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17E4-5C22-B1A7-8843-10BC1C3E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50B9-5C11-753C-3102-15DD0E64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ECC88-5A93-A37F-EC70-5390FBE25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E8DC9-507A-279A-3909-52C70336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36532-7874-C2BF-7F94-258AB86D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C19A6-0978-A02E-297D-7703890A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CC74-4A5C-DE23-5703-CD0D98EE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A4000-2E65-F9E3-ED9E-DB18E80E88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D7F84-B366-9F7D-D435-D8E6EE866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7C30E-E048-D0D2-6C7F-234BD5B8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F13DD-7904-05B1-944E-0E668355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2C7C1-6BA8-9BB9-3192-5CAE9B0F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1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5EB7-C48C-A259-F6B7-81AE1948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04654-4C51-BE43-A69D-920A1AFD0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A663C-50DD-3712-A8E1-1FB707EA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1D18-3116-24B5-E89A-585BEE60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34F4-3E99-67D7-5393-153B68ED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D0B32-4950-4307-4340-FA4B0505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BA83B-2421-1F38-7C18-075E4FEA2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17612-1905-AA2F-D77F-B276D2C0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8CC08-AEE4-5BD8-03ED-E14DBDAB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1E251-A530-1A59-0E95-6B54ADFE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F8FFA-2C34-A867-3B70-09245817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E3200-8CE8-F30B-0F0F-B9AFBC55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FD70-750E-075B-6F3B-8A460073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0102-C6F1-3EF4-6344-1A73724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A24B-4B33-9C40-88C1-CD42C1FCB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4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7ED95-77F1-C491-FA33-8FFDB9FE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400">
                <a:solidFill>
                  <a:srgbClr val="15181D"/>
                </a:solidFill>
                <a:latin typeface="Segoe UI Semibold" panose="020B07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DF084B65-9362-23CB-C449-F5482FF67CD3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C2410C"/>
                </a:solidFill>
                <a:latin typeface="Consolas" panose="020B0609020204030204" pitchFamily="49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318D2B1-7854-54CA-5C94-B19B421DCFDD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E044C806-D7DD-89EC-3E8D-8AED88596AB9}"/>
              </a:ext>
            </a:extLst>
          </p:cNvPr>
          <p:cNvSpPr/>
          <p:nvPr/>
        </p:nvSpPr>
        <p:spPr>
          <a:xfrm>
            <a:off x="914400" y="5715000"/>
            <a:ext cx="1143000" cy="50800"/>
          </a:xfrm>
          <a:prstGeom prst="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cture">
            <a:extLst>
              <a:ext uri="{FF2B5EF4-FFF2-40B4-BE49-F238E27FC236}">
                <a16:creationId xmlns:a16="http://schemas.microsoft.com/office/drawing/2014/main" id="{5C8C035F-6E30-0A88-9CD5-1CD51CF0A104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5181D"/>
                </a:solidFill>
                <a:latin typeface="Segoe UI Semibold" panose="020B07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092A757C-2C1F-92C9-E9F4-0D179A305D8D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181D"/>
                </a:solidFill>
                <a:latin typeface="Segoe UI Semibold" panose="020B07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EDC8EFAD-CB4D-C455-C853-000AE2ACB359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B5260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C706A0DC-9E2D-00ED-AD07-50AA7DD24D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175000"/>
            <a:ext cx="7874000" cy="2993218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465B6D4A-1532-293B-7D14-B9F19C00F9F6}"/>
              </a:ext>
            </a:extLst>
          </p:cNvPr>
          <p:cNvSpPr txBox="1"/>
          <p:nvPr/>
        </p:nvSpPr>
        <p:spPr>
          <a:xfrm>
            <a:off x="9652000" y="6244418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29715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DDFB4ED-C897-287A-5C46-B4ED0C97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2A51236-56C0-34E2-FEE8-F4BE99703424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MOSFETS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BD87A4FD-2974-78B3-9B16-414E6925FCD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1A30E591-B24A-BD66-682A-91996F19B05F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A8BEA916-F98A-CCC9-C30D-FBCE6C4BE2A8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ED289F9D-A3BA-59A4-5662-A82B261805C2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2AA45CD9-1630-A849-E59B-0D1AA5AC4E0A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1DBB0F3-01A7-82C8-142F-166519E44F3C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943A375C-77AC-AA2D-8DA7-3C2B35DD9893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8436DF6C-3DA8-9E20-BEB6-92C931E62272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340786A2-D8A9-8150-0B24-9D8DCC241690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35BF7F09-7902-1E51-4F21-9214DF9D5F5C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EC17FF89-B5AA-BAF4-D1E9-1FCD31204EC8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86F0C849-4929-E23F-D24C-713BFD49AF2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4DAF1A7-B443-FE4D-15EE-575FD8EAD8A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5EB88075-AB20-338D-78CC-2F3A14174EE2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8E60A612-BAFC-C798-19F1-D1BEAA02DBB5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C403D4F5-F1AA-E758-2471-E98A65DFFDC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 switch</a:t>
            </a:r>
          </a:p>
        </p:txBody>
      </p:sp>
      <p:cxnSp>
        <p:nvCxnSpPr>
          <p:cNvPr id="20" name="panel">
            <a:extLst>
              <a:ext uri="{FF2B5EF4-FFF2-40B4-BE49-F238E27FC236}">
                <a16:creationId xmlns:a16="http://schemas.microsoft.com/office/drawing/2014/main" id="{AE3FAD2F-7E2B-8DCE-A440-131EFBF658A6}"/>
              </a:ext>
            </a:extLst>
          </p:cNvPr>
          <p:cNvCxnSpPr/>
          <p:nvPr/>
        </p:nvCxnSpPr>
        <p:spPr>
          <a:xfrm>
            <a:off x="10922000" y="2159000"/>
            <a:ext cx="0" cy="59690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utcomes h">
            <a:extLst>
              <a:ext uri="{FF2B5EF4-FFF2-40B4-BE49-F238E27FC236}">
                <a16:creationId xmlns:a16="http://schemas.microsoft.com/office/drawing/2014/main" id="{9DAB39EC-236E-32EF-252A-CCAFFDBAFCF2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BY THE END YOU CAN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48D5E10D-A61D-B785-3ADA-96D3711C19C2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95F67C6A-DBBA-684D-7278-4DF63159E127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1FF908BE-2195-B3F6-327C-61D71F56B111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572DA488-0AFA-0434-D63D-896FD625593F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665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CCE71-0057-27F9-EFEF-2CA485B6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5181D"/>
                </a:solidFill>
                <a:latin typeface="Segoe UI Semibold" panose="020B07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2CD5B6E0-0612-765A-9513-280A86D5DD3F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E05E1B6A-4801-6D5D-63C1-8D920FFD2A38}"/>
              </a:ext>
            </a:extLst>
          </p:cNvPr>
          <p:cNvCxnSpPr/>
          <p:nvPr/>
        </p:nvCxnSpPr>
        <p:spPr>
          <a:xfrm>
            <a:off x="914400" y="67310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tem">
            <a:extLst>
              <a:ext uri="{FF2B5EF4-FFF2-40B4-BE49-F238E27FC236}">
                <a16:creationId xmlns:a16="http://schemas.microsoft.com/office/drawing/2014/main" id="{8DE8F361-36B2-3527-F4F9-EBB2CAA2C792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13617337-4159-A347-406A-AAAD48BA47FA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A767479B-ACD0-D9F8-04AE-6FCF39B562EA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8" name="map rule">
            <a:extLst>
              <a:ext uri="{FF2B5EF4-FFF2-40B4-BE49-F238E27FC236}">
                <a16:creationId xmlns:a16="http://schemas.microsoft.com/office/drawing/2014/main" id="{6760B308-C7A0-CAC6-80EC-3AD88979E638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p">
            <a:extLst>
              <a:ext uri="{FF2B5EF4-FFF2-40B4-BE49-F238E27FC236}">
                <a16:creationId xmlns:a16="http://schemas.microsoft.com/office/drawing/2014/main" id="{07137716-51D5-02E6-9801-83C9D6291706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EAAC3A77-0614-EBF4-7965-5484765F7382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 Semibold" panose="020B0702040204020203" pitchFamily="34" charset="0"/>
              </a:rPr>
              <a:t>2  I–V characteristics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AE2F3863-197B-BCE2-9E28-B0B7984AFE79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31E1CB68-B18F-45A9-E45B-BE80FAE8277A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3" name="map">
            <a:extLst>
              <a:ext uri="{FF2B5EF4-FFF2-40B4-BE49-F238E27FC236}">
                <a16:creationId xmlns:a16="http://schemas.microsoft.com/office/drawing/2014/main" id="{5300CB65-571D-5A06-B5F4-EFBCB89CAC61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51823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BF7A62-FADE-E259-7579-445E2C87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BFBCB7-C172-687E-F250-1C4A8FF1AA90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1 · STRUCTURE AND OPERATION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8FF09E02-2B13-DA44-8EAA-0DFABF59340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9D0E01E6-91E6-397A-89C3-2EA0930F5BF0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8B0D9072-A99A-A426-5A03-2E0DBB7A0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2032000"/>
            <a:ext cx="8483600" cy="6437505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27B30EBC-4AEB-2A5C-DF03-72458D882F29}"/>
              </a:ext>
            </a:extLst>
          </p:cNvPr>
          <p:cNvSpPr txBox="1"/>
          <p:nvPr/>
        </p:nvSpPr>
        <p:spPr>
          <a:xfrm>
            <a:off x="8890000" y="8545705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51E8B639-8EC5-55CD-CC96-D5569F5B61B6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B5A3E5AD-6AD6-5BF9-969D-CC0B439DE19B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08BA3188-A256-C1C4-AF9C-105AFD0C06E9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01A8789B-1845-C84A-C32E-B717D2194D18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D4AF1CEC-3242-DC1E-F20B-5F3F5AFD09EA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5F406771-F3B2-3E71-F564-2525FBBAE833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BB570F15-A23A-52D9-EC76-DB352924E3E1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4B9863D1-F7E1-AF11-34E5-53E86E4CEC6C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836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BF7A62-FADE-E259-7579-445E2C87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BFBCB7-C172-687E-F250-1C4A8FF1AA90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1 · STRUCTURE AND OPERATION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8FF09E02-2B13-DA44-8EAA-0DFABF59340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9D0E01E6-91E6-397A-89C3-2EA0930F5BF0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8B0D9072-A99A-A426-5A03-2E0DBB7A0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2032000"/>
            <a:ext cx="8483600" cy="6437505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27B30EBC-4AEB-2A5C-DF03-72458D882F29}"/>
              </a:ext>
            </a:extLst>
          </p:cNvPr>
          <p:cNvSpPr txBox="1"/>
          <p:nvPr/>
        </p:nvSpPr>
        <p:spPr>
          <a:xfrm>
            <a:off x="8890000" y="8545705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51E8B639-8EC5-55CD-CC96-D5569F5B61B6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89B1565E-6ACE-0E2D-3A09-A570DC92B8A5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B80C8062-28D1-C272-CB8A-5BDEE603439D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FEB1A317-F640-EB3A-F84E-6FA76A42D563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2BCC1C7C-EFD7-5EFB-265F-47AEF13A4910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C756C120-5121-28BD-2BEA-64B296055B75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9E02D662-F7F2-8035-5AAB-FD8CABE7397C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B9410786-2FDD-6B04-36EF-148B3DBBB0C7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2/3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A8BD851F-E925-681E-67B0-09F82A2EF442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074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BF7A62-FADE-E259-7579-445E2C87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BFBCB7-C172-687E-F250-1C4A8FF1AA90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1 · STRUCTURE AND OPERATION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8FF09E02-2B13-DA44-8EAA-0DFABF59340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9D0E01E6-91E6-397A-89C3-2EA0930F5BF0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8B0D9072-A99A-A426-5A03-2E0DBB7A0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2032000"/>
            <a:ext cx="8483600" cy="6437505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27B30EBC-4AEB-2A5C-DF03-72458D882F29}"/>
              </a:ext>
            </a:extLst>
          </p:cNvPr>
          <p:cNvSpPr txBox="1"/>
          <p:nvPr/>
        </p:nvSpPr>
        <p:spPr>
          <a:xfrm>
            <a:off x="8890000" y="8545705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51E8B639-8EC5-55CD-CC96-D5569F5B61B6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89B1565E-6ACE-0E2D-3A09-A570DC92B8A5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cxnSp>
        <p:nvCxnSpPr>
          <p:cNvPr id="11" name="def @3">
            <a:extLst>
              <a:ext uri="{FF2B5EF4-FFF2-40B4-BE49-F238E27FC236}">
                <a16:creationId xmlns:a16="http://schemas.microsoft.com/office/drawing/2014/main" id="{AECF5DE2-5A78-597F-D6E0-7FFFE6129087}"/>
              </a:ext>
            </a:extLst>
          </p:cNvPr>
          <p:cNvCxnSpPr/>
          <p:nvPr/>
        </p:nvCxnSpPr>
        <p:spPr>
          <a:xfrm>
            <a:off x="914400" y="6273800"/>
            <a:ext cx="0" cy="1676400"/>
          </a:xfrm>
          <a:prstGeom prst="line">
            <a:avLst/>
          </a:prstGeom>
          <a:ln w="381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f @3">
            <a:extLst>
              <a:ext uri="{FF2B5EF4-FFF2-40B4-BE49-F238E27FC236}">
                <a16:creationId xmlns:a16="http://schemas.microsoft.com/office/drawing/2014/main" id="{4213FA66-B44C-749D-AFED-9C571E66338D}"/>
              </a:ext>
            </a:extLst>
          </p:cNvPr>
          <p:cNvSpPr txBox="1"/>
          <p:nvPr/>
        </p:nvSpPr>
        <p:spPr>
          <a:xfrm>
            <a:off x="1193800" y="6222999"/>
            <a:ext cx="7086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DEFINITION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E7D2939-E28F-E8C8-879E-AE7B15114F2C}"/>
              </a:ext>
            </a:extLst>
          </p:cNvPr>
          <p:cNvSpPr txBox="1"/>
          <p:nvPr/>
        </p:nvSpPr>
        <p:spPr>
          <a:xfrm>
            <a:off x="1193800" y="6603999"/>
            <a:ext cx="7086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90219884-7862-68A8-C883-F974C592B126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8876201E-7950-118A-842E-6FB82F084064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48FC82FB-E996-B4C7-E5F9-D2327BB4CAED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F600F3D3-F3A7-9561-26E8-FE6540D048D3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F093561B-08B4-5126-FCC5-DB8B38462A97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A894CB67-F260-62D8-A6C8-FD349E8AAF74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3/3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2C5DB280-6D63-ACF0-19C6-702642401033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6696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AB170581-5C3B-847F-9C0B-1A3B423C42A8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5DA9820A-F3A5-5278-3AC0-739E4F73012F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59299475-AFBE-906C-1C17-0AAE040337E2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31D1971B-8FED-4966-9DBB-8675F66A0EFD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BE215A45-03DB-BA39-7F36-06A5D07BE22E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DD6F9853-F8B2-7F71-FD54-470F15E6D266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1/4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4E5548E9-0F6D-E597-7295-307F87C55949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21720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A1D76737-3325-C9A0-4179-F8C8058D1A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hrome progress">
            <a:extLst>
              <a:ext uri="{FF2B5EF4-FFF2-40B4-BE49-F238E27FC236}">
                <a16:creationId xmlns:a16="http://schemas.microsoft.com/office/drawing/2014/main" id="{12EE8D7E-A451-CAB9-7E1A-4534C95D5988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A2861413-C28A-DC9C-54A5-33E2BD7E6C7B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234CD0BF-49CE-C5BC-6441-CA11E3D06353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1610396E-3FF1-282E-B3AB-B864628228CF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7674B862-2B73-A39D-B411-C6CF5BE5442C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885E2C7D-9062-4FEF-8A44-9C62FA8B4521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2/4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A60E8641-1513-3B2A-5033-BB3BF32F6CFA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264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A1D76737-3325-C9A0-4179-F8C8058D1A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ab @3">
            <a:extLst>
              <a:ext uri="{FF2B5EF4-FFF2-40B4-BE49-F238E27FC236}">
                <a16:creationId xmlns:a16="http://schemas.microsoft.com/office/drawing/2014/main" id="{8A114333-951A-EDBE-3D57-9BFAE6290AF3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hrome progress">
            <a:extLst>
              <a:ext uri="{FF2B5EF4-FFF2-40B4-BE49-F238E27FC236}">
                <a16:creationId xmlns:a16="http://schemas.microsoft.com/office/drawing/2014/main" id="{E4A37486-3C11-143A-5710-CE4BBEE78001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0DF3F0D8-DE35-B922-F07F-4BA38A9C7B85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CC633FFC-262E-0F7C-EE33-F297F1AB7AB0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8EB1C387-923B-FF6E-BA49-F97B447735E2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1F4D7D03-3C6B-6483-7C16-394C4EC675DD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56C09B10-975C-9668-7AF2-10BB6461E639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3/4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2892F9D5-80BF-559E-EBDD-7BF068C4DBA9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1597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A1D76737-3325-C9A0-4179-F8C8058D1A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ab @3">
            <a:extLst>
              <a:ext uri="{FF2B5EF4-FFF2-40B4-BE49-F238E27FC236}">
                <a16:creationId xmlns:a16="http://schemas.microsoft.com/office/drawing/2014/main" id="{8A114333-951A-EDBE-3D57-9BFAE6290AF3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note @4">
            <a:extLst>
              <a:ext uri="{FF2B5EF4-FFF2-40B4-BE49-F238E27FC236}">
                <a16:creationId xmlns:a16="http://schemas.microsoft.com/office/drawing/2014/main" id="{F05640E6-BB9B-ED95-557D-1092F6D9519A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CCFCA5BC-0518-19C1-13AC-A3299ECECE2B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C7C41AD8-2C84-6756-0AB9-04CDBD4AF440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05B8D7B6-4A40-CD71-1689-75981106A772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E5E46F0F-2C68-03B1-3131-8A962FC065FB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FC487C97-B34E-F7A4-EDA7-AF39F38A2EEF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474F230C-3311-360F-6371-D539540FDF88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4/4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0F45D932-B421-2D1C-375D-334ADE86D233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793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ADF380E3-2B7A-8D24-F811-7B436403F5F7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8669B35D-F34A-F72E-4165-DC67FEC1A7C8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E9A8EB22-9CB2-4A98-1510-71D8FE5AC631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48087458-98A0-7D4A-99CA-0205F60348F1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5FA5FBC1-7CDB-2198-B9E2-07CBD0599671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6CBA4C5E-FE84-04D4-730C-EADC0C3E2D4F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6C15AC97-CE3B-5D74-0336-13786BFE027C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95642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hrome progress">
            <a:extLst>
              <a:ext uri="{FF2B5EF4-FFF2-40B4-BE49-F238E27FC236}">
                <a16:creationId xmlns:a16="http://schemas.microsoft.com/office/drawing/2014/main" id="{DF258BE7-35B3-194D-60D1-087DBF8B7E03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049BCD8D-BDE2-4FBF-4E5C-8252CCF75A47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09681BDE-A0F8-C290-5296-FDEEB0943DA8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8D13EA98-179E-A5E4-29FA-B3CBF93889B0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C24FA41E-1244-A691-493C-E87BB11188ED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5089915D-130A-A4FD-C17C-9A7B8A6F14B5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2/6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3023BF96-20F2-66C8-7426-AB294B5EFB6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7262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hrome progress">
            <a:extLst>
              <a:ext uri="{FF2B5EF4-FFF2-40B4-BE49-F238E27FC236}">
                <a16:creationId xmlns:a16="http://schemas.microsoft.com/office/drawing/2014/main" id="{5D479B91-CB53-60E5-DEB0-DAB3D54204F7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64CF8CCC-86C4-7059-D4F7-4D340405EF17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1A632851-15FD-F2A8-D3BC-DE160671DB41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7C14BD0A-5A25-0963-5F0F-C92DA9A2EA01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CCDD2324-D32C-4EBF-0E25-05163628E1CD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7AD29369-6F92-1DD9-2B61-899B336A2A0D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3/6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3BB7C172-BEBF-1254-C6CB-01A7D8FC3D00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6352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96D48DDE-BD67-BCCF-70ED-535CA80A8C2C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adge @4">
            <a:extLst>
              <a:ext uri="{FF2B5EF4-FFF2-40B4-BE49-F238E27FC236}">
                <a16:creationId xmlns:a16="http://schemas.microsoft.com/office/drawing/2014/main" id="{0D7768FC-1B16-0794-EE05-A9B874D13E7E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48" name="lab @4">
            <a:extLst>
              <a:ext uri="{FF2B5EF4-FFF2-40B4-BE49-F238E27FC236}">
                <a16:creationId xmlns:a16="http://schemas.microsoft.com/office/drawing/2014/main" id="{77832AE0-77D8-AF48-5AB8-0F2432D25C3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hrome progress">
            <a:extLst>
              <a:ext uri="{FF2B5EF4-FFF2-40B4-BE49-F238E27FC236}">
                <a16:creationId xmlns:a16="http://schemas.microsoft.com/office/drawing/2014/main" id="{4FAB03E1-8FB5-1076-7E50-4AE8D2722691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8D9396F8-3F1E-7E44-C752-B7453239122D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37347B78-5768-635A-60C7-72541C5DF450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C34A87AD-2163-DCDB-1D4A-1AE58B3D9AD2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AC3E356C-D9EB-B6B9-7D91-620DD6302AF7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3D7D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BB8FA612-BCC6-FBC9-3D67-D13AF1DD54B2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4/6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21F29DAE-67D9-B183-D95B-7C91BD80AA43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9270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96D48DDE-BD67-BCCF-70ED-535CA80A8C2C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adge @4">
            <a:extLst>
              <a:ext uri="{FF2B5EF4-FFF2-40B4-BE49-F238E27FC236}">
                <a16:creationId xmlns:a16="http://schemas.microsoft.com/office/drawing/2014/main" id="{0D7768FC-1B16-0794-EE05-A9B874D13E7E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48" name="lab @4">
            <a:extLst>
              <a:ext uri="{FF2B5EF4-FFF2-40B4-BE49-F238E27FC236}">
                <a16:creationId xmlns:a16="http://schemas.microsoft.com/office/drawing/2014/main" id="{77832AE0-77D8-AF48-5AB8-0F2432D25C3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badge @5">
            <a:extLst>
              <a:ext uri="{FF2B5EF4-FFF2-40B4-BE49-F238E27FC236}">
                <a16:creationId xmlns:a16="http://schemas.microsoft.com/office/drawing/2014/main" id="{D391C8C3-44AF-515A-26E4-E6D7BAB3C4D2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badge @5">
            <a:extLst>
              <a:ext uri="{FF2B5EF4-FFF2-40B4-BE49-F238E27FC236}">
                <a16:creationId xmlns:a16="http://schemas.microsoft.com/office/drawing/2014/main" id="{924DFDD0-BBE5-F3CB-5B94-A88C348AF42C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52" name="lab @5">
            <a:extLst>
              <a:ext uri="{FF2B5EF4-FFF2-40B4-BE49-F238E27FC236}">
                <a16:creationId xmlns:a16="http://schemas.microsoft.com/office/drawing/2014/main" id="{59244B5D-2E92-C428-7B3B-16B73C16EFE4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5EA594BD-46B0-CF24-56F6-10A4643C74D6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4A766DE8-8BBC-453D-A79B-C7B5DBC1F9CD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60C2848B-DD66-16A1-E741-D323CB98A0BB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1E94B66E-824A-8DA0-834B-D9C214A8703F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7D66B549-2FB9-2BEC-0184-7113A7853620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CECE9A4B-C500-C378-9D67-AB7E12327E28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5/6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8A8E76EB-5DED-9028-F6F2-B8708D0B8284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521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A46227AC-5BE7-4880-DDB9-4F5B2CB58992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6F59C287-7749-BE9E-B617-31F26E781543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96D48DDE-BD67-BCCF-70ED-535CA80A8C2C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adge @4">
            <a:extLst>
              <a:ext uri="{FF2B5EF4-FFF2-40B4-BE49-F238E27FC236}">
                <a16:creationId xmlns:a16="http://schemas.microsoft.com/office/drawing/2014/main" id="{0D7768FC-1B16-0794-EE05-A9B874D13E7E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48" name="lab @4">
            <a:extLst>
              <a:ext uri="{FF2B5EF4-FFF2-40B4-BE49-F238E27FC236}">
                <a16:creationId xmlns:a16="http://schemas.microsoft.com/office/drawing/2014/main" id="{77832AE0-77D8-AF48-5AB8-0F2432D25C3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badge @5">
            <a:extLst>
              <a:ext uri="{FF2B5EF4-FFF2-40B4-BE49-F238E27FC236}">
                <a16:creationId xmlns:a16="http://schemas.microsoft.com/office/drawing/2014/main" id="{D391C8C3-44AF-515A-26E4-E6D7BAB3C4D2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badge @5">
            <a:extLst>
              <a:ext uri="{FF2B5EF4-FFF2-40B4-BE49-F238E27FC236}">
                <a16:creationId xmlns:a16="http://schemas.microsoft.com/office/drawing/2014/main" id="{924DFDD0-BBE5-F3CB-5B94-A88C348AF42C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52" name="lab @5">
            <a:extLst>
              <a:ext uri="{FF2B5EF4-FFF2-40B4-BE49-F238E27FC236}">
                <a16:creationId xmlns:a16="http://schemas.microsoft.com/office/drawing/2014/main" id="{59244B5D-2E92-C428-7B3B-16B73C16EFE4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E0719266-1DF3-0E27-CEC2-AE6D0FBF858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badge @6">
            <a:extLst>
              <a:ext uri="{FF2B5EF4-FFF2-40B4-BE49-F238E27FC236}">
                <a16:creationId xmlns:a16="http://schemas.microsoft.com/office/drawing/2014/main" id="{1C29928D-7E16-2736-2AD1-C17D2EF2809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nswer @6 bg">
            <a:extLst>
              <a:ext uri="{FF2B5EF4-FFF2-40B4-BE49-F238E27FC236}">
                <a16:creationId xmlns:a16="http://schemas.microsoft.com/office/drawing/2014/main" id="{7323F67A-A734-7234-7DFD-32C56FFA6189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CEDE5"/>
          </a:solidFill>
          <a:ln w="1905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nswer @6">
            <a:extLst>
              <a:ext uri="{FF2B5EF4-FFF2-40B4-BE49-F238E27FC236}">
                <a16:creationId xmlns:a16="http://schemas.microsoft.com/office/drawing/2014/main" id="{831662E5-FCB4-EF63-39A0-F7668EA2DBDE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8" name="check @6">
            <a:extLst>
              <a:ext uri="{FF2B5EF4-FFF2-40B4-BE49-F238E27FC236}">
                <a16:creationId xmlns:a16="http://schemas.microsoft.com/office/drawing/2014/main" id="{CE560F2A-D983-4C22-701B-59F6837C5CD6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63DF2F95-CEC5-2777-456C-D9B2617294B8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CCC22324-A7CF-B8B6-347B-6968651C2465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02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0510A699-05C7-4FE1-C730-63D03107BF80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C2C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DEFF8A03-0EF6-F93F-4720-E3ECD618140A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9737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">
            <a:extLst>
              <a:ext uri="{FF2B5EF4-FFF2-40B4-BE49-F238E27FC236}">
                <a16:creationId xmlns:a16="http://schemas.microsoft.com/office/drawing/2014/main" id="{3367C1D7-3141-6C84-5F0A-3EF57F751E20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hrome progress label">
            <a:extLst>
              <a:ext uri="{FF2B5EF4-FFF2-40B4-BE49-F238E27FC236}">
                <a16:creationId xmlns:a16="http://schemas.microsoft.com/office/drawing/2014/main" id="{03139E71-0491-4473-6F1E-54315A1F518B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6/6</a:t>
            </a:r>
          </a:p>
        </p:txBody>
      </p:sp>
      <p:sp>
        <p:nvSpPr>
          <p:cNvPr id="65" name="chrome page">
            <a:extLst>
              <a:ext uri="{FF2B5EF4-FFF2-40B4-BE49-F238E27FC236}">
                <a16:creationId xmlns:a16="http://schemas.microsoft.com/office/drawing/2014/main" id="{06DDD027-34D2-E630-5AB1-A499EEC0530A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549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5C77D2-DCB8-BD21-8D38-912AE8C8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5C7DBDB-06C1-D5E9-3FB7-6E1BFEC447C7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SUMMARY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F56BBC8A-AD40-3BCA-BD7E-82BDF048310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D59BB786-1215-D1FA-C438-9E7F452C6B06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BEAC8AC3-54E0-D8FE-C917-D5E776CA6AA8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REGION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CAB06022-D506-1856-3CE3-424227093DF9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CONDITION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C3DC21-1B9C-E135-6882-F067FEF33C66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DRAIN CURRENT</a:t>
            </a:r>
          </a:p>
        </p:txBody>
      </p:sp>
      <p:cxnSp>
        <p:nvCxnSpPr>
          <p:cNvPr id="9" name="rule">
            <a:extLst>
              <a:ext uri="{FF2B5EF4-FFF2-40B4-BE49-F238E27FC236}">
                <a16:creationId xmlns:a16="http://schemas.microsoft.com/office/drawing/2014/main" id="{6655FD99-06EE-B626-8D09-CF7AEB0E9C82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d">
            <a:extLst>
              <a:ext uri="{FF2B5EF4-FFF2-40B4-BE49-F238E27FC236}">
                <a16:creationId xmlns:a16="http://schemas.microsoft.com/office/drawing/2014/main" id="{582DF4DC-E92F-CB91-E76C-4246EF9AA83B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539EF32A-94FD-3490-2341-C8D6BD34D2FA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F036D68D-436D-615B-FDEE-3AF7DE3BC4E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53CE9419-65EF-E3AE-6F84-6AC4704E36EB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7662122C-F7AB-12AE-302C-C107E764F604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B2ED1225-58D8-2230-43EF-4ED2C1EED0E0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69EA7A1-151B-5155-7409-816DCCA060DC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413C561E-3DBE-446B-0E27-E17BDF1E904E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55CBBF61-1FBE-2A6F-E648-6D352B557095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7533E4-D699-BF60-89BC-8081FC6C0EE4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1EDA349C-1518-1102-4057-C82A28597507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D69343C5-0675-74E3-8C27-92D5AC26769E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921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Microsoft Office PowerPoint</Application>
  <PresentationFormat>Custom</PresentationFormat>
  <Paragraphs>235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Consolas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Creating a channel: the threshold voltage</vt:lpstr>
      <vt:lpstr>Creating a channel: the threshold voltage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2026-10-01T00:08:53Z</dcterms:created>
  <dcterms:modified xsi:type="dcterms:W3CDTF">2026-10-01T00:09:05Z</dcterms:modified>
</cp:coreProperties>
</file>